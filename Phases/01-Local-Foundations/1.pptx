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3.xml"/>
  <Override ContentType="application/vnd.openxmlformats-officedocument.presentationml.slide+xml" PartName="/ppt/slides/slide11.xml"/>
  <Override ContentType="application/vnd.openxmlformats-officedocument.presentationml.slide+xml" PartName="/ppt/slides/slide30.xml"/>
  <Override ContentType="application/vnd.openxmlformats-officedocument.presentationml.slide+xml" PartName="/ppt/slides/slide12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  <p:sldMasterId id="2147483693" r:id="rId5"/>
  </p:sldMasterIdLst>
  <p:notesMasterIdLst>
    <p:notesMasterId r:id="rId6"/>
  </p:notesMasterIdLst>
  <p:sldIdLst>
    <p:sldId id="256" r:id="rId7"/>
    <p:sldId id="258" r:id="rId9"/>
    <p:sldId id="266" r:id="rId17"/>
    <p:sldId id="267" r:id="rId18"/>
    <p:sldId id="285" r:id="rId36"/>
  </p:sldIdLst>
  <p:sldSz cy="5143500" cx="9144000"/>
  <p:notesSz cx="6858000" cy="9144000"/>
  <p:embeddedFontLst>
    <p:embeddedFont>
      <p:font typeface="Roboto Mono Medium"/>
      <p:regular r:id="rId93"/>
      <p:bold r:id="rId94"/>
      <p:italic r:id="rId95"/>
      <p:boldItalic r:id="rId96"/>
    </p:embeddedFont>
    <p:embeddedFont>
      <p:font typeface="Proxima Nova"/>
      <p:regular r:id="rId97"/>
      <p:bold r:id="rId98"/>
      <p:italic r:id="rId99"/>
      <p:boldItalic r:id="rId100"/>
    </p:embeddedFont>
    <p:embeddedFont>
      <p:font typeface="Roboto Medium"/>
      <p:regular r:id="rId101"/>
      <p:bold r:id="rId102"/>
      <p:italic r:id="rId103"/>
      <p:boldItalic r:id="rId104"/>
    </p:embeddedFont>
    <p:embeddedFont>
      <p:font typeface="Concert One"/>
      <p:regular r:id="rId105"/>
    </p:embeddedFont>
    <p:embeddedFont>
      <p:font typeface="Anonymous Pro"/>
      <p:regular r:id="rId106"/>
      <p:bold r:id="rId107"/>
      <p:italic r:id="rId108"/>
      <p:boldItalic r:id="rId109"/>
    </p:embeddedFont>
    <p:embeddedFont>
      <p:font typeface="Amatic SC"/>
      <p:regular r:id="rId110"/>
      <p:bold r:id="rId111"/>
    </p:embeddedFont>
    <p:embeddedFont>
      <p:font typeface="Coming Soon"/>
      <p:regular r:id="rId112"/>
    </p:embeddedFont>
    <p:embeddedFont>
      <p:font typeface="Proxima Nova Semibold"/>
      <p:regular r:id="rId113"/>
      <p:bold r:id="rId114"/>
      <p:boldItalic r:id="rId115"/>
    </p:embeddedFont>
    <p:embeddedFont>
      <p:font typeface="Roboto Mono"/>
      <p:regular r:id="rId116"/>
      <p:bold r:id="rId117"/>
      <p:italic r:id="rId118"/>
      <p:boldItalic r:id="rId1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67D5C1-24B6-451F-9BAF-1FB48D9591E7}">
  <a:tblStyle styleId="{5967D5C1-24B6-451F-9BAF-1FB48D9591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107" Type="http://schemas.openxmlformats.org/officeDocument/2006/relationships/font" Target="fonts/AnonymousPro-bold.fntdata"/><Relationship Id="rId106" Type="http://schemas.openxmlformats.org/officeDocument/2006/relationships/font" Target="fonts/AnonymousPro-regular.fntdata"/><Relationship Id="rId105" Type="http://schemas.openxmlformats.org/officeDocument/2006/relationships/font" Target="fonts/ConcertOne-regular.fntdata"/><Relationship Id="rId104" Type="http://schemas.openxmlformats.org/officeDocument/2006/relationships/font" Target="fonts/RobotoMedium-boldItalic.fntdata"/><Relationship Id="rId109" Type="http://schemas.openxmlformats.org/officeDocument/2006/relationships/font" Target="fonts/AnonymousPro-boldItalic.fntdata"/><Relationship Id="rId108" Type="http://schemas.openxmlformats.org/officeDocument/2006/relationships/font" Target="fonts/AnonymousPro-italic.fntdata"/><Relationship Id="rId103" Type="http://schemas.openxmlformats.org/officeDocument/2006/relationships/font" Target="fonts/RobotoMedium-italic.fntdata"/><Relationship Id="rId102" Type="http://schemas.openxmlformats.org/officeDocument/2006/relationships/font" Target="fonts/RobotoMedium-bold.fntdata"/><Relationship Id="rId101" Type="http://schemas.openxmlformats.org/officeDocument/2006/relationships/font" Target="fonts/RobotoMedium-regular.fntdata"/><Relationship Id="rId100" Type="http://schemas.openxmlformats.org/officeDocument/2006/relationships/font" Target="fonts/ProximaNova-boldItalic.fntdata"/><Relationship Id="rId36" Type="http://schemas.openxmlformats.org/officeDocument/2006/relationships/slide" Target="slides/slide30.xml"/><Relationship Id="rId95" Type="http://schemas.openxmlformats.org/officeDocument/2006/relationships/font" Target="fonts/RobotoMonoMedium-italic.fntdata"/><Relationship Id="rId94" Type="http://schemas.openxmlformats.org/officeDocument/2006/relationships/font" Target="fonts/RobotoMonoMedium-bold.fntdata"/><Relationship Id="rId97" Type="http://schemas.openxmlformats.org/officeDocument/2006/relationships/font" Target="fonts/ProximaNova-regular.fntdata"/><Relationship Id="rId96" Type="http://schemas.openxmlformats.org/officeDocument/2006/relationships/font" Target="fonts/RobotoMonoMedium-boldItalic.fntdata"/><Relationship Id="rId99" Type="http://schemas.openxmlformats.org/officeDocument/2006/relationships/font" Target="fonts/ProximaNova-italic.fntdata"/><Relationship Id="rId98" Type="http://schemas.openxmlformats.org/officeDocument/2006/relationships/font" Target="fonts/ProximaNova-bold.fntdata"/><Relationship Id="rId93" Type="http://schemas.openxmlformats.org/officeDocument/2006/relationships/font" Target="fonts/RobotoMonoMedium-regular.fntdata"/><Relationship Id="rId118" Type="http://schemas.openxmlformats.org/officeDocument/2006/relationships/font" Target="fonts/RobotoMono-italic.fntdata"/><Relationship Id="rId117" Type="http://schemas.openxmlformats.org/officeDocument/2006/relationships/font" Target="fonts/RobotoMono-bold.fntdata"/><Relationship Id="rId116" Type="http://schemas.openxmlformats.org/officeDocument/2006/relationships/font" Target="fonts/RobotoMono-regular.fntdata"/><Relationship Id="rId115" Type="http://schemas.openxmlformats.org/officeDocument/2006/relationships/font" Target="fonts/ProximaNovaSemibold-boldItalic.fntdata"/><Relationship Id="rId119" Type="http://schemas.openxmlformats.org/officeDocument/2006/relationships/font" Target="fonts/RobotoMono-boldItalic.fntdata"/><Relationship Id="rId110" Type="http://schemas.openxmlformats.org/officeDocument/2006/relationships/font" Target="fonts/AmaticSC-regular.fntdata"/><Relationship Id="rId17" Type="http://schemas.openxmlformats.org/officeDocument/2006/relationships/slide" Target="slides/slide11.xml"/><Relationship Id="rId114" Type="http://schemas.openxmlformats.org/officeDocument/2006/relationships/font" Target="fonts/ProximaNovaSemibold-bold.fntdata"/><Relationship Id="rId18" Type="http://schemas.openxmlformats.org/officeDocument/2006/relationships/slide" Target="slides/slide12.xml"/><Relationship Id="rId113" Type="http://schemas.openxmlformats.org/officeDocument/2006/relationships/font" Target="fonts/ProximaNovaSemibold-regular.fntdata"/><Relationship Id="rId112" Type="http://schemas.openxmlformats.org/officeDocument/2006/relationships/font" Target="fonts/ComingSoon-regular.fntdata"/><Relationship Id="rId111" Type="http://schemas.openxmlformats.org/officeDocument/2006/relationships/font" Target="fonts/AmaticSC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777e31443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777e31443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853034354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853034354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209571f4d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209571f4d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209571f4d9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209571f4d9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://bit.ly/2Tynxth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 l="0" r="0" t="0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b="6838" l="0" r="1546" t="0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3300000" dist="1905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/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0"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type="title"/>
          </p:nvPr>
        </p:nvSpPr>
        <p:spPr>
          <a:xfrm>
            <a:off x="1836900" y="711175"/>
            <a:ext cx="547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398275" y="1401825"/>
            <a:ext cx="6963300" cy="30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7975" lvl="0" marL="457200">
              <a:spcBef>
                <a:spcPts val="0"/>
              </a:spcBef>
              <a:spcAft>
                <a:spcPts val="0"/>
              </a:spcAft>
              <a:buSzPts val="1250"/>
              <a:buFont typeface="Concert One"/>
              <a:buAutoNum type="arabicPeriod"/>
              <a:defRPr sz="950">
                <a:solidFill>
                  <a:schemeClr val="dk2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rabicPeriod"/>
              <a:defRPr sz="950">
                <a:solidFill>
                  <a:schemeClr val="dk2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rabicPeriod"/>
              <a:defRPr sz="950">
                <a:solidFill>
                  <a:schemeClr val="dk2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5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44675" y="1551725"/>
            <a:ext cx="3593400" cy="282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05925" y="1551725"/>
            <a:ext cx="3593400" cy="282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6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>
            <p:ph type="title"/>
          </p:nvPr>
        </p:nvSpPr>
        <p:spPr>
          <a:xfrm>
            <a:off x="1002325" y="711175"/>
            <a:ext cx="3273900" cy="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/>
          <p:nvPr>
            <p:ph idx="1" type="body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6489">
            <a:off x="6092370" y="-1056710"/>
            <a:ext cx="2878009" cy="3364796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57150">
              <a:srgbClr val="000000">
                <a:alpha val="39000"/>
              </a:srgbClr>
            </a:outerShdw>
          </a:effectLst>
        </p:spPr>
      </p:pic>
      <p:sp>
        <p:nvSpPr>
          <p:cNvPr id="43" name="Google Shape;43;p8"/>
          <p:cNvSpPr txBox="1"/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1629950" y="3828100"/>
            <a:ext cx="2332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cert One"/>
              <a:buNone/>
              <a:defRPr sz="1600"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5044725" y="539500"/>
            <a:ext cx="3224400" cy="40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0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0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1002325" y="711173"/>
            <a:ext cx="2403900" cy="13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1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/>
          <p:cNvPicPr preferRelativeResize="0"/>
          <p:nvPr/>
        </p:nvPicPr>
        <p:blipFill rotWithShape="1">
          <a:blip r:embed="rId3">
            <a:alphaModFix/>
          </a:blip>
          <a:srcRect b="18301" l="0" r="8892" t="16735"/>
          <a:stretch/>
        </p:blipFill>
        <p:spPr>
          <a:xfrm rot="-5400000">
            <a:off x="4748475" y="48065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1"/>
          <p:cNvPicPr preferRelativeResize="0"/>
          <p:nvPr/>
        </p:nvPicPr>
        <p:blipFill rotWithShape="1">
          <a:blip r:embed="rId3">
            <a:alphaModFix/>
          </a:blip>
          <a:srcRect b="18301" l="0" r="8892" t="16735"/>
          <a:stretch/>
        </p:blipFill>
        <p:spPr>
          <a:xfrm rot="-5400000">
            <a:off x="5339025" y="5954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1"/>
          <p:cNvPicPr preferRelativeResize="0"/>
          <p:nvPr/>
        </p:nvPicPr>
        <p:blipFill rotWithShape="1">
          <a:blip r:embed="rId4">
            <a:alphaModFix/>
          </a:blip>
          <a:srcRect b="7124" l="0" r="0" t="0"/>
          <a:stretch/>
        </p:blipFill>
        <p:spPr>
          <a:xfrm>
            <a:off x="1974100" y="324738"/>
            <a:ext cx="5195775" cy="44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2838275" y="1645347"/>
            <a:ext cx="4001700" cy="113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335675" y="3062950"/>
            <a:ext cx="30069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2" type="title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68" name="Google Shape;68;p13"/>
          <p:cNvSpPr txBox="1"/>
          <p:nvPr>
            <p:ph idx="3" type="subTitle"/>
          </p:nvPr>
        </p:nvSpPr>
        <p:spPr>
          <a:xfrm>
            <a:off x="5340612" y="2161275"/>
            <a:ext cx="28740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4" type="title"/>
          </p:nvPr>
        </p:nvSpPr>
        <p:spPr>
          <a:xfrm>
            <a:off x="907470" y="3221098"/>
            <a:ext cx="29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70" name="Google Shape;70;p13"/>
          <p:cNvSpPr txBox="1"/>
          <p:nvPr>
            <p:ph idx="5" type="subTitle"/>
          </p:nvPr>
        </p:nvSpPr>
        <p:spPr>
          <a:xfrm>
            <a:off x="929350" y="3685875"/>
            <a:ext cx="28740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6" type="title"/>
          </p:nvPr>
        </p:nvSpPr>
        <p:spPr>
          <a:xfrm>
            <a:off x="5318730" y="3221098"/>
            <a:ext cx="29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72" name="Google Shape;72;p13"/>
          <p:cNvSpPr txBox="1"/>
          <p:nvPr>
            <p:ph idx="7" type="subTitle"/>
          </p:nvPr>
        </p:nvSpPr>
        <p:spPr>
          <a:xfrm>
            <a:off x="5340612" y="3685874"/>
            <a:ext cx="28740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8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4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996375" y="1623775"/>
            <a:ext cx="3158700" cy="27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1002325" y="711175"/>
            <a:ext cx="3057300" cy="9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896525" y="1623775"/>
            <a:ext cx="3158700" cy="27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400" u="sng">
                <a:solidFill>
                  <a:schemeClr val="dk2"/>
                </a:solidFill>
              </a:defRPr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2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996375" y="1623775"/>
            <a:ext cx="3158700" cy="30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1002325" y="711175"/>
            <a:ext cx="3057300" cy="9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 b="61089" l="0" r="0" t="0"/>
          <a:stretch/>
        </p:blipFill>
        <p:spPr>
          <a:xfrm rot="1142343">
            <a:off x="6222976" y="2291982"/>
            <a:ext cx="2068425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b="61089" l="0" r="0" t="0"/>
          <a:stretch/>
        </p:blipFill>
        <p:spPr>
          <a:xfrm rot="-1920292">
            <a:off x="925352" y="1011382"/>
            <a:ext cx="2068424" cy="1772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0" name="Google Shape;90;p16"/>
          <p:cNvSpPr txBox="1"/>
          <p:nvPr>
            <p:ph type="title"/>
          </p:nvPr>
        </p:nvSpPr>
        <p:spPr>
          <a:xfrm>
            <a:off x="2426100" y="1386676"/>
            <a:ext cx="4291800" cy="24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8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hasCustomPrompt="1" type="title"/>
          </p:nvPr>
        </p:nvSpPr>
        <p:spPr>
          <a:xfrm>
            <a:off x="5040600" y="1012388"/>
            <a:ext cx="2826000" cy="113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973225" y="3061013"/>
            <a:ext cx="3006900" cy="10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2" type="subTitle"/>
          </p:nvPr>
        </p:nvSpPr>
        <p:spPr>
          <a:xfrm>
            <a:off x="4973225" y="2278000"/>
            <a:ext cx="3006900" cy="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100"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7124" l="0" r="0" t="0"/>
          <a:stretch/>
        </p:blipFill>
        <p:spPr>
          <a:xfrm>
            <a:off x="3685063" y="388513"/>
            <a:ext cx="5195775" cy="44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>
            <p:ph type="title"/>
          </p:nvPr>
        </p:nvSpPr>
        <p:spPr>
          <a:xfrm>
            <a:off x="4996075" y="999550"/>
            <a:ext cx="2749500" cy="11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subTitle"/>
          </p:nvPr>
        </p:nvSpPr>
        <p:spPr>
          <a:xfrm rot="-321082">
            <a:off x="5129970" y="3250327"/>
            <a:ext cx="2280640" cy="924717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2649000" y="2142600"/>
            <a:ext cx="3846000" cy="18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127075" y="1366750"/>
            <a:ext cx="290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type="title"/>
          </p:nvPr>
        </p:nvSpPr>
        <p:spPr>
          <a:xfrm>
            <a:off x="534900" y="2495013"/>
            <a:ext cx="3798000" cy="8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799650" y="3241096"/>
            <a:ext cx="3268500" cy="6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b="1" sz="1800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hasCustomPrompt="1" idx="2" type="title"/>
          </p:nvPr>
        </p:nvSpPr>
        <p:spPr>
          <a:xfrm>
            <a:off x="1640100" y="1347913"/>
            <a:ext cx="1587600" cy="10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0" sz="4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>
            <p:ph type="title"/>
          </p:nvPr>
        </p:nvSpPr>
        <p:spPr>
          <a:xfrm>
            <a:off x="1781550" y="711175"/>
            <a:ext cx="5933700" cy="6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>
            <p:ph type="title"/>
          </p:nvPr>
        </p:nvSpPr>
        <p:spPr>
          <a:xfrm>
            <a:off x="1002325" y="711175"/>
            <a:ext cx="30822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2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948000" y="2519950"/>
            <a:ext cx="3224400" cy="12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type="title"/>
          </p:nvPr>
        </p:nvSpPr>
        <p:spPr>
          <a:xfrm>
            <a:off x="948000" y="1218000"/>
            <a:ext cx="2755800" cy="12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SECTION_TITLE_AND_DESCRIPTION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4"/>
          <p:cNvSpPr txBox="1"/>
          <p:nvPr>
            <p:ph type="title"/>
          </p:nvPr>
        </p:nvSpPr>
        <p:spPr>
          <a:xfrm>
            <a:off x="6013614" y="838400"/>
            <a:ext cx="23331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" name="Google Shape;130;p24"/>
          <p:cNvSpPr txBox="1"/>
          <p:nvPr>
            <p:ph idx="1" type="subTitle"/>
          </p:nvPr>
        </p:nvSpPr>
        <p:spPr>
          <a:xfrm>
            <a:off x="6013614" y="1199352"/>
            <a:ext cx="233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1" name="Google Shape;131;p24"/>
          <p:cNvSpPr txBox="1"/>
          <p:nvPr>
            <p:ph idx="2" type="title"/>
          </p:nvPr>
        </p:nvSpPr>
        <p:spPr>
          <a:xfrm>
            <a:off x="6013603" y="2104924"/>
            <a:ext cx="23331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2" name="Google Shape;132;p24"/>
          <p:cNvSpPr txBox="1"/>
          <p:nvPr>
            <p:ph idx="3" type="subTitle"/>
          </p:nvPr>
        </p:nvSpPr>
        <p:spPr>
          <a:xfrm>
            <a:off x="6013601" y="2465876"/>
            <a:ext cx="233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4" type="title"/>
          </p:nvPr>
        </p:nvSpPr>
        <p:spPr>
          <a:xfrm>
            <a:off x="6013618" y="3371448"/>
            <a:ext cx="23331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4"/>
          <p:cNvSpPr txBox="1"/>
          <p:nvPr>
            <p:ph idx="5" type="subTitle"/>
          </p:nvPr>
        </p:nvSpPr>
        <p:spPr>
          <a:xfrm>
            <a:off x="6013615" y="3732400"/>
            <a:ext cx="233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5" name="Google Shape;135;p24"/>
          <p:cNvSpPr txBox="1"/>
          <p:nvPr>
            <p:ph idx="6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SECTION_TITLE_AND_DESCRIPTION_1_1_4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>
            <p:ph type="title"/>
          </p:nvPr>
        </p:nvSpPr>
        <p:spPr>
          <a:xfrm>
            <a:off x="3628589" y="2942625"/>
            <a:ext cx="23331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0" name="Google Shape;140;p25"/>
          <p:cNvSpPr txBox="1"/>
          <p:nvPr>
            <p:ph idx="1" type="subTitle"/>
          </p:nvPr>
        </p:nvSpPr>
        <p:spPr>
          <a:xfrm>
            <a:off x="3628600" y="3303578"/>
            <a:ext cx="23331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2" type="title"/>
          </p:nvPr>
        </p:nvSpPr>
        <p:spPr>
          <a:xfrm>
            <a:off x="1295503" y="2130949"/>
            <a:ext cx="23331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" name="Google Shape;142;p25"/>
          <p:cNvSpPr txBox="1"/>
          <p:nvPr>
            <p:ph idx="3" type="subTitle"/>
          </p:nvPr>
        </p:nvSpPr>
        <p:spPr>
          <a:xfrm>
            <a:off x="1295511" y="2491901"/>
            <a:ext cx="23331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4" type="title"/>
          </p:nvPr>
        </p:nvSpPr>
        <p:spPr>
          <a:xfrm>
            <a:off x="5964918" y="2130948"/>
            <a:ext cx="23331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4" name="Google Shape;144;p25"/>
          <p:cNvSpPr txBox="1"/>
          <p:nvPr>
            <p:ph idx="5" type="subTitle"/>
          </p:nvPr>
        </p:nvSpPr>
        <p:spPr>
          <a:xfrm>
            <a:off x="5964925" y="2491900"/>
            <a:ext cx="23331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6" type="title"/>
          </p:nvPr>
        </p:nvSpPr>
        <p:spPr>
          <a:xfrm>
            <a:off x="2569750" y="711175"/>
            <a:ext cx="400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SECTION_TITLE_AND_DESCRIPTION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 b="18301" l="0" r="8892" t="16735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b="18301" l="0" r="8892" t="16735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4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b="0" sz="160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52" name="Google Shape;152;p26"/>
          <p:cNvSpPr txBox="1"/>
          <p:nvPr>
            <p:ph idx="1" type="subTitle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b="1" sz="2400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SECTION_TITLE_AND_DESCRIPTION_1_1_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7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>
            <p:ph type="title"/>
          </p:nvPr>
        </p:nvSpPr>
        <p:spPr>
          <a:xfrm>
            <a:off x="5230400" y="3321638"/>
            <a:ext cx="27975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57" name="Google Shape;157;p27"/>
          <p:cNvSpPr txBox="1"/>
          <p:nvPr>
            <p:ph idx="1" type="subTitle"/>
          </p:nvPr>
        </p:nvSpPr>
        <p:spPr>
          <a:xfrm>
            <a:off x="4909400" y="1218188"/>
            <a:ext cx="3439500" cy="20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SECTION_TITLE_AND_DESCRIPTION_1_2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8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>
            <p:ph type="title"/>
          </p:nvPr>
        </p:nvSpPr>
        <p:spPr>
          <a:xfrm>
            <a:off x="800975" y="2010025"/>
            <a:ext cx="24594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801101" y="2389868"/>
            <a:ext cx="24594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2" type="title"/>
          </p:nvPr>
        </p:nvSpPr>
        <p:spPr>
          <a:xfrm>
            <a:off x="5850883" y="2010025"/>
            <a:ext cx="24594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64" name="Google Shape;164;p28"/>
          <p:cNvSpPr txBox="1"/>
          <p:nvPr>
            <p:ph idx="3" type="subTitle"/>
          </p:nvPr>
        </p:nvSpPr>
        <p:spPr>
          <a:xfrm>
            <a:off x="5850880" y="2389875"/>
            <a:ext cx="24594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4" type="title"/>
          </p:nvPr>
        </p:nvSpPr>
        <p:spPr>
          <a:xfrm>
            <a:off x="800975" y="3449700"/>
            <a:ext cx="24594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66" name="Google Shape;166;p28"/>
          <p:cNvSpPr txBox="1"/>
          <p:nvPr>
            <p:ph idx="5" type="subTitle"/>
          </p:nvPr>
        </p:nvSpPr>
        <p:spPr>
          <a:xfrm>
            <a:off x="801101" y="3838273"/>
            <a:ext cx="24594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6" type="title"/>
          </p:nvPr>
        </p:nvSpPr>
        <p:spPr>
          <a:xfrm>
            <a:off x="5850883" y="3449699"/>
            <a:ext cx="24594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68" name="Google Shape;168;p28"/>
          <p:cNvSpPr txBox="1"/>
          <p:nvPr>
            <p:ph idx="7" type="subTitle"/>
          </p:nvPr>
        </p:nvSpPr>
        <p:spPr>
          <a:xfrm>
            <a:off x="5850880" y="3838276"/>
            <a:ext cx="24594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8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SECTION_TITLE_AND_DESCRIPTION_1_2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9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/>
          <p:nvPr>
            <p:ph type="title"/>
          </p:nvPr>
        </p:nvSpPr>
        <p:spPr>
          <a:xfrm>
            <a:off x="2598373" y="1548225"/>
            <a:ext cx="1971900" cy="4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74" name="Google Shape;174;p29"/>
          <p:cNvSpPr txBox="1"/>
          <p:nvPr>
            <p:ph idx="1" type="subTitle"/>
          </p:nvPr>
        </p:nvSpPr>
        <p:spPr>
          <a:xfrm>
            <a:off x="2598375" y="1928075"/>
            <a:ext cx="19719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2" type="title"/>
          </p:nvPr>
        </p:nvSpPr>
        <p:spPr>
          <a:xfrm>
            <a:off x="5835074" y="1548225"/>
            <a:ext cx="1971900" cy="4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76" name="Google Shape;176;p29"/>
          <p:cNvSpPr txBox="1"/>
          <p:nvPr>
            <p:ph idx="3" type="subTitle"/>
          </p:nvPr>
        </p:nvSpPr>
        <p:spPr>
          <a:xfrm>
            <a:off x="5835075" y="1928075"/>
            <a:ext cx="19719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4" type="title"/>
          </p:nvPr>
        </p:nvSpPr>
        <p:spPr>
          <a:xfrm>
            <a:off x="2598373" y="2987900"/>
            <a:ext cx="1971900" cy="4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78" name="Google Shape;178;p29"/>
          <p:cNvSpPr txBox="1"/>
          <p:nvPr>
            <p:ph idx="5" type="subTitle"/>
          </p:nvPr>
        </p:nvSpPr>
        <p:spPr>
          <a:xfrm>
            <a:off x="2598375" y="3369312"/>
            <a:ext cx="19719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9" name="Google Shape;179;p29"/>
          <p:cNvSpPr txBox="1"/>
          <p:nvPr>
            <p:ph idx="6" type="title"/>
          </p:nvPr>
        </p:nvSpPr>
        <p:spPr>
          <a:xfrm>
            <a:off x="5835074" y="2987898"/>
            <a:ext cx="1971900" cy="4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180" name="Google Shape;180;p29"/>
          <p:cNvSpPr txBox="1"/>
          <p:nvPr>
            <p:ph idx="7" type="subTitle"/>
          </p:nvPr>
        </p:nvSpPr>
        <p:spPr>
          <a:xfrm>
            <a:off x="5835075" y="3369311"/>
            <a:ext cx="19719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8" type="title"/>
          </p:nvPr>
        </p:nvSpPr>
        <p:spPr>
          <a:xfrm>
            <a:off x="1926750" y="711175"/>
            <a:ext cx="529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0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/>
          <p:cNvPicPr preferRelativeResize="0"/>
          <p:nvPr/>
        </p:nvPicPr>
        <p:blipFill rotWithShape="1">
          <a:blip r:embed="rId3">
            <a:alphaModFix/>
          </a:blip>
          <a:srcRect b="61089" l="0" r="0" t="0"/>
          <a:stretch/>
        </p:blipFill>
        <p:spPr>
          <a:xfrm rot="635655">
            <a:off x="1848552" y="3058534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61089" l="0" r="0" t="0"/>
          <a:stretch/>
        </p:blipFill>
        <p:spPr>
          <a:xfrm rot="1903775">
            <a:off x="6763976" y="866659"/>
            <a:ext cx="2068425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/>
          <p:cNvPicPr preferRelativeResize="0"/>
          <p:nvPr/>
        </p:nvPicPr>
        <p:blipFill rotWithShape="1">
          <a:blip r:embed="rId4">
            <a:alphaModFix/>
          </a:blip>
          <a:srcRect b="6838" l="0" r="1546" t="0"/>
          <a:stretch/>
        </p:blipFill>
        <p:spPr>
          <a:xfrm>
            <a:off x="129175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>
            <p:ph hasCustomPrompt="1" type="title"/>
          </p:nvPr>
        </p:nvSpPr>
        <p:spPr>
          <a:xfrm>
            <a:off x="1301450" y="2719788"/>
            <a:ext cx="2101200" cy="6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30"/>
          <p:cNvSpPr txBox="1"/>
          <p:nvPr>
            <p:ph idx="1" type="subTitle"/>
          </p:nvPr>
        </p:nvSpPr>
        <p:spPr>
          <a:xfrm>
            <a:off x="1301450" y="3383388"/>
            <a:ext cx="21012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hasCustomPrompt="1" idx="2" type="title"/>
          </p:nvPr>
        </p:nvSpPr>
        <p:spPr>
          <a:xfrm>
            <a:off x="3521400" y="2719788"/>
            <a:ext cx="2101200" cy="6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0" name="Google Shape;190;p30"/>
          <p:cNvSpPr txBox="1"/>
          <p:nvPr>
            <p:ph idx="3" type="subTitle"/>
          </p:nvPr>
        </p:nvSpPr>
        <p:spPr>
          <a:xfrm>
            <a:off x="3521400" y="3383388"/>
            <a:ext cx="21012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hasCustomPrompt="1" idx="4" type="title"/>
          </p:nvPr>
        </p:nvSpPr>
        <p:spPr>
          <a:xfrm>
            <a:off x="5741350" y="2719788"/>
            <a:ext cx="2101200" cy="6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2" name="Google Shape;192;p30"/>
          <p:cNvSpPr txBox="1"/>
          <p:nvPr>
            <p:ph idx="5" type="subTitle"/>
          </p:nvPr>
        </p:nvSpPr>
        <p:spPr>
          <a:xfrm>
            <a:off x="5741350" y="3383388"/>
            <a:ext cx="21012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IG_NUMBER_1_3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1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>
            <p:ph hasCustomPrompt="1" type="title"/>
          </p:nvPr>
        </p:nvSpPr>
        <p:spPr>
          <a:xfrm>
            <a:off x="5097100" y="965775"/>
            <a:ext cx="3042000" cy="4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sz="4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31"/>
          <p:cNvSpPr txBox="1"/>
          <p:nvPr>
            <p:ph idx="1" type="subTitle"/>
          </p:nvPr>
        </p:nvSpPr>
        <p:spPr>
          <a:xfrm>
            <a:off x="5097050" y="1461113"/>
            <a:ext cx="30420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hasCustomPrompt="1" idx="2" type="title"/>
          </p:nvPr>
        </p:nvSpPr>
        <p:spPr>
          <a:xfrm>
            <a:off x="5097100" y="2148512"/>
            <a:ext cx="3042000" cy="4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sz="4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9" name="Google Shape;199;p31"/>
          <p:cNvSpPr txBox="1"/>
          <p:nvPr>
            <p:ph idx="3" type="subTitle"/>
          </p:nvPr>
        </p:nvSpPr>
        <p:spPr>
          <a:xfrm>
            <a:off x="5097050" y="2643851"/>
            <a:ext cx="30420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1"/>
          <p:cNvSpPr txBox="1"/>
          <p:nvPr>
            <p:ph hasCustomPrompt="1" idx="4" type="title"/>
          </p:nvPr>
        </p:nvSpPr>
        <p:spPr>
          <a:xfrm>
            <a:off x="5097100" y="3331249"/>
            <a:ext cx="3042000" cy="4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0" sz="4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1" name="Google Shape;201;p31"/>
          <p:cNvSpPr txBox="1"/>
          <p:nvPr>
            <p:ph idx="5" type="subTitle"/>
          </p:nvPr>
        </p:nvSpPr>
        <p:spPr>
          <a:xfrm>
            <a:off x="5097050" y="3826588"/>
            <a:ext cx="30420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6" type="title"/>
          </p:nvPr>
        </p:nvSpPr>
        <p:spPr>
          <a:xfrm>
            <a:off x="1002325" y="711175"/>
            <a:ext cx="3042000" cy="8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BIG_NUMBER_1_2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2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2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/>
          <p:nvPr>
            <p:ph hasCustomPrompt="1" type="title"/>
          </p:nvPr>
        </p:nvSpPr>
        <p:spPr>
          <a:xfrm>
            <a:off x="2216050" y="1141288"/>
            <a:ext cx="2101200" cy="6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7" name="Google Shape;207;p32"/>
          <p:cNvSpPr txBox="1"/>
          <p:nvPr>
            <p:ph idx="1" type="subTitle"/>
          </p:nvPr>
        </p:nvSpPr>
        <p:spPr>
          <a:xfrm>
            <a:off x="2216050" y="1740988"/>
            <a:ext cx="21012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32"/>
          <p:cNvSpPr txBox="1"/>
          <p:nvPr>
            <p:ph hasCustomPrompt="1" idx="2" type="title"/>
          </p:nvPr>
        </p:nvSpPr>
        <p:spPr>
          <a:xfrm>
            <a:off x="2216050" y="2830963"/>
            <a:ext cx="2101200" cy="6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9" name="Google Shape;209;p32"/>
          <p:cNvSpPr txBox="1"/>
          <p:nvPr>
            <p:ph idx="3" type="subTitle"/>
          </p:nvPr>
        </p:nvSpPr>
        <p:spPr>
          <a:xfrm>
            <a:off x="2216050" y="3430676"/>
            <a:ext cx="21012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hasCustomPrompt="1" idx="4" type="title"/>
          </p:nvPr>
        </p:nvSpPr>
        <p:spPr>
          <a:xfrm>
            <a:off x="6348050" y="2830963"/>
            <a:ext cx="2101200" cy="6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1" name="Google Shape;211;p32"/>
          <p:cNvSpPr txBox="1"/>
          <p:nvPr>
            <p:ph idx="5" type="subTitle"/>
          </p:nvPr>
        </p:nvSpPr>
        <p:spPr>
          <a:xfrm>
            <a:off x="6348050" y="3430676"/>
            <a:ext cx="21012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32"/>
          <p:cNvSpPr txBox="1"/>
          <p:nvPr>
            <p:ph hasCustomPrompt="1" idx="6" type="title"/>
          </p:nvPr>
        </p:nvSpPr>
        <p:spPr>
          <a:xfrm>
            <a:off x="6348050" y="1141288"/>
            <a:ext cx="2101200" cy="6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3" name="Google Shape;213;p32"/>
          <p:cNvSpPr txBox="1"/>
          <p:nvPr>
            <p:ph idx="7" type="subTitle"/>
          </p:nvPr>
        </p:nvSpPr>
        <p:spPr>
          <a:xfrm>
            <a:off x="6348050" y="1740988"/>
            <a:ext cx="21012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SECTION_TITLE_AND_DESCRIPTION_1_1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3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3"/>
          <p:cNvSpPr txBox="1"/>
          <p:nvPr>
            <p:ph type="title"/>
          </p:nvPr>
        </p:nvSpPr>
        <p:spPr>
          <a:xfrm>
            <a:off x="6166050" y="1183210"/>
            <a:ext cx="21402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" name="Google Shape;218;p33"/>
          <p:cNvSpPr txBox="1"/>
          <p:nvPr>
            <p:ph idx="1" type="subTitle"/>
          </p:nvPr>
        </p:nvSpPr>
        <p:spPr>
          <a:xfrm>
            <a:off x="6166050" y="1620375"/>
            <a:ext cx="21402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9" name="Google Shape;219;p33"/>
          <p:cNvSpPr txBox="1"/>
          <p:nvPr>
            <p:ph idx="2" type="title"/>
          </p:nvPr>
        </p:nvSpPr>
        <p:spPr>
          <a:xfrm>
            <a:off x="6166040" y="2678335"/>
            <a:ext cx="21402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0" name="Google Shape;220;p33"/>
          <p:cNvSpPr txBox="1"/>
          <p:nvPr>
            <p:ph idx="3" type="subTitle"/>
          </p:nvPr>
        </p:nvSpPr>
        <p:spPr>
          <a:xfrm>
            <a:off x="6166050" y="3115508"/>
            <a:ext cx="21402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1" name="Google Shape;221;p33"/>
          <p:cNvSpPr txBox="1"/>
          <p:nvPr>
            <p:ph idx="4" type="title"/>
          </p:nvPr>
        </p:nvSpPr>
        <p:spPr>
          <a:xfrm>
            <a:off x="1002325" y="711175"/>
            <a:ext cx="2666700" cy="11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1">
  <p:cSld name="CAPTION_ONLY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4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 txBox="1"/>
          <p:nvPr>
            <p:ph type="title"/>
          </p:nvPr>
        </p:nvSpPr>
        <p:spPr>
          <a:xfrm>
            <a:off x="907470" y="2765032"/>
            <a:ext cx="29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26" name="Google Shape;226;p34"/>
          <p:cNvSpPr txBox="1"/>
          <p:nvPr>
            <p:ph idx="1" type="subTitle"/>
          </p:nvPr>
        </p:nvSpPr>
        <p:spPr>
          <a:xfrm>
            <a:off x="1137850" y="3229817"/>
            <a:ext cx="24570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4"/>
          <p:cNvSpPr txBox="1"/>
          <p:nvPr>
            <p:ph idx="2" type="title"/>
          </p:nvPr>
        </p:nvSpPr>
        <p:spPr>
          <a:xfrm>
            <a:off x="5318730" y="2765032"/>
            <a:ext cx="29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28" name="Google Shape;228;p34"/>
          <p:cNvSpPr txBox="1"/>
          <p:nvPr>
            <p:ph idx="3" type="subTitle"/>
          </p:nvPr>
        </p:nvSpPr>
        <p:spPr>
          <a:xfrm>
            <a:off x="5549120" y="3229817"/>
            <a:ext cx="24570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APTION_ONLY_1_3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5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5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5"/>
          <p:cNvSpPr txBox="1"/>
          <p:nvPr>
            <p:ph type="title"/>
          </p:nvPr>
        </p:nvSpPr>
        <p:spPr>
          <a:xfrm>
            <a:off x="1344124" y="3330950"/>
            <a:ext cx="20445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33" name="Google Shape;233;p35"/>
          <p:cNvSpPr txBox="1"/>
          <p:nvPr>
            <p:ph idx="1" type="subTitle"/>
          </p:nvPr>
        </p:nvSpPr>
        <p:spPr>
          <a:xfrm>
            <a:off x="1344150" y="3693775"/>
            <a:ext cx="2044500" cy="7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4" name="Google Shape;234;p35"/>
          <p:cNvSpPr txBox="1"/>
          <p:nvPr>
            <p:ph idx="2" type="title"/>
          </p:nvPr>
        </p:nvSpPr>
        <p:spPr>
          <a:xfrm>
            <a:off x="5755376" y="3330950"/>
            <a:ext cx="20445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35" name="Google Shape;235;p35"/>
          <p:cNvSpPr txBox="1"/>
          <p:nvPr>
            <p:ph idx="3" type="subTitle"/>
          </p:nvPr>
        </p:nvSpPr>
        <p:spPr>
          <a:xfrm>
            <a:off x="5755375" y="3693775"/>
            <a:ext cx="2044500" cy="7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35"/>
          <p:cNvSpPr txBox="1"/>
          <p:nvPr>
            <p:ph idx="4" type="title"/>
          </p:nvPr>
        </p:nvSpPr>
        <p:spPr>
          <a:xfrm>
            <a:off x="1002325" y="711175"/>
            <a:ext cx="26667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APTION_ONLY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6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6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6"/>
          <p:cNvSpPr txBox="1"/>
          <p:nvPr>
            <p:ph type="title"/>
          </p:nvPr>
        </p:nvSpPr>
        <p:spPr>
          <a:xfrm>
            <a:off x="1687410" y="2127912"/>
            <a:ext cx="1600800" cy="84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41" name="Google Shape;241;p36"/>
          <p:cNvSpPr txBox="1"/>
          <p:nvPr>
            <p:ph idx="1" type="subTitle"/>
          </p:nvPr>
        </p:nvSpPr>
        <p:spPr>
          <a:xfrm>
            <a:off x="1472443" y="3203876"/>
            <a:ext cx="24570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36"/>
          <p:cNvSpPr txBox="1"/>
          <p:nvPr>
            <p:ph idx="2" type="title"/>
          </p:nvPr>
        </p:nvSpPr>
        <p:spPr>
          <a:xfrm>
            <a:off x="5946969" y="2127900"/>
            <a:ext cx="1600800" cy="84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43" name="Google Shape;243;p36"/>
          <p:cNvSpPr txBox="1"/>
          <p:nvPr>
            <p:ph idx="3" type="subTitle"/>
          </p:nvPr>
        </p:nvSpPr>
        <p:spPr>
          <a:xfrm>
            <a:off x="5745267" y="3203876"/>
            <a:ext cx="24570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4" name="Google Shape;244;p36"/>
          <p:cNvSpPr txBox="1"/>
          <p:nvPr>
            <p:ph idx="4" type="title"/>
          </p:nvPr>
        </p:nvSpPr>
        <p:spPr>
          <a:xfrm>
            <a:off x="1002325" y="711175"/>
            <a:ext cx="2517600" cy="9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IG_NUMBER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7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7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7"/>
          <p:cNvSpPr txBox="1"/>
          <p:nvPr>
            <p:ph type="title"/>
          </p:nvPr>
        </p:nvSpPr>
        <p:spPr>
          <a:xfrm>
            <a:off x="1761575" y="711175"/>
            <a:ext cx="56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IG_NUMBER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8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8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8"/>
          <p:cNvSpPr txBox="1"/>
          <p:nvPr>
            <p:ph type="title"/>
          </p:nvPr>
        </p:nvSpPr>
        <p:spPr>
          <a:xfrm>
            <a:off x="2308050" y="711175"/>
            <a:ext cx="452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" name="Google Shape;253;p38"/>
          <p:cNvSpPr txBox="1"/>
          <p:nvPr>
            <p:ph idx="2" type="title"/>
          </p:nvPr>
        </p:nvSpPr>
        <p:spPr>
          <a:xfrm>
            <a:off x="1664325" y="1787225"/>
            <a:ext cx="19089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4" name="Google Shape;254;p38"/>
          <p:cNvSpPr txBox="1"/>
          <p:nvPr>
            <p:ph idx="1" type="subTitle"/>
          </p:nvPr>
        </p:nvSpPr>
        <p:spPr>
          <a:xfrm>
            <a:off x="1664334" y="2148198"/>
            <a:ext cx="1908900" cy="6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5" name="Google Shape;255;p38"/>
          <p:cNvSpPr txBox="1"/>
          <p:nvPr>
            <p:ph idx="3" type="title"/>
          </p:nvPr>
        </p:nvSpPr>
        <p:spPr>
          <a:xfrm>
            <a:off x="3817459" y="1787225"/>
            <a:ext cx="19089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6" name="Google Shape;256;p38"/>
          <p:cNvSpPr txBox="1"/>
          <p:nvPr>
            <p:ph idx="4" type="subTitle"/>
          </p:nvPr>
        </p:nvSpPr>
        <p:spPr>
          <a:xfrm>
            <a:off x="3817468" y="2148198"/>
            <a:ext cx="1908900" cy="6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7" name="Google Shape;257;p38"/>
          <p:cNvSpPr txBox="1"/>
          <p:nvPr>
            <p:ph idx="5" type="title"/>
          </p:nvPr>
        </p:nvSpPr>
        <p:spPr>
          <a:xfrm>
            <a:off x="5970592" y="1787225"/>
            <a:ext cx="19089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38"/>
          <p:cNvSpPr txBox="1"/>
          <p:nvPr>
            <p:ph idx="6" type="subTitle"/>
          </p:nvPr>
        </p:nvSpPr>
        <p:spPr>
          <a:xfrm>
            <a:off x="5970602" y="2148198"/>
            <a:ext cx="1908900" cy="6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9" name="Google Shape;259;p38"/>
          <p:cNvSpPr txBox="1"/>
          <p:nvPr>
            <p:ph idx="7" type="title"/>
          </p:nvPr>
        </p:nvSpPr>
        <p:spPr>
          <a:xfrm>
            <a:off x="1664325" y="3201025"/>
            <a:ext cx="19089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38"/>
          <p:cNvSpPr txBox="1"/>
          <p:nvPr>
            <p:ph idx="8" type="subTitle"/>
          </p:nvPr>
        </p:nvSpPr>
        <p:spPr>
          <a:xfrm>
            <a:off x="1664334" y="3561998"/>
            <a:ext cx="1908900" cy="6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1" name="Google Shape;261;p38"/>
          <p:cNvSpPr txBox="1"/>
          <p:nvPr>
            <p:ph idx="9" type="title"/>
          </p:nvPr>
        </p:nvSpPr>
        <p:spPr>
          <a:xfrm>
            <a:off x="3817459" y="3201025"/>
            <a:ext cx="19089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8"/>
          <p:cNvSpPr txBox="1"/>
          <p:nvPr>
            <p:ph idx="13" type="subTitle"/>
          </p:nvPr>
        </p:nvSpPr>
        <p:spPr>
          <a:xfrm>
            <a:off x="3817468" y="3561998"/>
            <a:ext cx="1908900" cy="6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38"/>
          <p:cNvSpPr txBox="1"/>
          <p:nvPr>
            <p:ph idx="14" type="title"/>
          </p:nvPr>
        </p:nvSpPr>
        <p:spPr>
          <a:xfrm>
            <a:off x="5970592" y="3201025"/>
            <a:ext cx="19089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8"/>
          <p:cNvSpPr txBox="1"/>
          <p:nvPr>
            <p:ph idx="15" type="subTitle"/>
          </p:nvPr>
        </p:nvSpPr>
        <p:spPr>
          <a:xfrm>
            <a:off x="5970602" y="3561998"/>
            <a:ext cx="1908900" cy="6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IG_NUMBER_1_1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9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9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9"/>
          <p:cNvSpPr txBox="1"/>
          <p:nvPr>
            <p:ph type="title"/>
          </p:nvPr>
        </p:nvSpPr>
        <p:spPr>
          <a:xfrm>
            <a:off x="1002325" y="711175"/>
            <a:ext cx="326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39"/>
          <p:cNvSpPr txBox="1"/>
          <p:nvPr>
            <p:ph idx="2" type="title"/>
          </p:nvPr>
        </p:nvSpPr>
        <p:spPr>
          <a:xfrm>
            <a:off x="1782625" y="1406874"/>
            <a:ext cx="19089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0" name="Google Shape;270;p39"/>
          <p:cNvSpPr txBox="1"/>
          <p:nvPr>
            <p:ph idx="1" type="subTitle"/>
          </p:nvPr>
        </p:nvSpPr>
        <p:spPr>
          <a:xfrm>
            <a:off x="1782625" y="1719827"/>
            <a:ext cx="1908900" cy="5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1" name="Google Shape;271;p39"/>
          <p:cNvSpPr txBox="1"/>
          <p:nvPr>
            <p:ph idx="3" type="title"/>
          </p:nvPr>
        </p:nvSpPr>
        <p:spPr>
          <a:xfrm>
            <a:off x="6120353" y="1406874"/>
            <a:ext cx="19089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9"/>
          <p:cNvSpPr txBox="1"/>
          <p:nvPr>
            <p:ph idx="4" type="subTitle"/>
          </p:nvPr>
        </p:nvSpPr>
        <p:spPr>
          <a:xfrm>
            <a:off x="6120370" y="1719827"/>
            <a:ext cx="1908900" cy="5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3" name="Google Shape;273;p39"/>
          <p:cNvSpPr txBox="1"/>
          <p:nvPr>
            <p:ph idx="5" type="title"/>
          </p:nvPr>
        </p:nvSpPr>
        <p:spPr>
          <a:xfrm>
            <a:off x="6120348" y="2473545"/>
            <a:ext cx="1908900" cy="3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39"/>
          <p:cNvSpPr txBox="1"/>
          <p:nvPr>
            <p:ph idx="6" type="subTitle"/>
          </p:nvPr>
        </p:nvSpPr>
        <p:spPr>
          <a:xfrm>
            <a:off x="6120348" y="2787719"/>
            <a:ext cx="19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5" name="Google Shape;275;p39"/>
          <p:cNvSpPr txBox="1"/>
          <p:nvPr>
            <p:ph idx="7" type="title"/>
          </p:nvPr>
        </p:nvSpPr>
        <p:spPr>
          <a:xfrm>
            <a:off x="1782625" y="2473545"/>
            <a:ext cx="1908900" cy="3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39"/>
          <p:cNvSpPr txBox="1"/>
          <p:nvPr>
            <p:ph idx="8" type="subTitle"/>
          </p:nvPr>
        </p:nvSpPr>
        <p:spPr>
          <a:xfrm>
            <a:off x="1782625" y="2787719"/>
            <a:ext cx="19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39"/>
          <p:cNvSpPr txBox="1"/>
          <p:nvPr>
            <p:ph idx="9" type="title"/>
          </p:nvPr>
        </p:nvSpPr>
        <p:spPr>
          <a:xfrm>
            <a:off x="1782625" y="3540220"/>
            <a:ext cx="19089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9"/>
          <p:cNvSpPr txBox="1"/>
          <p:nvPr>
            <p:ph idx="13" type="subTitle"/>
          </p:nvPr>
        </p:nvSpPr>
        <p:spPr>
          <a:xfrm>
            <a:off x="1782625" y="3854394"/>
            <a:ext cx="19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9" name="Google Shape;279;p39"/>
          <p:cNvSpPr txBox="1"/>
          <p:nvPr>
            <p:ph idx="14" type="title"/>
          </p:nvPr>
        </p:nvSpPr>
        <p:spPr>
          <a:xfrm>
            <a:off x="6120374" y="3540220"/>
            <a:ext cx="19089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9"/>
          <p:cNvSpPr txBox="1"/>
          <p:nvPr>
            <p:ph idx="15" type="subTitle"/>
          </p:nvPr>
        </p:nvSpPr>
        <p:spPr>
          <a:xfrm>
            <a:off x="6120374" y="3854394"/>
            <a:ext cx="190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SECTION_TITLE_AND_DESCRIPTION_1_1_3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0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0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0"/>
          <p:cNvSpPr txBox="1"/>
          <p:nvPr>
            <p:ph type="title"/>
          </p:nvPr>
        </p:nvSpPr>
        <p:spPr>
          <a:xfrm>
            <a:off x="1041650" y="1003422"/>
            <a:ext cx="2802600" cy="7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5" name="Google Shape;285;p40"/>
          <p:cNvSpPr txBox="1"/>
          <p:nvPr>
            <p:ph idx="1" type="subTitle"/>
          </p:nvPr>
        </p:nvSpPr>
        <p:spPr>
          <a:xfrm>
            <a:off x="1058450" y="1757352"/>
            <a:ext cx="2769000" cy="13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6" name="Google Shape;28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05240">
            <a:off x="6284102" y="2385388"/>
            <a:ext cx="1961516" cy="229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17625">
            <a:off x="4378962" y="1324630"/>
            <a:ext cx="2803901" cy="281513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/>
        </p:nvSpPr>
        <p:spPr>
          <a:xfrm rot="420963">
            <a:off x="4549033" y="2333911"/>
            <a:ext cx="2308687" cy="14976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CREDITS: This presentation template was created by </a:t>
            </a:r>
            <a:r>
              <a:rPr lang="en" sz="1200">
                <a:solidFill>
                  <a:schemeClr val="dk2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, including icons by </a:t>
            </a:r>
            <a:r>
              <a:rPr lang="en" sz="1200">
                <a:solidFill>
                  <a:schemeClr val="dk2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, and infographics &amp; images by </a:t>
            </a:r>
            <a:r>
              <a:rPr lang="en" sz="1200">
                <a:solidFill>
                  <a:schemeClr val="dk2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. 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APTION_ONLY_1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2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255775" y="186275"/>
            <a:ext cx="8632448" cy="47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SECTION_TITLE_AND_DESCRIPTION_1_1_3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3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3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254425" y="201113"/>
            <a:ext cx="8635148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IG_NUMBER_1_1_2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4"/>
          <p:cNvPicPr preferRelativeResize="0"/>
          <p:nvPr/>
        </p:nvPicPr>
        <p:blipFill rotWithShape="1">
          <a:blip r:embed="rId2">
            <a:alphaModFix amt="28000"/>
          </a:blip>
          <a:srcRect b="39511" l="0" r="0" t="3045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 b="6838" l="0" r="1546" t="0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b="1" sz="2800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02" name="Google Shape;302;p4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1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100" Type="http://schemas.openxmlformats.org/officeDocument/2006/relationships/image" Target="../media/qafza_logo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7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7"/>
          <p:cNvSpPr txBox="1"/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MLOPS</a:t>
            </a:r>
            <a:r>
              <a:rPr lang="en">
                <a:solidFill>
                  <a:schemeClr val="accent2"/>
                </a:solidFill>
              </a:rPr>
              <a:t> FULL CYCLE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09" name="Google Shape;309;p47"/>
          <p:cNvSpPr txBox="1"/>
          <p:nvPr>
            <p:ph idx="1" type="subTitle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2026 / 2027</a:t>
            </a:r>
            <a:r>
              <a:rPr b="0" lang="en"/>
              <a:t> · 12 weeks</a:t>
            </a:r>
            <a:endParaRPr b="0"/>
          </a:p>
        </p:txBody>
      </p:sp>
      <p:sp>
        <p:nvSpPr>
          <p:cNvPr id="310" name="Google Shape;310;p47"/>
          <p:cNvSpPr/>
          <p:nvPr/>
        </p:nvSpPr>
        <p:spPr>
          <a:xfrm>
            <a:off x="2640700" y="2929265"/>
            <a:ext cx="617075" cy="15875"/>
          </a:xfrm>
          <a:custGeom>
            <a:rect b="b" l="l" r="r" t="t"/>
            <a:pathLst>
              <a:path extrusionOk="0" h="635" w="24683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1" name="Google Shape;311;p47"/>
          <p:cNvSpPr/>
          <p:nvPr/>
        </p:nvSpPr>
        <p:spPr>
          <a:xfrm>
            <a:off x="5822625" y="2886561"/>
            <a:ext cx="613650" cy="13775"/>
          </a:xfrm>
          <a:custGeom>
            <a:rect b="b" l="l" r="r" t="t"/>
            <a:pathLst>
              <a:path extrusionOk="0" h="551" w="24546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2" name="Google Shape;312;p47"/>
          <p:cNvSpPr/>
          <p:nvPr/>
        </p:nvSpPr>
        <p:spPr>
          <a:xfrm>
            <a:off x="1889900" y="4413504"/>
            <a:ext cx="992850" cy="102600"/>
          </a:xfrm>
          <a:custGeom>
            <a:rect b="b" l="l" r="r" t="t"/>
            <a:pathLst>
              <a:path extrusionOk="0" h="4104" w="39714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313" name="Google Shape;313;p47"/>
          <p:cNvPicPr preferRelativeResize="0"/>
          <p:nvPr/>
        </p:nvPicPr>
        <p:blipFill rotWithShape="1">
          <a:blip r:embed="rId3">
            <a:alphaModFix/>
          </a:blip>
          <a:srcRect b="21026" l="0" r="8892" t="16970"/>
          <a:stretch/>
        </p:blipFill>
        <p:spPr>
          <a:xfrm>
            <a:off x="6539175" y="3603223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7"/>
          <p:cNvPicPr preferRelativeResize="0"/>
          <p:nvPr/>
        </p:nvPicPr>
        <p:blipFill rotWithShape="1">
          <a:blip r:embed="rId4">
            <a:alphaModFix/>
          </a:blip>
          <a:srcRect b="18301" l="0" r="8892" t="16735"/>
          <a:stretch/>
        </p:blipFill>
        <p:spPr>
          <a:xfrm>
            <a:off x="6539175" y="3055100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Qafza Tech Logo"/>
          <p:cNvPicPr preferRelativeResize="0"/>
          <p:nvPr/>
        </p:nvPicPr>
        <p:blipFill>
          <a:blip r:embed="rId100"/>
          <a:stretch>
            <a:fillRect/>
          </a:stretch>
        </p:blipFill>
        <p:spPr>
          <a:xfrm>
            <a:off x="6035040" y="749808"/>
            <a:ext cx="960120" cy="7498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idx="8"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Four Zones</a:t>
            </a:r>
            <a:endParaRPr/>
          </a:p>
        </p:txBody>
      </p:sp>
      <p:sp>
        <p:nvSpPr>
          <p:cNvPr id="327" name="Google Shape;327;p49"/>
          <p:cNvSpPr/>
          <p:nvPr/>
        </p:nvSpPr>
        <p:spPr>
          <a:xfrm>
            <a:off x="7639575" y="711175"/>
            <a:ext cx="674863" cy="488424"/>
          </a:xfrm>
          <a:custGeom>
            <a:rect b="b" l="l" r="r" t="t"/>
            <a:pathLst>
              <a:path extrusionOk="0" h="25582" w="35347">
                <a:moveTo>
                  <a:pt x="32086" y="1331"/>
                </a:moveTo>
                <a:cubicBezTo>
                  <a:pt x="32060" y="1725"/>
                  <a:pt x="32014" y="2116"/>
                  <a:pt x="31884" y="2511"/>
                </a:cubicBezTo>
                <a:cubicBezTo>
                  <a:pt x="31710" y="3037"/>
                  <a:pt x="31422" y="3448"/>
                  <a:pt x="31140" y="3873"/>
                </a:cubicBezTo>
                <a:lnTo>
                  <a:pt x="31140" y="3875"/>
                </a:lnTo>
                <a:cubicBezTo>
                  <a:pt x="31045" y="3802"/>
                  <a:pt x="30957" y="3717"/>
                  <a:pt x="30879" y="3626"/>
                </a:cubicBezTo>
                <a:cubicBezTo>
                  <a:pt x="30960" y="3537"/>
                  <a:pt x="31004" y="3420"/>
                  <a:pt x="31004" y="3300"/>
                </a:cubicBezTo>
                <a:cubicBezTo>
                  <a:pt x="31012" y="2456"/>
                  <a:pt x="31170" y="1364"/>
                  <a:pt x="32086" y="1331"/>
                </a:cubicBezTo>
                <a:close/>
                <a:moveTo>
                  <a:pt x="33448" y="2151"/>
                </a:moveTo>
                <a:lnTo>
                  <a:pt x="33448" y="2151"/>
                </a:lnTo>
                <a:cubicBezTo>
                  <a:pt x="33674" y="2664"/>
                  <a:pt x="33586" y="3318"/>
                  <a:pt x="33167" y="3795"/>
                </a:cubicBezTo>
                <a:cubicBezTo>
                  <a:pt x="33046" y="3933"/>
                  <a:pt x="32896" y="4044"/>
                  <a:pt x="32729" y="4118"/>
                </a:cubicBezTo>
                <a:cubicBezTo>
                  <a:pt x="33098" y="3528"/>
                  <a:pt x="33326" y="2819"/>
                  <a:pt x="33448" y="2151"/>
                </a:cubicBezTo>
                <a:close/>
                <a:moveTo>
                  <a:pt x="32524" y="1387"/>
                </a:moveTo>
                <a:cubicBezTo>
                  <a:pt x="32540" y="1390"/>
                  <a:pt x="32555" y="1392"/>
                  <a:pt x="32571" y="1397"/>
                </a:cubicBezTo>
                <a:cubicBezTo>
                  <a:pt x="32884" y="1486"/>
                  <a:pt x="33123" y="1661"/>
                  <a:pt x="33289" y="1878"/>
                </a:cubicBezTo>
                <a:cubicBezTo>
                  <a:pt x="33081" y="2445"/>
                  <a:pt x="32804" y="2943"/>
                  <a:pt x="32503" y="3432"/>
                </a:cubicBezTo>
                <a:cubicBezTo>
                  <a:pt x="32416" y="3432"/>
                  <a:pt x="32336" y="3480"/>
                  <a:pt x="32295" y="3557"/>
                </a:cubicBezTo>
                <a:cubicBezTo>
                  <a:pt x="32169" y="3777"/>
                  <a:pt x="32049" y="4000"/>
                  <a:pt x="31925" y="4221"/>
                </a:cubicBezTo>
                <a:cubicBezTo>
                  <a:pt x="31817" y="4204"/>
                  <a:pt x="31712" y="4175"/>
                  <a:pt x="31611" y="4138"/>
                </a:cubicBezTo>
                <a:cubicBezTo>
                  <a:pt x="32171" y="3413"/>
                  <a:pt x="32513" y="2340"/>
                  <a:pt x="32524" y="1387"/>
                </a:cubicBezTo>
                <a:close/>
                <a:moveTo>
                  <a:pt x="9407" y="5159"/>
                </a:moveTo>
                <a:cubicBezTo>
                  <a:pt x="10187" y="6580"/>
                  <a:pt x="10603" y="7882"/>
                  <a:pt x="10645" y="9398"/>
                </a:cubicBezTo>
                <a:cubicBezTo>
                  <a:pt x="10279" y="9775"/>
                  <a:pt x="9939" y="10175"/>
                  <a:pt x="9627" y="10596"/>
                </a:cubicBezTo>
                <a:lnTo>
                  <a:pt x="9626" y="10596"/>
                </a:lnTo>
                <a:cubicBezTo>
                  <a:pt x="9570" y="10548"/>
                  <a:pt x="9511" y="10506"/>
                  <a:pt x="9457" y="10455"/>
                </a:cubicBezTo>
                <a:cubicBezTo>
                  <a:pt x="8958" y="9988"/>
                  <a:pt x="8631" y="9478"/>
                  <a:pt x="8445" y="8950"/>
                </a:cubicBezTo>
                <a:cubicBezTo>
                  <a:pt x="8239" y="7563"/>
                  <a:pt x="8522" y="6110"/>
                  <a:pt x="9407" y="5159"/>
                </a:cubicBezTo>
                <a:close/>
                <a:moveTo>
                  <a:pt x="14031" y="4662"/>
                </a:moveTo>
                <a:lnTo>
                  <a:pt x="14031" y="4662"/>
                </a:lnTo>
                <a:cubicBezTo>
                  <a:pt x="15409" y="5488"/>
                  <a:pt x="16195" y="7133"/>
                  <a:pt x="15661" y="8877"/>
                </a:cubicBezTo>
                <a:lnTo>
                  <a:pt x="15659" y="8877"/>
                </a:lnTo>
                <a:cubicBezTo>
                  <a:pt x="15430" y="9624"/>
                  <a:pt x="15018" y="10217"/>
                  <a:pt x="14503" y="10657"/>
                </a:cubicBezTo>
                <a:cubicBezTo>
                  <a:pt x="15162" y="8733"/>
                  <a:pt x="15142" y="6226"/>
                  <a:pt x="14031" y="4662"/>
                </a:cubicBezTo>
                <a:close/>
                <a:moveTo>
                  <a:pt x="12255" y="4111"/>
                </a:moveTo>
                <a:lnTo>
                  <a:pt x="12255" y="4111"/>
                </a:lnTo>
                <a:cubicBezTo>
                  <a:pt x="12734" y="4141"/>
                  <a:pt x="13204" y="4257"/>
                  <a:pt x="13641" y="4456"/>
                </a:cubicBezTo>
                <a:cubicBezTo>
                  <a:pt x="13946" y="5706"/>
                  <a:pt x="14445" y="6784"/>
                  <a:pt x="14438" y="8128"/>
                </a:cubicBezTo>
                <a:cubicBezTo>
                  <a:pt x="14433" y="9221"/>
                  <a:pt x="14153" y="10170"/>
                  <a:pt x="13778" y="11136"/>
                </a:cubicBezTo>
                <a:lnTo>
                  <a:pt x="13777" y="11136"/>
                </a:lnTo>
                <a:cubicBezTo>
                  <a:pt x="13579" y="11237"/>
                  <a:pt x="13371" y="11320"/>
                  <a:pt x="13158" y="11383"/>
                </a:cubicBezTo>
                <a:cubicBezTo>
                  <a:pt x="13508" y="10596"/>
                  <a:pt x="13480" y="9389"/>
                  <a:pt x="13480" y="8738"/>
                </a:cubicBezTo>
                <a:cubicBezTo>
                  <a:pt x="13481" y="7105"/>
                  <a:pt x="13101" y="5512"/>
                  <a:pt x="12255" y="4111"/>
                </a:cubicBezTo>
                <a:close/>
                <a:moveTo>
                  <a:pt x="10574" y="4370"/>
                </a:moveTo>
                <a:cubicBezTo>
                  <a:pt x="11032" y="5394"/>
                  <a:pt x="11434" y="6425"/>
                  <a:pt x="11654" y="7535"/>
                </a:cubicBezTo>
                <a:cubicBezTo>
                  <a:pt x="11731" y="7917"/>
                  <a:pt x="12221" y="10964"/>
                  <a:pt x="11674" y="11503"/>
                </a:cubicBezTo>
                <a:cubicBezTo>
                  <a:pt x="11256" y="11451"/>
                  <a:pt x="10850" y="11331"/>
                  <a:pt x="10471" y="11147"/>
                </a:cubicBezTo>
                <a:cubicBezTo>
                  <a:pt x="10513" y="11076"/>
                  <a:pt x="10551" y="11003"/>
                  <a:pt x="10593" y="10933"/>
                </a:cubicBezTo>
                <a:cubicBezTo>
                  <a:pt x="10613" y="10979"/>
                  <a:pt x="10666" y="11005"/>
                  <a:pt x="10718" y="11005"/>
                </a:cubicBezTo>
                <a:cubicBezTo>
                  <a:pt x="10776" y="11005"/>
                  <a:pt x="10833" y="10974"/>
                  <a:pt x="10849" y="10909"/>
                </a:cubicBezTo>
                <a:cubicBezTo>
                  <a:pt x="10901" y="10692"/>
                  <a:pt x="10939" y="10473"/>
                  <a:pt x="10966" y="10253"/>
                </a:cubicBezTo>
                <a:cubicBezTo>
                  <a:pt x="11086" y="10020"/>
                  <a:pt x="11201" y="9789"/>
                  <a:pt x="11304" y="9554"/>
                </a:cubicBezTo>
                <a:cubicBezTo>
                  <a:pt x="11399" y="9337"/>
                  <a:pt x="11239" y="9113"/>
                  <a:pt x="11045" y="9113"/>
                </a:cubicBezTo>
                <a:cubicBezTo>
                  <a:pt x="11035" y="9113"/>
                  <a:pt x="11025" y="9113"/>
                  <a:pt x="11016" y="9115"/>
                </a:cubicBezTo>
                <a:cubicBezTo>
                  <a:pt x="10959" y="7642"/>
                  <a:pt x="10449" y="6136"/>
                  <a:pt x="9532" y="5039"/>
                </a:cubicBezTo>
                <a:cubicBezTo>
                  <a:pt x="9833" y="4751"/>
                  <a:pt x="10187" y="4523"/>
                  <a:pt x="10574" y="4370"/>
                </a:cubicBezTo>
                <a:close/>
                <a:moveTo>
                  <a:pt x="12017" y="4105"/>
                </a:moveTo>
                <a:cubicBezTo>
                  <a:pt x="12017" y="4115"/>
                  <a:pt x="12020" y="4125"/>
                  <a:pt x="12023" y="4134"/>
                </a:cubicBezTo>
                <a:cubicBezTo>
                  <a:pt x="12459" y="5230"/>
                  <a:pt x="12828" y="6325"/>
                  <a:pt x="12963" y="7502"/>
                </a:cubicBezTo>
                <a:cubicBezTo>
                  <a:pt x="13008" y="7897"/>
                  <a:pt x="13034" y="10935"/>
                  <a:pt x="12588" y="11499"/>
                </a:cubicBezTo>
                <a:lnTo>
                  <a:pt x="12586" y="11499"/>
                </a:lnTo>
                <a:cubicBezTo>
                  <a:pt x="12468" y="11513"/>
                  <a:pt x="12349" y="11524"/>
                  <a:pt x="12230" y="11527"/>
                </a:cubicBezTo>
                <a:cubicBezTo>
                  <a:pt x="12489" y="10895"/>
                  <a:pt x="12334" y="9818"/>
                  <a:pt x="12313" y="9394"/>
                </a:cubicBezTo>
                <a:cubicBezTo>
                  <a:pt x="12224" y="7606"/>
                  <a:pt x="11756" y="5824"/>
                  <a:pt x="10864" y="4269"/>
                </a:cubicBezTo>
                <a:cubicBezTo>
                  <a:pt x="11115" y="4193"/>
                  <a:pt x="11375" y="4142"/>
                  <a:pt x="11637" y="4117"/>
                </a:cubicBezTo>
                <a:cubicBezTo>
                  <a:pt x="11766" y="4105"/>
                  <a:pt x="11891" y="4105"/>
                  <a:pt x="12017" y="4105"/>
                </a:cubicBezTo>
                <a:close/>
                <a:moveTo>
                  <a:pt x="25741" y="16319"/>
                </a:moveTo>
                <a:cubicBezTo>
                  <a:pt x="26033" y="16319"/>
                  <a:pt x="26325" y="16353"/>
                  <a:pt x="26608" y="16425"/>
                </a:cubicBezTo>
                <a:cubicBezTo>
                  <a:pt x="26757" y="16463"/>
                  <a:pt x="26903" y="16513"/>
                  <a:pt x="27044" y="16574"/>
                </a:cubicBezTo>
                <a:cubicBezTo>
                  <a:pt x="28124" y="17916"/>
                  <a:pt x="26413" y="20133"/>
                  <a:pt x="25036" y="20799"/>
                </a:cubicBezTo>
                <a:cubicBezTo>
                  <a:pt x="24616" y="21002"/>
                  <a:pt x="24156" y="21111"/>
                  <a:pt x="23701" y="21111"/>
                </a:cubicBezTo>
                <a:cubicBezTo>
                  <a:pt x="23171" y="21111"/>
                  <a:pt x="22648" y="20963"/>
                  <a:pt x="22200" y="20645"/>
                </a:cubicBezTo>
                <a:cubicBezTo>
                  <a:pt x="21851" y="20398"/>
                  <a:pt x="21618" y="20077"/>
                  <a:pt x="21492" y="19731"/>
                </a:cubicBezTo>
                <a:cubicBezTo>
                  <a:pt x="21476" y="19396"/>
                  <a:pt x="21503" y="19061"/>
                  <a:pt x="21572" y="18733"/>
                </a:cubicBezTo>
                <a:cubicBezTo>
                  <a:pt x="21617" y="18728"/>
                  <a:pt x="21662" y="18715"/>
                  <a:pt x="21702" y="18694"/>
                </a:cubicBezTo>
                <a:cubicBezTo>
                  <a:pt x="22164" y="18440"/>
                  <a:pt x="22446" y="18033"/>
                  <a:pt x="22768" y="17649"/>
                </a:cubicBezTo>
                <a:cubicBezTo>
                  <a:pt x="23416" y="18221"/>
                  <a:pt x="24064" y="18791"/>
                  <a:pt x="24704" y="19359"/>
                </a:cubicBezTo>
                <a:cubicBezTo>
                  <a:pt x="24857" y="19496"/>
                  <a:pt x="25027" y="19554"/>
                  <a:pt x="25190" y="19554"/>
                </a:cubicBezTo>
                <a:cubicBezTo>
                  <a:pt x="25767" y="19554"/>
                  <a:pt x="26268" y="18836"/>
                  <a:pt x="25734" y="18328"/>
                </a:cubicBezTo>
                <a:cubicBezTo>
                  <a:pt x="25166" y="17789"/>
                  <a:pt x="24597" y="17246"/>
                  <a:pt x="24027" y="16699"/>
                </a:cubicBezTo>
                <a:cubicBezTo>
                  <a:pt x="24563" y="16456"/>
                  <a:pt x="25153" y="16319"/>
                  <a:pt x="25741" y="16319"/>
                </a:cubicBezTo>
                <a:close/>
                <a:moveTo>
                  <a:pt x="27895" y="17098"/>
                </a:moveTo>
                <a:cubicBezTo>
                  <a:pt x="28227" y="17383"/>
                  <a:pt x="28508" y="17724"/>
                  <a:pt x="28723" y="18106"/>
                </a:cubicBezTo>
                <a:cubicBezTo>
                  <a:pt x="28458" y="19552"/>
                  <a:pt x="27924" y="20816"/>
                  <a:pt x="26655" y="21718"/>
                </a:cubicBezTo>
                <a:cubicBezTo>
                  <a:pt x="25884" y="22266"/>
                  <a:pt x="25025" y="22582"/>
                  <a:pt x="24076" y="22639"/>
                </a:cubicBezTo>
                <a:cubicBezTo>
                  <a:pt x="24017" y="22642"/>
                  <a:pt x="23950" y="22644"/>
                  <a:pt x="23875" y="22644"/>
                </a:cubicBezTo>
                <a:cubicBezTo>
                  <a:pt x="23571" y="22644"/>
                  <a:pt x="23149" y="22613"/>
                  <a:pt x="22716" y="22526"/>
                </a:cubicBezTo>
                <a:cubicBezTo>
                  <a:pt x="22231" y="22010"/>
                  <a:pt x="21886" y="21431"/>
                  <a:pt x="21690" y="20830"/>
                </a:cubicBezTo>
                <a:lnTo>
                  <a:pt x="21690" y="20830"/>
                </a:lnTo>
                <a:cubicBezTo>
                  <a:pt x="22236" y="21348"/>
                  <a:pt x="23021" y="21617"/>
                  <a:pt x="23774" y="21617"/>
                </a:cubicBezTo>
                <a:cubicBezTo>
                  <a:pt x="23888" y="21617"/>
                  <a:pt x="24001" y="21610"/>
                  <a:pt x="24112" y="21598"/>
                </a:cubicBezTo>
                <a:cubicBezTo>
                  <a:pt x="25882" y="21400"/>
                  <a:pt x="28208" y="18898"/>
                  <a:pt x="27895" y="17098"/>
                </a:cubicBezTo>
                <a:close/>
                <a:moveTo>
                  <a:pt x="4132" y="21347"/>
                </a:moveTo>
                <a:lnTo>
                  <a:pt x="4132" y="21347"/>
                </a:lnTo>
                <a:cubicBezTo>
                  <a:pt x="4450" y="21713"/>
                  <a:pt x="4661" y="22218"/>
                  <a:pt x="4648" y="22688"/>
                </a:cubicBezTo>
                <a:cubicBezTo>
                  <a:pt x="4476" y="22239"/>
                  <a:pt x="4293" y="21798"/>
                  <a:pt x="4132" y="21347"/>
                </a:cubicBezTo>
                <a:close/>
                <a:moveTo>
                  <a:pt x="2094" y="22062"/>
                </a:moveTo>
                <a:cubicBezTo>
                  <a:pt x="2166" y="22580"/>
                  <a:pt x="2241" y="23104"/>
                  <a:pt x="2354" y="23612"/>
                </a:cubicBezTo>
                <a:cubicBezTo>
                  <a:pt x="2209" y="23502"/>
                  <a:pt x="2084" y="23367"/>
                  <a:pt x="1985" y="23213"/>
                </a:cubicBezTo>
                <a:cubicBezTo>
                  <a:pt x="1858" y="23010"/>
                  <a:pt x="1761" y="22723"/>
                  <a:pt x="1712" y="22412"/>
                </a:cubicBezTo>
                <a:cubicBezTo>
                  <a:pt x="1816" y="22378"/>
                  <a:pt x="1908" y="22323"/>
                  <a:pt x="1972" y="22248"/>
                </a:cubicBezTo>
                <a:cubicBezTo>
                  <a:pt x="2019" y="22190"/>
                  <a:pt x="2059" y="22128"/>
                  <a:pt x="2094" y="22062"/>
                </a:cubicBezTo>
                <a:close/>
                <a:moveTo>
                  <a:pt x="29081" y="18929"/>
                </a:moveTo>
                <a:lnTo>
                  <a:pt x="29081" y="18930"/>
                </a:lnTo>
                <a:cubicBezTo>
                  <a:pt x="29363" y="19840"/>
                  <a:pt x="29336" y="20848"/>
                  <a:pt x="28921" y="21706"/>
                </a:cubicBezTo>
                <a:cubicBezTo>
                  <a:pt x="28288" y="23017"/>
                  <a:pt x="26888" y="23727"/>
                  <a:pt x="25492" y="23727"/>
                </a:cubicBezTo>
                <a:cubicBezTo>
                  <a:pt x="24668" y="23727"/>
                  <a:pt x="23846" y="23480"/>
                  <a:pt x="23183" y="22963"/>
                </a:cubicBezTo>
                <a:lnTo>
                  <a:pt x="23183" y="22963"/>
                </a:lnTo>
                <a:cubicBezTo>
                  <a:pt x="23552" y="23022"/>
                  <a:pt x="23905" y="23051"/>
                  <a:pt x="24198" y="23051"/>
                </a:cubicBezTo>
                <a:cubicBezTo>
                  <a:pt x="24347" y="23051"/>
                  <a:pt x="24480" y="23044"/>
                  <a:pt x="24592" y="23029"/>
                </a:cubicBezTo>
                <a:cubicBezTo>
                  <a:pt x="26773" y="22734"/>
                  <a:pt x="28616" y="21040"/>
                  <a:pt x="29081" y="18929"/>
                </a:cubicBezTo>
                <a:close/>
                <a:moveTo>
                  <a:pt x="3135" y="20825"/>
                </a:moveTo>
                <a:cubicBezTo>
                  <a:pt x="3311" y="20825"/>
                  <a:pt x="3491" y="20875"/>
                  <a:pt x="3656" y="20961"/>
                </a:cubicBezTo>
                <a:cubicBezTo>
                  <a:pt x="3657" y="20976"/>
                  <a:pt x="3661" y="20993"/>
                  <a:pt x="3663" y="21009"/>
                </a:cubicBezTo>
                <a:cubicBezTo>
                  <a:pt x="3656" y="21030"/>
                  <a:pt x="3647" y="21051"/>
                  <a:pt x="3641" y="21072"/>
                </a:cubicBezTo>
                <a:cubicBezTo>
                  <a:pt x="3621" y="21137"/>
                  <a:pt x="3651" y="21196"/>
                  <a:pt x="3697" y="21233"/>
                </a:cubicBezTo>
                <a:cubicBezTo>
                  <a:pt x="3821" y="21992"/>
                  <a:pt x="4033" y="22752"/>
                  <a:pt x="4420" y="23383"/>
                </a:cubicBezTo>
                <a:cubicBezTo>
                  <a:pt x="4377" y="23441"/>
                  <a:pt x="4329" y="23494"/>
                  <a:pt x="4277" y="23544"/>
                </a:cubicBezTo>
                <a:lnTo>
                  <a:pt x="4276" y="23544"/>
                </a:lnTo>
                <a:cubicBezTo>
                  <a:pt x="4147" y="23661"/>
                  <a:pt x="3999" y="23755"/>
                  <a:pt x="3838" y="23822"/>
                </a:cubicBezTo>
                <a:cubicBezTo>
                  <a:pt x="3681" y="23377"/>
                  <a:pt x="3463" y="22951"/>
                  <a:pt x="3325" y="22494"/>
                </a:cubicBezTo>
                <a:cubicBezTo>
                  <a:pt x="3162" y="21951"/>
                  <a:pt x="3080" y="21394"/>
                  <a:pt x="2974" y="20839"/>
                </a:cubicBezTo>
                <a:cubicBezTo>
                  <a:pt x="3027" y="20830"/>
                  <a:pt x="3081" y="20825"/>
                  <a:pt x="3135" y="20825"/>
                </a:cubicBezTo>
                <a:close/>
                <a:moveTo>
                  <a:pt x="2618" y="21003"/>
                </a:moveTo>
                <a:lnTo>
                  <a:pt x="2618" y="21003"/>
                </a:lnTo>
                <a:cubicBezTo>
                  <a:pt x="2610" y="21938"/>
                  <a:pt x="2832" y="23104"/>
                  <a:pt x="3325" y="23932"/>
                </a:cubicBezTo>
                <a:cubicBezTo>
                  <a:pt x="3310" y="23933"/>
                  <a:pt x="3294" y="23933"/>
                  <a:pt x="3278" y="23933"/>
                </a:cubicBezTo>
                <a:cubicBezTo>
                  <a:pt x="3134" y="23933"/>
                  <a:pt x="2991" y="23913"/>
                  <a:pt x="2853" y="23872"/>
                </a:cubicBezTo>
                <a:cubicBezTo>
                  <a:pt x="2744" y="23067"/>
                  <a:pt x="2516" y="22253"/>
                  <a:pt x="2314" y="21464"/>
                </a:cubicBezTo>
                <a:cubicBezTo>
                  <a:pt x="2350" y="21361"/>
                  <a:pt x="2400" y="21260"/>
                  <a:pt x="2462" y="21169"/>
                </a:cubicBezTo>
                <a:cubicBezTo>
                  <a:pt x="2506" y="21107"/>
                  <a:pt x="2558" y="21051"/>
                  <a:pt x="2618" y="21003"/>
                </a:cubicBezTo>
                <a:close/>
                <a:moveTo>
                  <a:pt x="32126" y="1"/>
                </a:moveTo>
                <a:cubicBezTo>
                  <a:pt x="31323" y="1"/>
                  <a:pt x="30546" y="369"/>
                  <a:pt x="30075" y="1049"/>
                </a:cubicBezTo>
                <a:cubicBezTo>
                  <a:pt x="29894" y="1313"/>
                  <a:pt x="29762" y="1606"/>
                  <a:pt x="29685" y="1915"/>
                </a:cubicBezTo>
                <a:cubicBezTo>
                  <a:pt x="29466" y="2456"/>
                  <a:pt x="29447" y="3070"/>
                  <a:pt x="29668" y="3630"/>
                </a:cubicBezTo>
                <a:cubicBezTo>
                  <a:pt x="29978" y="4415"/>
                  <a:pt x="30637" y="4960"/>
                  <a:pt x="31382" y="5195"/>
                </a:cubicBezTo>
                <a:cubicBezTo>
                  <a:pt x="30546" y="6732"/>
                  <a:pt x="29755" y="8294"/>
                  <a:pt x="29009" y="9878"/>
                </a:cubicBezTo>
                <a:cubicBezTo>
                  <a:pt x="28225" y="11546"/>
                  <a:pt x="27286" y="13351"/>
                  <a:pt x="26770" y="15158"/>
                </a:cubicBezTo>
                <a:cubicBezTo>
                  <a:pt x="26431" y="15086"/>
                  <a:pt x="26084" y="15051"/>
                  <a:pt x="25737" y="15051"/>
                </a:cubicBezTo>
                <a:cubicBezTo>
                  <a:pt x="25060" y="15051"/>
                  <a:pt x="24380" y="15183"/>
                  <a:pt x="23751" y="15430"/>
                </a:cubicBezTo>
                <a:cubicBezTo>
                  <a:pt x="23471" y="15476"/>
                  <a:pt x="23197" y="15553"/>
                  <a:pt x="22935" y="15660"/>
                </a:cubicBezTo>
                <a:cubicBezTo>
                  <a:pt x="20905" y="13737"/>
                  <a:pt x="18830" y="11837"/>
                  <a:pt x="16633" y="10158"/>
                </a:cubicBezTo>
                <a:cubicBezTo>
                  <a:pt x="16751" y="9931"/>
                  <a:pt x="16852" y="9696"/>
                  <a:pt x="16936" y="9456"/>
                </a:cubicBezTo>
                <a:cubicBezTo>
                  <a:pt x="18116" y="5988"/>
                  <a:pt x="15474" y="2670"/>
                  <a:pt x="12008" y="2670"/>
                </a:cubicBezTo>
                <a:cubicBezTo>
                  <a:pt x="11713" y="2670"/>
                  <a:pt x="11413" y="2694"/>
                  <a:pt x="11109" y="2743"/>
                </a:cubicBezTo>
                <a:cubicBezTo>
                  <a:pt x="7757" y="3292"/>
                  <a:pt x="5808" y="7543"/>
                  <a:pt x="7713" y="10306"/>
                </a:cubicBezTo>
                <a:cubicBezTo>
                  <a:pt x="7866" y="10571"/>
                  <a:pt x="8043" y="10822"/>
                  <a:pt x="8242" y="11054"/>
                </a:cubicBezTo>
                <a:cubicBezTo>
                  <a:pt x="8437" y="11277"/>
                  <a:pt x="8650" y="11485"/>
                  <a:pt x="8877" y="11673"/>
                </a:cubicBezTo>
                <a:cubicBezTo>
                  <a:pt x="8169" y="12760"/>
                  <a:pt x="7533" y="13914"/>
                  <a:pt x="6898" y="14949"/>
                </a:cubicBezTo>
                <a:cubicBezTo>
                  <a:pt x="6032" y="16364"/>
                  <a:pt x="5044" y="17822"/>
                  <a:pt x="4317" y="19357"/>
                </a:cubicBezTo>
                <a:cubicBezTo>
                  <a:pt x="3940" y="19175"/>
                  <a:pt x="3537" y="19084"/>
                  <a:pt x="3136" y="19084"/>
                </a:cubicBezTo>
                <a:cubicBezTo>
                  <a:pt x="2551" y="19084"/>
                  <a:pt x="1971" y="19278"/>
                  <a:pt x="1493" y="19666"/>
                </a:cubicBezTo>
                <a:cubicBezTo>
                  <a:pt x="1421" y="19724"/>
                  <a:pt x="1353" y="19788"/>
                  <a:pt x="1288" y="19853"/>
                </a:cubicBezTo>
                <a:cubicBezTo>
                  <a:pt x="1005" y="19986"/>
                  <a:pt x="760" y="20189"/>
                  <a:pt x="578" y="20442"/>
                </a:cubicBezTo>
                <a:cubicBezTo>
                  <a:pt x="3" y="21266"/>
                  <a:pt x="0" y="22476"/>
                  <a:pt x="318" y="23394"/>
                </a:cubicBezTo>
                <a:cubicBezTo>
                  <a:pt x="793" y="24766"/>
                  <a:pt x="2029" y="25582"/>
                  <a:pt x="3317" y="25582"/>
                </a:cubicBezTo>
                <a:cubicBezTo>
                  <a:pt x="3993" y="25582"/>
                  <a:pt x="4683" y="25357"/>
                  <a:pt x="5286" y="24870"/>
                </a:cubicBezTo>
                <a:cubicBezTo>
                  <a:pt x="6926" y="23545"/>
                  <a:pt x="6474" y="21038"/>
                  <a:pt x="4975" y="19786"/>
                </a:cubicBezTo>
                <a:cubicBezTo>
                  <a:pt x="5861" y="18451"/>
                  <a:pt x="6601" y="16991"/>
                  <a:pt x="7440" y="15647"/>
                </a:cubicBezTo>
                <a:cubicBezTo>
                  <a:pt x="8141" y="14525"/>
                  <a:pt x="8983" y="13408"/>
                  <a:pt x="9754" y="12263"/>
                </a:cubicBezTo>
                <a:cubicBezTo>
                  <a:pt x="10515" y="12669"/>
                  <a:pt x="11345" y="12866"/>
                  <a:pt x="12168" y="12866"/>
                </a:cubicBezTo>
                <a:cubicBezTo>
                  <a:pt x="13591" y="12866"/>
                  <a:pt x="14989" y="12276"/>
                  <a:pt x="15959" y="11158"/>
                </a:cubicBezTo>
                <a:cubicBezTo>
                  <a:pt x="17703" y="13071"/>
                  <a:pt x="19638" y="14863"/>
                  <a:pt x="21595" y="16608"/>
                </a:cubicBezTo>
                <a:cubicBezTo>
                  <a:pt x="20579" y="17737"/>
                  <a:pt x="20201" y="19474"/>
                  <a:pt x="20622" y="21087"/>
                </a:cubicBezTo>
                <a:cubicBezTo>
                  <a:pt x="20529" y="21504"/>
                  <a:pt x="20700" y="21849"/>
                  <a:pt x="21021" y="22127"/>
                </a:cubicBezTo>
                <a:cubicBezTo>
                  <a:pt x="21030" y="22145"/>
                  <a:pt x="21037" y="22162"/>
                  <a:pt x="21047" y="22181"/>
                </a:cubicBezTo>
                <a:cubicBezTo>
                  <a:pt x="21464" y="22969"/>
                  <a:pt x="22080" y="23635"/>
                  <a:pt x="22834" y="24112"/>
                </a:cubicBezTo>
                <a:cubicBezTo>
                  <a:pt x="23111" y="24337"/>
                  <a:pt x="23434" y="24500"/>
                  <a:pt x="23779" y="24592"/>
                </a:cubicBezTo>
                <a:cubicBezTo>
                  <a:pt x="24377" y="24820"/>
                  <a:pt x="25014" y="24938"/>
                  <a:pt x="25653" y="24938"/>
                </a:cubicBezTo>
                <a:cubicBezTo>
                  <a:pt x="26938" y="24938"/>
                  <a:pt x="28232" y="24460"/>
                  <a:pt x="29242" y="23441"/>
                </a:cubicBezTo>
                <a:cubicBezTo>
                  <a:pt x="31489" y="21171"/>
                  <a:pt x="30665" y="17008"/>
                  <a:pt x="27890" y="15554"/>
                </a:cubicBezTo>
                <a:cubicBezTo>
                  <a:pt x="27687" y="15450"/>
                  <a:pt x="27477" y="15363"/>
                  <a:pt x="27260" y="15293"/>
                </a:cubicBezTo>
                <a:cubicBezTo>
                  <a:pt x="28160" y="13554"/>
                  <a:pt x="28800" y="11634"/>
                  <a:pt x="29632" y="9868"/>
                </a:cubicBezTo>
                <a:cubicBezTo>
                  <a:pt x="30359" y="8325"/>
                  <a:pt x="31134" y="6808"/>
                  <a:pt x="31942" y="5308"/>
                </a:cubicBezTo>
                <a:cubicBezTo>
                  <a:pt x="32029" y="5316"/>
                  <a:pt x="32117" y="5321"/>
                  <a:pt x="32204" y="5321"/>
                </a:cubicBezTo>
                <a:cubicBezTo>
                  <a:pt x="32892" y="5321"/>
                  <a:pt x="33575" y="5053"/>
                  <a:pt x="34071" y="4464"/>
                </a:cubicBezTo>
                <a:cubicBezTo>
                  <a:pt x="35347" y="2948"/>
                  <a:pt x="34697" y="521"/>
                  <a:pt x="32711" y="67"/>
                </a:cubicBezTo>
                <a:cubicBezTo>
                  <a:pt x="32517" y="22"/>
                  <a:pt x="32320" y="1"/>
                  <a:pt x="32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9"/>
          <p:cNvSpPr/>
          <p:nvPr/>
        </p:nvSpPr>
        <p:spPr>
          <a:xfrm>
            <a:off x="7125750" y="544900"/>
            <a:ext cx="564034" cy="445373"/>
          </a:xfrm>
          <a:custGeom>
            <a:rect b="b" l="l" r="r" t="t"/>
            <a:pathLst>
              <a:path extrusionOk="0" h="30811" w="39020">
                <a:moveTo>
                  <a:pt x="30681" y="3474"/>
                </a:moveTo>
                <a:cubicBezTo>
                  <a:pt x="32090" y="5955"/>
                  <a:pt x="33478" y="8448"/>
                  <a:pt x="34883" y="10930"/>
                </a:cubicBezTo>
                <a:cubicBezTo>
                  <a:pt x="35369" y="11788"/>
                  <a:pt x="35855" y="12647"/>
                  <a:pt x="36340" y="13505"/>
                </a:cubicBezTo>
                <a:cubicBezTo>
                  <a:pt x="34784" y="12409"/>
                  <a:pt x="33095" y="11459"/>
                  <a:pt x="31412" y="10597"/>
                </a:cubicBezTo>
                <a:cubicBezTo>
                  <a:pt x="29978" y="9864"/>
                  <a:pt x="28301" y="8917"/>
                  <a:pt x="26670" y="8527"/>
                </a:cubicBezTo>
                <a:cubicBezTo>
                  <a:pt x="27959" y="6807"/>
                  <a:pt x="29296" y="5122"/>
                  <a:pt x="30681" y="3474"/>
                </a:cubicBezTo>
                <a:close/>
                <a:moveTo>
                  <a:pt x="29411" y="1254"/>
                </a:moveTo>
                <a:cubicBezTo>
                  <a:pt x="29708" y="1768"/>
                  <a:pt x="30001" y="2286"/>
                  <a:pt x="30296" y="2802"/>
                </a:cubicBezTo>
                <a:cubicBezTo>
                  <a:pt x="30250" y="2825"/>
                  <a:pt x="30209" y="2858"/>
                  <a:pt x="30176" y="2898"/>
                </a:cubicBezTo>
                <a:cubicBezTo>
                  <a:pt x="28464" y="4922"/>
                  <a:pt x="26824" y="7005"/>
                  <a:pt x="25256" y="9144"/>
                </a:cubicBezTo>
                <a:cubicBezTo>
                  <a:pt x="24435" y="10273"/>
                  <a:pt x="23639" y="11420"/>
                  <a:pt x="22870" y="12586"/>
                </a:cubicBezTo>
                <a:cubicBezTo>
                  <a:pt x="22370" y="13341"/>
                  <a:pt x="21985" y="14172"/>
                  <a:pt x="21048" y="14438"/>
                </a:cubicBezTo>
                <a:cubicBezTo>
                  <a:pt x="20343" y="14637"/>
                  <a:pt x="19521" y="14657"/>
                  <a:pt x="18799" y="14757"/>
                </a:cubicBezTo>
                <a:cubicBezTo>
                  <a:pt x="15724" y="15183"/>
                  <a:pt x="12643" y="15575"/>
                  <a:pt x="9548" y="15813"/>
                </a:cubicBezTo>
                <a:cubicBezTo>
                  <a:pt x="6956" y="16012"/>
                  <a:pt x="4377" y="15977"/>
                  <a:pt x="1788" y="16009"/>
                </a:cubicBezTo>
                <a:cubicBezTo>
                  <a:pt x="1837" y="15879"/>
                  <a:pt x="1855" y="15736"/>
                  <a:pt x="1816" y="15615"/>
                </a:cubicBezTo>
                <a:cubicBezTo>
                  <a:pt x="1798" y="15556"/>
                  <a:pt x="1778" y="15497"/>
                  <a:pt x="1759" y="15438"/>
                </a:cubicBezTo>
                <a:cubicBezTo>
                  <a:pt x="1745" y="15392"/>
                  <a:pt x="1726" y="15347"/>
                  <a:pt x="1703" y="15306"/>
                </a:cubicBezTo>
                <a:cubicBezTo>
                  <a:pt x="10986" y="10717"/>
                  <a:pt x="20120" y="5833"/>
                  <a:pt x="29411" y="1254"/>
                </a:cubicBezTo>
                <a:close/>
                <a:moveTo>
                  <a:pt x="26395" y="8892"/>
                </a:moveTo>
                <a:cubicBezTo>
                  <a:pt x="28004" y="9838"/>
                  <a:pt x="29911" y="10434"/>
                  <a:pt x="31549" y="11326"/>
                </a:cubicBezTo>
                <a:cubicBezTo>
                  <a:pt x="33390" y="12329"/>
                  <a:pt x="35083" y="13505"/>
                  <a:pt x="36814" y="14674"/>
                </a:cubicBezTo>
                <a:cubicBezTo>
                  <a:pt x="36810" y="14693"/>
                  <a:pt x="36810" y="14712"/>
                  <a:pt x="36805" y="14732"/>
                </a:cubicBezTo>
                <a:cubicBezTo>
                  <a:pt x="36673" y="15199"/>
                  <a:pt x="36153" y="15305"/>
                  <a:pt x="35745" y="15521"/>
                </a:cubicBezTo>
                <a:cubicBezTo>
                  <a:pt x="33939" y="16469"/>
                  <a:pt x="32140" y="17429"/>
                  <a:pt x="30339" y="18384"/>
                </a:cubicBezTo>
                <a:lnTo>
                  <a:pt x="10312" y="29005"/>
                </a:lnTo>
                <a:cubicBezTo>
                  <a:pt x="10650" y="26988"/>
                  <a:pt x="10593" y="24814"/>
                  <a:pt x="10861" y="22800"/>
                </a:cubicBezTo>
                <a:cubicBezTo>
                  <a:pt x="11148" y="20642"/>
                  <a:pt x="11717" y="18486"/>
                  <a:pt x="11935" y="16319"/>
                </a:cubicBezTo>
                <a:cubicBezTo>
                  <a:pt x="14570" y="16042"/>
                  <a:pt x="17185" y="15652"/>
                  <a:pt x="19712" y="15320"/>
                </a:cubicBezTo>
                <a:cubicBezTo>
                  <a:pt x="20602" y="15204"/>
                  <a:pt x="21612" y="15215"/>
                  <a:pt x="22318" y="14591"/>
                </a:cubicBezTo>
                <a:cubicBezTo>
                  <a:pt x="23239" y="13777"/>
                  <a:pt x="23839" y="12448"/>
                  <a:pt x="24543" y="11446"/>
                </a:cubicBezTo>
                <a:cubicBezTo>
                  <a:pt x="25149" y="10585"/>
                  <a:pt x="25769" y="9736"/>
                  <a:pt x="26395" y="8892"/>
                </a:cubicBezTo>
                <a:close/>
                <a:moveTo>
                  <a:pt x="11565" y="16355"/>
                </a:moveTo>
                <a:cubicBezTo>
                  <a:pt x="10848" y="18447"/>
                  <a:pt x="10590" y="20799"/>
                  <a:pt x="10286" y="22960"/>
                </a:cubicBezTo>
                <a:cubicBezTo>
                  <a:pt x="10010" y="24932"/>
                  <a:pt x="9540" y="27177"/>
                  <a:pt x="9673" y="29206"/>
                </a:cubicBezTo>
                <a:cubicBezTo>
                  <a:pt x="8215" y="27203"/>
                  <a:pt x="6825" y="25154"/>
                  <a:pt x="5529" y="23041"/>
                </a:cubicBezTo>
                <a:cubicBezTo>
                  <a:pt x="4815" y="21877"/>
                  <a:pt x="4127" y="20697"/>
                  <a:pt x="3466" y="19503"/>
                </a:cubicBezTo>
                <a:cubicBezTo>
                  <a:pt x="3136" y="18907"/>
                  <a:pt x="2811" y="18305"/>
                  <a:pt x="2495" y="17701"/>
                </a:cubicBezTo>
                <a:cubicBezTo>
                  <a:pt x="2372" y="17469"/>
                  <a:pt x="2008" y="16935"/>
                  <a:pt x="1782" y="16461"/>
                </a:cubicBezTo>
                <a:lnTo>
                  <a:pt x="1782" y="16461"/>
                </a:lnTo>
                <a:cubicBezTo>
                  <a:pt x="3104" y="16615"/>
                  <a:pt x="4445" y="16680"/>
                  <a:pt x="5796" y="16680"/>
                </a:cubicBezTo>
                <a:cubicBezTo>
                  <a:pt x="7709" y="16680"/>
                  <a:pt x="9641" y="16549"/>
                  <a:pt x="11565" y="16355"/>
                </a:cubicBezTo>
                <a:close/>
                <a:moveTo>
                  <a:pt x="29638" y="1"/>
                </a:moveTo>
                <a:cubicBezTo>
                  <a:pt x="29542" y="1"/>
                  <a:pt x="29444" y="23"/>
                  <a:pt x="29354" y="67"/>
                </a:cubicBezTo>
                <a:cubicBezTo>
                  <a:pt x="19808" y="4672"/>
                  <a:pt x="10218" y="9366"/>
                  <a:pt x="1071" y="14724"/>
                </a:cubicBezTo>
                <a:cubicBezTo>
                  <a:pt x="965" y="14785"/>
                  <a:pt x="908" y="14870"/>
                  <a:pt x="886" y="14959"/>
                </a:cubicBezTo>
                <a:cubicBezTo>
                  <a:pt x="700" y="14987"/>
                  <a:pt x="517" y="15082"/>
                  <a:pt x="443" y="15256"/>
                </a:cubicBezTo>
                <a:cubicBezTo>
                  <a:pt x="1" y="16298"/>
                  <a:pt x="752" y="17207"/>
                  <a:pt x="1237" y="18139"/>
                </a:cubicBezTo>
                <a:cubicBezTo>
                  <a:pt x="1987" y="19577"/>
                  <a:pt x="2773" y="20994"/>
                  <a:pt x="3599" y="22390"/>
                </a:cubicBezTo>
                <a:cubicBezTo>
                  <a:pt x="5248" y="25185"/>
                  <a:pt x="7051" y="27880"/>
                  <a:pt x="8980" y="30488"/>
                </a:cubicBezTo>
                <a:cubicBezTo>
                  <a:pt x="9128" y="30689"/>
                  <a:pt x="9332" y="30810"/>
                  <a:pt x="9556" y="30810"/>
                </a:cubicBezTo>
                <a:cubicBezTo>
                  <a:pt x="9661" y="30810"/>
                  <a:pt x="9771" y="30783"/>
                  <a:pt x="9882" y="30724"/>
                </a:cubicBezTo>
                <a:lnTo>
                  <a:pt x="33215" y="18348"/>
                </a:lnTo>
                <a:cubicBezTo>
                  <a:pt x="34116" y="17871"/>
                  <a:pt x="35016" y="17394"/>
                  <a:pt x="35917" y="16917"/>
                </a:cubicBezTo>
                <a:cubicBezTo>
                  <a:pt x="36568" y="16569"/>
                  <a:pt x="37474" y="16245"/>
                  <a:pt x="37968" y="15675"/>
                </a:cubicBezTo>
                <a:cubicBezTo>
                  <a:pt x="39019" y="14464"/>
                  <a:pt x="37236" y="12516"/>
                  <a:pt x="36631" y="11474"/>
                </a:cubicBezTo>
                <a:cubicBezTo>
                  <a:pt x="34460" y="7732"/>
                  <a:pt x="32244" y="4018"/>
                  <a:pt x="30100" y="262"/>
                </a:cubicBezTo>
                <a:cubicBezTo>
                  <a:pt x="29998" y="84"/>
                  <a:pt x="29822" y="1"/>
                  <a:pt x="296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9"/>
          <p:cNvSpPr txBox="1"/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</a:rPr>
              <a:t>01 Understand</a:t>
            </a:r>
            <a:endParaRPr/>
          </a:p>
        </p:txBody>
      </p:sp>
      <p:sp>
        <p:nvSpPr>
          <p:cNvPr id="330" name="Google Shape;330;p49"/>
          <p:cNvSpPr txBox="1"/>
          <p:nvPr>
            <p:ph idx="1" type="subTitle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 · Business · Product · Problem</a:t>
            </a:r>
            <a:endParaRPr/>
          </a:p>
        </p:txBody>
      </p:sp>
      <p:sp>
        <p:nvSpPr>
          <p:cNvPr id="331" name="Google Shape;331;p49"/>
          <p:cNvSpPr txBox="1"/>
          <p:nvPr>
            <p:ph idx="2" type="title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</a:rPr>
              <a:t>02 Data</a:t>
            </a:r>
            <a:endParaRPr/>
          </a:p>
        </p:txBody>
      </p:sp>
      <p:sp>
        <p:nvSpPr>
          <p:cNvPr id="332" name="Google Shape;332;p49"/>
          <p:cNvSpPr txBox="1"/>
          <p:nvPr>
            <p:ph idx="3" type="subTitle"/>
          </p:nvPr>
        </p:nvSpPr>
        <p:spPr>
          <a:xfrm>
            <a:off x="5340612" y="2161275"/>
            <a:ext cx="28740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Collection · EDA · Labeling · Cleaning</a:t>
            </a:r>
            <a:endParaRPr/>
          </a:p>
        </p:txBody>
      </p:sp>
      <p:sp>
        <p:nvSpPr>
          <p:cNvPr id="333" name="Google Shape;333;p49"/>
          <p:cNvSpPr txBox="1"/>
          <p:nvPr>
            <p:ph idx="4" type="title"/>
          </p:nvPr>
        </p:nvSpPr>
        <p:spPr>
          <a:xfrm>
            <a:off x="907470" y="3221098"/>
            <a:ext cx="29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</a:rPr>
              <a:t>03 Model</a:t>
            </a:r>
            <a:endParaRPr/>
          </a:p>
        </p:txBody>
      </p:sp>
      <p:sp>
        <p:nvSpPr>
          <p:cNvPr id="334" name="Google Shape;334;p49"/>
          <p:cNvSpPr txBox="1"/>
          <p:nvPr>
            <p:ph idx="5" type="subTitle"/>
          </p:nvPr>
        </p:nvSpPr>
        <p:spPr>
          <a:xfrm>
            <a:off x="929350" y="3685875"/>
            <a:ext cx="28740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Baseline · Training · Tuning · Metrics</a:t>
            </a:r>
            <a:endParaRPr/>
          </a:p>
        </p:txBody>
      </p:sp>
      <p:sp>
        <p:nvSpPr>
          <p:cNvPr id="335" name="Google Shape;335;p49"/>
          <p:cNvSpPr txBox="1"/>
          <p:nvPr>
            <p:ph idx="6" type="title"/>
          </p:nvPr>
        </p:nvSpPr>
        <p:spPr>
          <a:xfrm>
            <a:off x="5318730" y="3221098"/>
            <a:ext cx="29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</a:rPr>
              <a:t>04 Production</a:t>
            </a:r>
            <a:endParaRPr/>
          </a:p>
        </p:txBody>
      </p:sp>
      <p:sp>
        <p:nvSpPr>
          <p:cNvPr id="336" name="Google Shape;336;p49"/>
          <p:cNvSpPr txBox="1"/>
          <p:nvPr>
            <p:ph idx="7" type="subTitle"/>
          </p:nvPr>
        </p:nvSpPr>
        <p:spPr>
          <a:xfrm>
            <a:off x="5340612" y="3685874"/>
            <a:ext cx="28740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Deploy · Monitor · Retrain · Feedback</a:t>
            </a:r>
            <a:endParaRPr/>
          </a:p>
        </p:txBody>
      </p:sp>
      <p:pic>
        <p:nvPicPr>
          <p:cNvPr id="337" name="Google Shape;337;p49"/>
          <p:cNvPicPr preferRelativeResize="0"/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flipH="1" rot="-8782544">
            <a:off x="2490549" y="1039473"/>
            <a:ext cx="1124399" cy="510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7"/>
          <p:cNvSpPr txBox="1"/>
          <p:nvPr>
            <p:ph idx="8" type="title"/>
          </p:nvPr>
        </p:nvSpPr>
        <p:spPr>
          <a:xfrm>
            <a:off x="1002325" y="711181"/>
            <a:ext cx="306324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</a:t>
            </a:r>
            <a:endParaRPr/>
          </a:p>
        </p:txBody>
      </p:sp>
      <p:sp>
        <p:nvSpPr>
          <p:cNvPr id="429" name="Google Shape;429;p57"/>
          <p:cNvSpPr/>
          <p:nvPr/>
        </p:nvSpPr>
        <p:spPr>
          <a:xfrm>
            <a:off x="3520525" y="2390625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7"/>
          <p:cNvSpPr/>
          <p:nvPr/>
        </p:nvSpPr>
        <p:spPr>
          <a:xfrm>
            <a:off x="5312158" y="2390625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1" name="Google Shape;43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7">
            <a:off x="7428349" y="264518"/>
            <a:ext cx="1323877" cy="154781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32" name="Google Shape;432;p57"/>
          <p:cNvSpPr txBox="1"/>
          <p:nvPr>
            <p:ph idx="4" type="title"/>
          </p:nvPr>
        </p:nvSpPr>
        <p:spPr>
          <a:xfrm rot="-695454">
            <a:off x="7649152" y="969396"/>
            <a:ext cx="1019797" cy="614007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Anonymous Pro"/>
                <a:ea typeface="Anonymous Pro"/>
                <a:cs typeface="Anonymous Pro"/>
                <a:sym typeface="Anonymous Pro"/>
              </a:rPr>
              <a:t>Zone 01</a:t>
            </a:r>
            <a:endParaRPr sz="1600">
              <a:solidFill>
                <a:schemeClr val="dk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grpSp>
        <p:nvGrpSpPr>
          <p:cNvPr id="433" name="Google Shape;433;p57"/>
          <p:cNvGrpSpPr/>
          <p:nvPr/>
        </p:nvGrpSpPr>
        <p:grpSpPr>
          <a:xfrm>
            <a:off x="7664560" y="910185"/>
            <a:ext cx="272906" cy="434118"/>
            <a:chOff x="1312450" y="4093350"/>
            <a:chExt cx="685350" cy="1090200"/>
          </a:xfrm>
        </p:grpSpPr>
        <p:sp>
          <p:nvSpPr>
            <p:cNvPr id="434" name="Google Shape;434;p57"/>
            <p:cNvSpPr/>
            <p:nvPr/>
          </p:nvSpPr>
          <p:spPr>
            <a:xfrm>
              <a:off x="1312450" y="4093350"/>
              <a:ext cx="685350" cy="1090200"/>
            </a:xfrm>
            <a:custGeom>
              <a:rect b="b" l="l" r="r" t="t"/>
              <a:pathLst>
                <a:path extrusionOk="0" h="43608" w="27414">
                  <a:moveTo>
                    <a:pt x="5201" y="10009"/>
                  </a:moveTo>
                  <a:lnTo>
                    <a:pt x="5201" y="10009"/>
                  </a:lnTo>
                  <a:cubicBezTo>
                    <a:pt x="5040" y="10996"/>
                    <a:pt x="5002" y="11987"/>
                    <a:pt x="5102" y="12937"/>
                  </a:cubicBezTo>
                  <a:cubicBezTo>
                    <a:pt x="5170" y="13571"/>
                    <a:pt x="5297" y="14196"/>
                    <a:pt x="5478" y="14807"/>
                  </a:cubicBezTo>
                  <a:cubicBezTo>
                    <a:pt x="4743" y="13294"/>
                    <a:pt x="4728" y="11634"/>
                    <a:pt x="5201" y="10009"/>
                  </a:cubicBezTo>
                  <a:close/>
                  <a:moveTo>
                    <a:pt x="15811" y="1265"/>
                  </a:moveTo>
                  <a:cubicBezTo>
                    <a:pt x="20541" y="1265"/>
                    <a:pt x="25145" y="5101"/>
                    <a:pt x="25884" y="9796"/>
                  </a:cubicBezTo>
                  <a:cubicBezTo>
                    <a:pt x="26649" y="14663"/>
                    <a:pt x="23581" y="19908"/>
                    <a:pt x="18734" y="21156"/>
                  </a:cubicBezTo>
                  <a:lnTo>
                    <a:pt x="18733" y="21156"/>
                  </a:lnTo>
                  <a:cubicBezTo>
                    <a:pt x="17919" y="21366"/>
                    <a:pt x="17082" y="21467"/>
                    <a:pt x="16245" y="21467"/>
                  </a:cubicBezTo>
                  <a:cubicBezTo>
                    <a:pt x="12150" y="21467"/>
                    <a:pt x="8059" y="19044"/>
                    <a:pt x="6641" y="15088"/>
                  </a:cubicBezTo>
                  <a:cubicBezTo>
                    <a:pt x="5469" y="11816"/>
                    <a:pt x="6172" y="7764"/>
                    <a:pt x="8270" y="4955"/>
                  </a:cubicBezTo>
                  <a:cubicBezTo>
                    <a:pt x="9623" y="3549"/>
                    <a:pt x="11222" y="2430"/>
                    <a:pt x="12774" y="1829"/>
                  </a:cubicBezTo>
                  <a:cubicBezTo>
                    <a:pt x="13408" y="1665"/>
                    <a:pt x="14061" y="1582"/>
                    <a:pt x="14715" y="1582"/>
                  </a:cubicBezTo>
                  <a:cubicBezTo>
                    <a:pt x="14773" y="1582"/>
                    <a:pt x="14831" y="1582"/>
                    <a:pt x="14889" y="1584"/>
                  </a:cubicBezTo>
                  <a:cubicBezTo>
                    <a:pt x="14890" y="1584"/>
                    <a:pt x="14891" y="1584"/>
                    <a:pt x="14891" y="1584"/>
                  </a:cubicBezTo>
                  <a:cubicBezTo>
                    <a:pt x="15042" y="1584"/>
                    <a:pt x="15084" y="1340"/>
                    <a:pt x="14936" y="1309"/>
                  </a:cubicBezTo>
                  <a:cubicBezTo>
                    <a:pt x="15228" y="1279"/>
                    <a:pt x="15519" y="1265"/>
                    <a:pt x="15811" y="1265"/>
                  </a:cubicBezTo>
                  <a:close/>
                  <a:moveTo>
                    <a:pt x="11744" y="28418"/>
                  </a:moveTo>
                  <a:lnTo>
                    <a:pt x="11744" y="28418"/>
                  </a:lnTo>
                  <a:cubicBezTo>
                    <a:pt x="12408" y="28787"/>
                    <a:pt x="13268" y="28878"/>
                    <a:pt x="14064" y="28978"/>
                  </a:cubicBezTo>
                  <a:cubicBezTo>
                    <a:pt x="13489" y="31053"/>
                    <a:pt x="12936" y="33136"/>
                    <a:pt x="12378" y="35217"/>
                  </a:cubicBezTo>
                  <a:lnTo>
                    <a:pt x="12377" y="35217"/>
                  </a:lnTo>
                  <a:lnTo>
                    <a:pt x="11752" y="37548"/>
                  </a:lnTo>
                  <a:cubicBezTo>
                    <a:pt x="11436" y="37515"/>
                    <a:pt x="11118" y="37500"/>
                    <a:pt x="10804" y="37432"/>
                  </a:cubicBezTo>
                  <a:cubicBezTo>
                    <a:pt x="10450" y="37354"/>
                    <a:pt x="10108" y="37230"/>
                    <a:pt x="9772" y="37098"/>
                  </a:cubicBezTo>
                  <a:cubicBezTo>
                    <a:pt x="9899" y="36422"/>
                    <a:pt x="10035" y="35749"/>
                    <a:pt x="10185" y="35077"/>
                  </a:cubicBezTo>
                  <a:cubicBezTo>
                    <a:pt x="10425" y="33999"/>
                    <a:pt x="10695" y="32928"/>
                    <a:pt x="10992" y="31864"/>
                  </a:cubicBezTo>
                  <a:cubicBezTo>
                    <a:pt x="11305" y="30745"/>
                    <a:pt x="11807" y="29661"/>
                    <a:pt x="11760" y="28491"/>
                  </a:cubicBezTo>
                  <a:cubicBezTo>
                    <a:pt x="11757" y="28467"/>
                    <a:pt x="11752" y="28442"/>
                    <a:pt x="11744" y="28418"/>
                  </a:cubicBezTo>
                  <a:close/>
                  <a:moveTo>
                    <a:pt x="9701" y="37483"/>
                  </a:moveTo>
                  <a:cubicBezTo>
                    <a:pt x="10246" y="37833"/>
                    <a:pt x="10942" y="38077"/>
                    <a:pt x="11595" y="38077"/>
                  </a:cubicBezTo>
                  <a:cubicBezTo>
                    <a:pt x="11600" y="38077"/>
                    <a:pt x="11605" y="38077"/>
                    <a:pt x="11609" y="38077"/>
                  </a:cubicBezTo>
                  <a:lnTo>
                    <a:pt x="11609" y="38077"/>
                  </a:lnTo>
                  <a:cubicBezTo>
                    <a:pt x="11580" y="38193"/>
                    <a:pt x="11549" y="38311"/>
                    <a:pt x="11517" y="38428"/>
                  </a:cubicBezTo>
                  <a:lnTo>
                    <a:pt x="11517" y="38427"/>
                  </a:lnTo>
                  <a:cubicBezTo>
                    <a:pt x="11470" y="38603"/>
                    <a:pt x="11418" y="38860"/>
                    <a:pt x="11359" y="39156"/>
                  </a:cubicBezTo>
                  <a:cubicBezTo>
                    <a:pt x="11204" y="39085"/>
                    <a:pt x="11033" y="39072"/>
                    <a:pt x="10858" y="39072"/>
                  </a:cubicBezTo>
                  <a:cubicBezTo>
                    <a:pt x="10752" y="39072"/>
                    <a:pt x="10645" y="39077"/>
                    <a:pt x="10540" y="39077"/>
                  </a:cubicBezTo>
                  <a:cubicBezTo>
                    <a:pt x="10481" y="39077"/>
                    <a:pt x="10423" y="39075"/>
                    <a:pt x="10366" y="39070"/>
                  </a:cubicBezTo>
                  <a:cubicBezTo>
                    <a:pt x="10056" y="39046"/>
                    <a:pt x="9752" y="38970"/>
                    <a:pt x="9446" y="38922"/>
                  </a:cubicBezTo>
                  <a:cubicBezTo>
                    <a:pt x="9465" y="38818"/>
                    <a:pt x="9482" y="38724"/>
                    <a:pt x="9492" y="38655"/>
                  </a:cubicBezTo>
                  <a:cubicBezTo>
                    <a:pt x="9556" y="38264"/>
                    <a:pt x="9631" y="37874"/>
                    <a:pt x="9701" y="37483"/>
                  </a:cubicBezTo>
                  <a:close/>
                  <a:moveTo>
                    <a:pt x="9371" y="39374"/>
                  </a:moveTo>
                  <a:cubicBezTo>
                    <a:pt x="9633" y="39480"/>
                    <a:pt x="9916" y="39543"/>
                    <a:pt x="10196" y="39580"/>
                  </a:cubicBezTo>
                  <a:cubicBezTo>
                    <a:pt x="10388" y="39606"/>
                    <a:pt x="10607" y="39642"/>
                    <a:pt x="10819" y="39642"/>
                  </a:cubicBezTo>
                  <a:cubicBezTo>
                    <a:pt x="10980" y="39642"/>
                    <a:pt x="11137" y="39622"/>
                    <a:pt x="11275" y="39560"/>
                  </a:cubicBezTo>
                  <a:lnTo>
                    <a:pt x="11275" y="39560"/>
                  </a:lnTo>
                  <a:cubicBezTo>
                    <a:pt x="11189" y="39985"/>
                    <a:pt x="11082" y="40437"/>
                    <a:pt x="10950" y="40815"/>
                  </a:cubicBezTo>
                  <a:cubicBezTo>
                    <a:pt x="10924" y="40814"/>
                    <a:pt x="10899" y="40814"/>
                    <a:pt x="10873" y="40814"/>
                  </a:cubicBezTo>
                  <a:cubicBezTo>
                    <a:pt x="10639" y="40814"/>
                    <a:pt x="10398" y="40862"/>
                    <a:pt x="10159" y="40862"/>
                  </a:cubicBezTo>
                  <a:cubicBezTo>
                    <a:pt x="10125" y="40862"/>
                    <a:pt x="10090" y="40861"/>
                    <a:pt x="10056" y="40859"/>
                  </a:cubicBezTo>
                  <a:cubicBezTo>
                    <a:pt x="9795" y="40841"/>
                    <a:pt x="9538" y="40801"/>
                    <a:pt x="9284" y="40736"/>
                  </a:cubicBezTo>
                  <a:cubicBezTo>
                    <a:pt x="9251" y="40301"/>
                    <a:pt x="9306" y="39796"/>
                    <a:pt x="9371" y="39374"/>
                  </a:cubicBezTo>
                  <a:close/>
                  <a:moveTo>
                    <a:pt x="9402" y="41289"/>
                  </a:moveTo>
                  <a:lnTo>
                    <a:pt x="9402" y="41289"/>
                  </a:lnTo>
                  <a:cubicBezTo>
                    <a:pt x="9559" y="41334"/>
                    <a:pt x="9718" y="41367"/>
                    <a:pt x="9881" y="41388"/>
                  </a:cubicBezTo>
                  <a:cubicBezTo>
                    <a:pt x="10049" y="41410"/>
                    <a:pt x="10255" y="41433"/>
                    <a:pt x="10462" y="41433"/>
                  </a:cubicBezTo>
                  <a:cubicBezTo>
                    <a:pt x="10528" y="41433"/>
                    <a:pt x="10593" y="41431"/>
                    <a:pt x="10658" y="41426"/>
                  </a:cubicBezTo>
                  <a:lnTo>
                    <a:pt x="10658" y="41426"/>
                  </a:lnTo>
                  <a:cubicBezTo>
                    <a:pt x="10569" y="41553"/>
                    <a:pt x="10471" y="41645"/>
                    <a:pt x="10362" y="41677"/>
                  </a:cubicBezTo>
                  <a:cubicBezTo>
                    <a:pt x="10234" y="41715"/>
                    <a:pt x="10121" y="41733"/>
                    <a:pt x="10020" y="41733"/>
                  </a:cubicBezTo>
                  <a:cubicBezTo>
                    <a:pt x="9703" y="41733"/>
                    <a:pt x="9511" y="41557"/>
                    <a:pt x="9402" y="41289"/>
                  </a:cubicBezTo>
                  <a:close/>
                  <a:moveTo>
                    <a:pt x="15893" y="1"/>
                  </a:moveTo>
                  <a:cubicBezTo>
                    <a:pt x="15395" y="1"/>
                    <a:pt x="14894" y="37"/>
                    <a:pt x="14392" y="112"/>
                  </a:cubicBezTo>
                  <a:cubicBezTo>
                    <a:pt x="8294" y="1027"/>
                    <a:pt x="1" y="10835"/>
                    <a:pt x="5909" y="16358"/>
                  </a:cubicBezTo>
                  <a:cubicBezTo>
                    <a:pt x="5961" y="16407"/>
                    <a:pt x="6017" y="16426"/>
                    <a:pt x="6069" y="16426"/>
                  </a:cubicBezTo>
                  <a:cubicBezTo>
                    <a:pt x="6083" y="16426"/>
                    <a:pt x="6096" y="16425"/>
                    <a:pt x="6110" y="16423"/>
                  </a:cubicBezTo>
                  <a:cubicBezTo>
                    <a:pt x="7517" y="19288"/>
                    <a:pt x="10185" y="21363"/>
                    <a:pt x="13288" y="22188"/>
                  </a:cubicBezTo>
                  <a:cubicBezTo>
                    <a:pt x="12902" y="23062"/>
                    <a:pt x="12749" y="24055"/>
                    <a:pt x="12540" y="24979"/>
                  </a:cubicBezTo>
                  <a:cubicBezTo>
                    <a:pt x="12385" y="25662"/>
                    <a:pt x="12080" y="26433"/>
                    <a:pt x="12061" y="27162"/>
                  </a:cubicBezTo>
                  <a:cubicBezTo>
                    <a:pt x="11762" y="27201"/>
                    <a:pt x="11473" y="27285"/>
                    <a:pt x="11204" y="27442"/>
                  </a:cubicBezTo>
                  <a:cubicBezTo>
                    <a:pt x="11018" y="27550"/>
                    <a:pt x="11015" y="27777"/>
                    <a:pt x="11142" y="27928"/>
                  </a:cubicBezTo>
                  <a:cubicBezTo>
                    <a:pt x="11145" y="27935"/>
                    <a:pt x="11150" y="27938"/>
                    <a:pt x="11155" y="27944"/>
                  </a:cubicBezTo>
                  <a:cubicBezTo>
                    <a:pt x="11028" y="27948"/>
                    <a:pt x="10910" y="28008"/>
                    <a:pt x="10832" y="28108"/>
                  </a:cubicBezTo>
                  <a:cubicBezTo>
                    <a:pt x="9928" y="29229"/>
                    <a:pt x="9683" y="30715"/>
                    <a:pt x="9312" y="32089"/>
                  </a:cubicBezTo>
                  <a:cubicBezTo>
                    <a:pt x="8852" y="33796"/>
                    <a:pt x="8465" y="35519"/>
                    <a:pt x="8149" y="37259"/>
                  </a:cubicBezTo>
                  <a:cubicBezTo>
                    <a:pt x="7935" y="38433"/>
                    <a:pt x="7369" y="40158"/>
                    <a:pt x="7613" y="41356"/>
                  </a:cubicBezTo>
                  <a:cubicBezTo>
                    <a:pt x="7832" y="42434"/>
                    <a:pt x="8920" y="43013"/>
                    <a:pt x="9873" y="43417"/>
                  </a:cubicBezTo>
                  <a:cubicBezTo>
                    <a:pt x="10183" y="43548"/>
                    <a:pt x="10458" y="43608"/>
                    <a:pt x="10702" y="43608"/>
                  </a:cubicBezTo>
                  <a:cubicBezTo>
                    <a:pt x="12509" y="43608"/>
                    <a:pt x="12630" y="40342"/>
                    <a:pt x="13029" y="38845"/>
                  </a:cubicBezTo>
                  <a:cubicBezTo>
                    <a:pt x="13941" y="35420"/>
                    <a:pt x="14878" y="31999"/>
                    <a:pt x="15749" y="28562"/>
                  </a:cubicBezTo>
                  <a:cubicBezTo>
                    <a:pt x="15842" y="28197"/>
                    <a:pt x="15632" y="27698"/>
                    <a:pt x="15220" y="27630"/>
                  </a:cubicBezTo>
                  <a:cubicBezTo>
                    <a:pt x="14854" y="27569"/>
                    <a:pt x="14466" y="27473"/>
                    <a:pt x="14071" y="27380"/>
                  </a:cubicBezTo>
                  <a:cubicBezTo>
                    <a:pt x="14478" y="25797"/>
                    <a:pt x="14896" y="24136"/>
                    <a:pt x="15010" y="22508"/>
                  </a:cubicBezTo>
                  <a:cubicBezTo>
                    <a:pt x="15443" y="22557"/>
                    <a:pt x="15877" y="22582"/>
                    <a:pt x="16312" y="22582"/>
                  </a:cubicBezTo>
                  <a:cubicBezTo>
                    <a:pt x="16645" y="22582"/>
                    <a:pt x="16978" y="22568"/>
                    <a:pt x="17310" y="22539"/>
                  </a:cubicBezTo>
                  <a:cubicBezTo>
                    <a:pt x="23190" y="22007"/>
                    <a:pt x="27413" y="16567"/>
                    <a:pt x="27170" y="10774"/>
                  </a:cubicBezTo>
                  <a:cubicBezTo>
                    <a:pt x="26925" y="4930"/>
                    <a:pt x="21682" y="1"/>
                    <a:pt x="15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57"/>
            <p:cNvSpPr/>
            <p:nvPr/>
          </p:nvSpPr>
          <p:spPr>
            <a:xfrm>
              <a:off x="1477975" y="4161250"/>
              <a:ext cx="487250" cy="450450"/>
            </a:xfrm>
            <a:custGeom>
              <a:rect b="b" l="l" r="r" t="t"/>
              <a:pathLst>
                <a:path extrusionOk="0" h="18018" w="19490">
                  <a:moveTo>
                    <a:pt x="1614" y="7205"/>
                  </a:moveTo>
                  <a:cubicBezTo>
                    <a:pt x="1122" y="9193"/>
                    <a:pt x="1161" y="11265"/>
                    <a:pt x="1871" y="12865"/>
                  </a:cubicBezTo>
                  <a:cubicBezTo>
                    <a:pt x="1911" y="12957"/>
                    <a:pt x="1956" y="13046"/>
                    <a:pt x="2001" y="13135"/>
                  </a:cubicBezTo>
                  <a:cubicBezTo>
                    <a:pt x="1442" y="12197"/>
                    <a:pt x="1127" y="11132"/>
                    <a:pt x="1088" y="10040"/>
                  </a:cubicBezTo>
                  <a:cubicBezTo>
                    <a:pt x="1052" y="9061"/>
                    <a:pt x="1251" y="8105"/>
                    <a:pt x="1614" y="7205"/>
                  </a:cubicBezTo>
                  <a:close/>
                  <a:moveTo>
                    <a:pt x="8769" y="1099"/>
                  </a:moveTo>
                  <a:cubicBezTo>
                    <a:pt x="10213" y="1099"/>
                    <a:pt x="11739" y="1834"/>
                    <a:pt x="12928" y="2514"/>
                  </a:cubicBezTo>
                  <a:cubicBezTo>
                    <a:pt x="15190" y="3806"/>
                    <a:pt x="17154" y="5801"/>
                    <a:pt x="17151" y="8562"/>
                  </a:cubicBezTo>
                  <a:cubicBezTo>
                    <a:pt x="17150" y="11027"/>
                    <a:pt x="16062" y="14041"/>
                    <a:pt x="14176" y="15676"/>
                  </a:cubicBezTo>
                  <a:cubicBezTo>
                    <a:pt x="13112" y="16598"/>
                    <a:pt x="11835" y="16976"/>
                    <a:pt x="10526" y="16976"/>
                  </a:cubicBezTo>
                  <a:cubicBezTo>
                    <a:pt x="8796" y="16976"/>
                    <a:pt x="7009" y="16315"/>
                    <a:pt x="5579" y="15381"/>
                  </a:cubicBezTo>
                  <a:cubicBezTo>
                    <a:pt x="2756" y="13536"/>
                    <a:pt x="1781" y="10776"/>
                    <a:pt x="2574" y="7531"/>
                  </a:cubicBezTo>
                  <a:cubicBezTo>
                    <a:pt x="2925" y="6098"/>
                    <a:pt x="3537" y="4567"/>
                    <a:pt x="4464" y="3322"/>
                  </a:cubicBezTo>
                  <a:cubicBezTo>
                    <a:pt x="4471" y="3316"/>
                    <a:pt x="4477" y="3308"/>
                    <a:pt x="4485" y="3302"/>
                  </a:cubicBezTo>
                  <a:cubicBezTo>
                    <a:pt x="5475" y="2436"/>
                    <a:pt x="6694" y="1440"/>
                    <a:pt x="8014" y="1172"/>
                  </a:cubicBezTo>
                  <a:cubicBezTo>
                    <a:pt x="8262" y="1122"/>
                    <a:pt x="8514" y="1099"/>
                    <a:pt x="8769" y="1099"/>
                  </a:cubicBezTo>
                  <a:close/>
                  <a:moveTo>
                    <a:pt x="8887" y="1"/>
                  </a:moveTo>
                  <a:cubicBezTo>
                    <a:pt x="8837" y="1"/>
                    <a:pt x="8788" y="1"/>
                    <a:pt x="8738" y="3"/>
                  </a:cubicBezTo>
                  <a:cubicBezTo>
                    <a:pt x="6181" y="71"/>
                    <a:pt x="3888" y="2245"/>
                    <a:pt x="2440" y="4180"/>
                  </a:cubicBezTo>
                  <a:cubicBezTo>
                    <a:pt x="877" y="6267"/>
                    <a:pt x="1" y="8911"/>
                    <a:pt x="661" y="11505"/>
                  </a:cubicBezTo>
                  <a:cubicBezTo>
                    <a:pt x="1175" y="13521"/>
                    <a:pt x="2542" y="15297"/>
                    <a:pt x="4474" y="15997"/>
                  </a:cubicBezTo>
                  <a:cubicBezTo>
                    <a:pt x="6169" y="17258"/>
                    <a:pt x="8337" y="18017"/>
                    <a:pt x="10414" y="18017"/>
                  </a:cubicBezTo>
                  <a:cubicBezTo>
                    <a:pt x="12074" y="18017"/>
                    <a:pt x="13676" y="17532"/>
                    <a:pt x="14932" y="16430"/>
                  </a:cubicBezTo>
                  <a:cubicBezTo>
                    <a:pt x="18721" y="13109"/>
                    <a:pt x="19489" y="6595"/>
                    <a:pt x="15668" y="3108"/>
                  </a:cubicBezTo>
                  <a:cubicBezTo>
                    <a:pt x="13933" y="1526"/>
                    <a:pt x="11308" y="1"/>
                    <a:pt x="88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57"/>
            <p:cNvSpPr/>
            <p:nvPr/>
          </p:nvSpPr>
          <p:spPr>
            <a:xfrm>
              <a:off x="1611400" y="4264325"/>
              <a:ext cx="204725" cy="224825"/>
            </a:xfrm>
            <a:custGeom>
              <a:rect b="b" l="l" r="r" t="t"/>
              <a:pathLst>
                <a:path extrusionOk="0" h="8993" w="8189">
                  <a:moveTo>
                    <a:pt x="3561" y="0"/>
                  </a:moveTo>
                  <a:cubicBezTo>
                    <a:pt x="1727" y="0"/>
                    <a:pt x="0" y="1490"/>
                    <a:pt x="935" y="3575"/>
                  </a:cubicBezTo>
                  <a:cubicBezTo>
                    <a:pt x="1077" y="3892"/>
                    <a:pt x="1311" y="4020"/>
                    <a:pt x="1557" y="4020"/>
                  </a:cubicBezTo>
                  <a:cubicBezTo>
                    <a:pt x="2000" y="4020"/>
                    <a:pt x="2483" y="3607"/>
                    <a:pt x="2546" y="3138"/>
                  </a:cubicBezTo>
                  <a:cubicBezTo>
                    <a:pt x="2652" y="2350"/>
                    <a:pt x="3006" y="2037"/>
                    <a:pt x="3405" y="2037"/>
                  </a:cubicBezTo>
                  <a:cubicBezTo>
                    <a:pt x="4054" y="2037"/>
                    <a:pt x="4819" y="2864"/>
                    <a:pt x="4821" y="3825"/>
                  </a:cubicBezTo>
                  <a:cubicBezTo>
                    <a:pt x="4825" y="5165"/>
                    <a:pt x="3942" y="6358"/>
                    <a:pt x="3228" y="7421"/>
                  </a:cubicBezTo>
                  <a:cubicBezTo>
                    <a:pt x="2689" y="8221"/>
                    <a:pt x="3437" y="8993"/>
                    <a:pt x="4195" y="8993"/>
                  </a:cubicBezTo>
                  <a:cubicBezTo>
                    <a:pt x="4522" y="8993"/>
                    <a:pt x="4850" y="8849"/>
                    <a:pt x="5078" y="8503"/>
                  </a:cubicBezTo>
                  <a:cubicBezTo>
                    <a:pt x="6537" y="6287"/>
                    <a:pt x="8188" y="2626"/>
                    <a:pt x="5438" y="602"/>
                  </a:cubicBezTo>
                  <a:cubicBezTo>
                    <a:pt x="4875" y="188"/>
                    <a:pt x="4211" y="0"/>
                    <a:pt x="35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57"/>
            <p:cNvSpPr/>
            <p:nvPr/>
          </p:nvSpPr>
          <p:spPr>
            <a:xfrm>
              <a:off x="1688575" y="4506825"/>
              <a:ext cx="60375" cy="62375"/>
            </a:xfrm>
            <a:custGeom>
              <a:rect b="b" l="l" r="r" t="t"/>
              <a:pathLst>
                <a:path extrusionOk="0" h="2495" w="2415">
                  <a:moveTo>
                    <a:pt x="1242" y="0"/>
                  </a:moveTo>
                  <a:cubicBezTo>
                    <a:pt x="1230" y="0"/>
                    <a:pt x="1219" y="1"/>
                    <a:pt x="1207" y="1"/>
                  </a:cubicBezTo>
                  <a:cubicBezTo>
                    <a:pt x="1005" y="10"/>
                    <a:pt x="807" y="63"/>
                    <a:pt x="629" y="158"/>
                  </a:cubicBezTo>
                  <a:cubicBezTo>
                    <a:pt x="403" y="277"/>
                    <a:pt x="150" y="585"/>
                    <a:pt x="103" y="841"/>
                  </a:cubicBezTo>
                  <a:cubicBezTo>
                    <a:pt x="93" y="897"/>
                    <a:pt x="83" y="952"/>
                    <a:pt x="73" y="1007"/>
                  </a:cubicBezTo>
                  <a:cubicBezTo>
                    <a:pt x="0" y="1417"/>
                    <a:pt x="50" y="1851"/>
                    <a:pt x="375" y="2151"/>
                  </a:cubicBezTo>
                  <a:cubicBezTo>
                    <a:pt x="605" y="2361"/>
                    <a:pt x="887" y="2495"/>
                    <a:pt x="1207" y="2495"/>
                  </a:cubicBezTo>
                  <a:cubicBezTo>
                    <a:pt x="1517" y="2490"/>
                    <a:pt x="1814" y="2367"/>
                    <a:pt x="2037" y="2151"/>
                  </a:cubicBezTo>
                  <a:cubicBezTo>
                    <a:pt x="2354" y="1833"/>
                    <a:pt x="2415" y="1430"/>
                    <a:pt x="2339" y="1007"/>
                  </a:cubicBezTo>
                  <a:cubicBezTo>
                    <a:pt x="2329" y="952"/>
                    <a:pt x="2319" y="897"/>
                    <a:pt x="2309" y="841"/>
                  </a:cubicBezTo>
                  <a:cubicBezTo>
                    <a:pt x="2267" y="605"/>
                    <a:pt x="2080" y="387"/>
                    <a:pt x="1900" y="247"/>
                  </a:cubicBezTo>
                  <a:cubicBezTo>
                    <a:pt x="1716" y="105"/>
                    <a:pt x="1480" y="0"/>
                    <a:pt x="1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8" name="Google Shape;438;p57"/>
          <p:cNvSpPr/>
          <p:nvPr/>
        </p:nvSpPr>
        <p:spPr>
          <a:xfrm>
            <a:off x="3562600" y="2371004"/>
            <a:ext cx="401886" cy="298579"/>
          </a:xfrm>
          <a:custGeom>
            <a:rect b="b" l="l" r="r" t="t"/>
            <a:pathLst>
              <a:path extrusionOk="0" h="196111" w="285532">
                <a:moveTo>
                  <a:pt x="269081" y="0"/>
                </a:moveTo>
                <a:lnTo>
                  <a:pt x="78609" y="158394"/>
                </a:lnTo>
                <a:lnTo>
                  <a:pt x="21130" y="75516"/>
                </a:lnTo>
                <a:lnTo>
                  <a:pt x="0" y="90186"/>
                </a:lnTo>
                <a:lnTo>
                  <a:pt x="73490" y="196110"/>
                </a:lnTo>
                <a:lnTo>
                  <a:pt x="285531" y="19789"/>
                </a:lnTo>
                <a:lnTo>
                  <a:pt x="269081" y="0"/>
                </a:ln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7"/>
          <p:cNvSpPr txBox="1"/>
          <p:nvPr>
            <p:ph type="title"/>
          </p:nvPr>
        </p:nvSpPr>
        <p:spPr>
          <a:xfrm>
            <a:off x="800975" y="2010025"/>
            <a:ext cx="24594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endParaRPr/>
          </a:p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801101" y="2389868"/>
            <a:ext cx="24594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Domain · Business Model · Products</a:t>
            </a:r>
            <a:endParaRPr/>
          </a:p>
        </p:txBody>
      </p:sp>
      <p:sp>
        <p:nvSpPr>
          <p:cNvPr id="441" name="Google Shape;441;p57"/>
          <p:cNvSpPr txBox="1"/>
          <p:nvPr>
            <p:ph idx="2" type="title"/>
          </p:nvPr>
        </p:nvSpPr>
        <p:spPr>
          <a:xfrm>
            <a:off x="5850883" y="2010025"/>
            <a:ext cx="24594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SWE Cycle</a:t>
            </a:r>
            <a:endParaRPr/>
          </a:p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5850880" y="2389875"/>
            <a:ext cx="24594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 · Architecture · QA · DevOps</a:t>
            </a:r>
            <a:endParaRPr/>
          </a:p>
        </p:txBody>
      </p:sp>
      <p:sp>
        <p:nvSpPr>
          <p:cNvPr id="443" name="Google Shape;443;p57"/>
          <p:cNvSpPr txBox="1"/>
          <p:nvPr>
            <p:ph idx="4" type="title"/>
          </p:nvPr>
        </p:nvSpPr>
        <p:spPr>
          <a:xfrm>
            <a:off x="800975" y="3449700"/>
            <a:ext cx="24594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801101" y="3838273"/>
            <a:ext cx="24594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Listen · Understand · Ask Questions</a:t>
            </a:r>
            <a:endParaRPr/>
          </a:p>
        </p:txBody>
      </p:sp>
      <p:sp>
        <p:nvSpPr>
          <p:cNvPr id="445" name="Google Shape;445;p57"/>
          <p:cNvSpPr txBox="1"/>
          <p:nvPr>
            <p:ph idx="6" type="title"/>
          </p:nvPr>
        </p:nvSpPr>
        <p:spPr>
          <a:xfrm>
            <a:off x="5850883" y="3449699"/>
            <a:ext cx="24594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It</a:t>
            </a:r>
            <a:endParaRPr/>
          </a:p>
        </p:txBody>
      </p:sp>
      <p:sp>
        <p:nvSpPr>
          <p:cNvPr id="446" name="Google Shape;446;p57"/>
          <p:cNvSpPr txBox="1"/>
          <p:nvPr>
            <p:ph idx="7" type="subTitle"/>
          </p:nvPr>
        </p:nvSpPr>
        <p:spPr>
          <a:xfrm>
            <a:off x="5850880" y="3838276"/>
            <a:ext cx="24594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or Not? · Scoping · Success Criteria</a:t>
            </a:r>
            <a:endParaRPr/>
          </a:p>
        </p:txBody>
      </p:sp>
      <p:sp>
        <p:nvSpPr>
          <p:cNvPr id="447" name="Google Shape;447;p57"/>
          <p:cNvSpPr/>
          <p:nvPr/>
        </p:nvSpPr>
        <p:spPr>
          <a:xfrm>
            <a:off x="3520525" y="3831400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7"/>
          <p:cNvSpPr/>
          <p:nvPr/>
        </p:nvSpPr>
        <p:spPr>
          <a:xfrm>
            <a:off x="5312158" y="3831400"/>
            <a:ext cx="298800" cy="29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7"/>
          <p:cNvSpPr/>
          <p:nvPr/>
        </p:nvSpPr>
        <p:spPr>
          <a:xfrm>
            <a:off x="5348620" y="3793204"/>
            <a:ext cx="401886" cy="298579"/>
          </a:xfrm>
          <a:custGeom>
            <a:rect b="b" l="l" r="r" t="t"/>
            <a:pathLst>
              <a:path extrusionOk="0" h="196111" w="285532">
                <a:moveTo>
                  <a:pt x="269081" y="0"/>
                </a:moveTo>
                <a:lnTo>
                  <a:pt x="78609" y="158394"/>
                </a:lnTo>
                <a:lnTo>
                  <a:pt x="21130" y="75516"/>
                </a:lnTo>
                <a:lnTo>
                  <a:pt x="0" y="90186"/>
                </a:lnTo>
                <a:lnTo>
                  <a:pt x="73490" y="196110"/>
                </a:lnTo>
                <a:lnTo>
                  <a:pt x="285531" y="19789"/>
                </a:lnTo>
                <a:lnTo>
                  <a:pt x="269081" y="0"/>
                </a:lnTo>
                <a:close/>
              </a:path>
            </a:pathLst>
          </a:cu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8"/>
          <p:cNvSpPr txBox="1"/>
          <p:nvPr>
            <p:ph type="title"/>
          </p:nvPr>
        </p:nvSpPr>
        <p:spPr>
          <a:xfrm>
            <a:off x="2598373" y="1548225"/>
            <a:ext cx="1971900" cy="4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</a:t>
            </a:r>
            <a:endParaRPr/>
          </a:p>
        </p:txBody>
      </p:sp>
      <p:sp>
        <p:nvSpPr>
          <p:cNvPr id="455" name="Google Shape;455;p58"/>
          <p:cNvSpPr txBox="1"/>
          <p:nvPr>
            <p:ph idx="1" type="subTitle"/>
          </p:nvPr>
        </p:nvSpPr>
        <p:spPr>
          <a:xfrm>
            <a:off x="2598375" y="1928075"/>
            <a:ext cx="19719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· Sources · Synthetic</a:t>
            </a:r>
            <a:endParaRPr/>
          </a:p>
        </p:txBody>
      </p:sp>
      <p:sp>
        <p:nvSpPr>
          <p:cNvPr id="456" name="Google Shape;456;p58"/>
          <p:cNvSpPr txBox="1"/>
          <p:nvPr>
            <p:ph idx="2" type="title"/>
          </p:nvPr>
        </p:nvSpPr>
        <p:spPr>
          <a:xfrm>
            <a:off x="5835074" y="1548225"/>
            <a:ext cx="1971900" cy="4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</a:t>
            </a:r>
            <a:endParaRPr/>
          </a:p>
        </p:txBody>
      </p:sp>
      <p:sp>
        <p:nvSpPr>
          <p:cNvPr id="457" name="Google Shape;457;p58"/>
          <p:cNvSpPr txBox="1"/>
          <p:nvPr>
            <p:ph idx="3" type="subTitle"/>
          </p:nvPr>
        </p:nvSpPr>
        <p:spPr>
          <a:xfrm>
            <a:off x="5835075" y="1928075"/>
            <a:ext cx="19719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· Noise · Data Quality</a:t>
            </a:r>
            <a:endParaRPr/>
          </a:p>
        </p:txBody>
      </p:sp>
      <p:sp>
        <p:nvSpPr>
          <p:cNvPr id="458" name="Google Shape;458;p58"/>
          <p:cNvSpPr txBox="1"/>
          <p:nvPr>
            <p:ph idx="4" type="title"/>
          </p:nvPr>
        </p:nvSpPr>
        <p:spPr>
          <a:xfrm>
            <a:off x="2598373" y="2987900"/>
            <a:ext cx="1971900" cy="4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</a:t>
            </a:r>
            <a:endParaRPr/>
          </a:p>
        </p:txBody>
      </p:sp>
      <p:sp>
        <p:nvSpPr>
          <p:cNvPr id="459" name="Google Shape;459;p58"/>
          <p:cNvSpPr txBox="1"/>
          <p:nvPr>
            <p:ph idx="5" type="subTitle"/>
          </p:nvPr>
        </p:nvSpPr>
        <p:spPr>
          <a:xfrm>
            <a:off x="2598375" y="3369312"/>
            <a:ext cx="19719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Labeling · Label Quality</a:t>
            </a:r>
            <a:endParaRPr/>
          </a:p>
        </p:txBody>
      </p:sp>
      <p:sp>
        <p:nvSpPr>
          <p:cNvPr id="460" name="Google Shape;460;p58"/>
          <p:cNvSpPr txBox="1"/>
          <p:nvPr>
            <p:ph idx="6" type="title"/>
          </p:nvPr>
        </p:nvSpPr>
        <p:spPr>
          <a:xfrm>
            <a:off x="5835074" y="2987898"/>
            <a:ext cx="1971900" cy="4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</a:t>
            </a:r>
            <a:endParaRPr/>
          </a:p>
        </p:txBody>
      </p:sp>
      <p:sp>
        <p:nvSpPr>
          <p:cNvPr id="461" name="Google Shape;461;p58"/>
          <p:cNvSpPr txBox="1"/>
          <p:nvPr>
            <p:ph idx="7" type="subTitle"/>
          </p:nvPr>
        </p:nvSpPr>
        <p:spPr>
          <a:xfrm>
            <a:off x="5835075" y="3369311"/>
            <a:ext cx="19719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 · Feature Engineering</a:t>
            </a:r>
            <a:endParaRPr/>
          </a:p>
        </p:txBody>
      </p:sp>
      <p:sp>
        <p:nvSpPr>
          <p:cNvPr id="462" name="Google Shape;462;p58"/>
          <p:cNvSpPr txBox="1"/>
          <p:nvPr>
            <p:ph idx="8" type="title"/>
          </p:nvPr>
        </p:nvSpPr>
        <p:spPr>
          <a:xfrm>
            <a:off x="1926750" y="711175"/>
            <a:ext cx="529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63" name="Google Shape;463;p58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02</a:t>
            </a:r>
            <a:endParaRPr b="1"/>
          </a:p>
        </p:txBody>
      </p:sp>
      <p:grpSp>
        <p:nvGrpSpPr>
          <p:cNvPr id="464" name="Google Shape;464;p58"/>
          <p:cNvGrpSpPr/>
          <p:nvPr/>
        </p:nvGrpSpPr>
        <p:grpSpPr>
          <a:xfrm>
            <a:off x="1973772" y="3476292"/>
            <a:ext cx="391667" cy="370360"/>
            <a:chOff x="1055550" y="4082050"/>
            <a:chExt cx="241725" cy="228575"/>
          </a:xfrm>
        </p:grpSpPr>
        <p:sp>
          <p:nvSpPr>
            <p:cNvPr id="465" name="Google Shape;465;p58"/>
            <p:cNvSpPr/>
            <p:nvPr/>
          </p:nvSpPr>
          <p:spPr>
            <a:xfrm>
              <a:off x="1055550" y="4082050"/>
              <a:ext cx="241725" cy="228575"/>
            </a:xfrm>
            <a:custGeom>
              <a:rect b="b" l="l" r="r" t="t"/>
              <a:pathLst>
                <a:path extrusionOk="0" h="9143" w="9669">
                  <a:moveTo>
                    <a:pt x="6787" y="969"/>
                  </a:moveTo>
                  <a:cubicBezTo>
                    <a:pt x="6811" y="1326"/>
                    <a:pt x="6883" y="1683"/>
                    <a:pt x="6930" y="2040"/>
                  </a:cubicBezTo>
                  <a:cubicBezTo>
                    <a:pt x="6997" y="2604"/>
                    <a:pt x="6752" y="2729"/>
                    <a:pt x="6388" y="2729"/>
                  </a:cubicBezTo>
                  <a:cubicBezTo>
                    <a:pt x="6229" y="2729"/>
                    <a:pt x="6047" y="2705"/>
                    <a:pt x="5859" y="2683"/>
                  </a:cubicBezTo>
                  <a:cubicBezTo>
                    <a:pt x="5359" y="2622"/>
                    <a:pt x="4854" y="2591"/>
                    <a:pt x="4349" y="2591"/>
                  </a:cubicBezTo>
                  <a:cubicBezTo>
                    <a:pt x="3675" y="2591"/>
                    <a:pt x="3001" y="2646"/>
                    <a:pt x="2334" y="2755"/>
                  </a:cubicBezTo>
                  <a:cubicBezTo>
                    <a:pt x="2263" y="2207"/>
                    <a:pt x="2263" y="1635"/>
                    <a:pt x="2334" y="1088"/>
                  </a:cubicBezTo>
                  <a:cubicBezTo>
                    <a:pt x="3811" y="1088"/>
                    <a:pt x="5311" y="1040"/>
                    <a:pt x="6787" y="969"/>
                  </a:cubicBezTo>
                  <a:close/>
                  <a:moveTo>
                    <a:pt x="7936" y="920"/>
                  </a:moveTo>
                  <a:cubicBezTo>
                    <a:pt x="8235" y="920"/>
                    <a:pt x="8560" y="934"/>
                    <a:pt x="8597" y="1064"/>
                  </a:cubicBezTo>
                  <a:cubicBezTo>
                    <a:pt x="8645" y="1493"/>
                    <a:pt x="8645" y="1945"/>
                    <a:pt x="8574" y="2374"/>
                  </a:cubicBezTo>
                  <a:cubicBezTo>
                    <a:pt x="8550" y="2921"/>
                    <a:pt x="8550" y="3469"/>
                    <a:pt x="8597" y="4017"/>
                  </a:cubicBezTo>
                  <a:cubicBezTo>
                    <a:pt x="8669" y="4827"/>
                    <a:pt x="8716" y="5660"/>
                    <a:pt x="8716" y="6494"/>
                  </a:cubicBezTo>
                  <a:cubicBezTo>
                    <a:pt x="8716" y="6851"/>
                    <a:pt x="8716" y="7232"/>
                    <a:pt x="8693" y="7565"/>
                  </a:cubicBezTo>
                  <a:cubicBezTo>
                    <a:pt x="8645" y="8041"/>
                    <a:pt x="8621" y="8065"/>
                    <a:pt x="8121" y="8089"/>
                  </a:cubicBezTo>
                  <a:lnTo>
                    <a:pt x="7407" y="8113"/>
                  </a:lnTo>
                  <a:cubicBezTo>
                    <a:pt x="7216" y="7113"/>
                    <a:pt x="7835" y="5517"/>
                    <a:pt x="6930" y="4779"/>
                  </a:cubicBezTo>
                  <a:cubicBezTo>
                    <a:pt x="6677" y="4565"/>
                    <a:pt x="6333" y="4509"/>
                    <a:pt x="5984" y="4509"/>
                  </a:cubicBezTo>
                  <a:cubicBezTo>
                    <a:pt x="5710" y="4509"/>
                    <a:pt x="5433" y="4544"/>
                    <a:pt x="5192" y="4565"/>
                  </a:cubicBezTo>
                  <a:cubicBezTo>
                    <a:pt x="4287" y="4636"/>
                    <a:pt x="3430" y="4612"/>
                    <a:pt x="2548" y="4779"/>
                  </a:cubicBezTo>
                  <a:cubicBezTo>
                    <a:pt x="2310" y="4850"/>
                    <a:pt x="2167" y="5112"/>
                    <a:pt x="2239" y="5350"/>
                  </a:cubicBezTo>
                  <a:cubicBezTo>
                    <a:pt x="2334" y="6303"/>
                    <a:pt x="2382" y="7279"/>
                    <a:pt x="2334" y="8232"/>
                  </a:cubicBezTo>
                  <a:cubicBezTo>
                    <a:pt x="1905" y="8232"/>
                    <a:pt x="1477" y="8232"/>
                    <a:pt x="1024" y="8208"/>
                  </a:cubicBezTo>
                  <a:cubicBezTo>
                    <a:pt x="1024" y="5827"/>
                    <a:pt x="929" y="3469"/>
                    <a:pt x="929" y="1112"/>
                  </a:cubicBezTo>
                  <a:lnTo>
                    <a:pt x="1405" y="1112"/>
                  </a:lnTo>
                  <a:cubicBezTo>
                    <a:pt x="1382" y="1897"/>
                    <a:pt x="1286" y="2683"/>
                    <a:pt x="1548" y="3445"/>
                  </a:cubicBezTo>
                  <a:cubicBezTo>
                    <a:pt x="1607" y="3642"/>
                    <a:pt x="1796" y="3773"/>
                    <a:pt x="1994" y="3773"/>
                  </a:cubicBezTo>
                  <a:cubicBezTo>
                    <a:pt x="2036" y="3773"/>
                    <a:pt x="2078" y="3767"/>
                    <a:pt x="2120" y="3755"/>
                  </a:cubicBezTo>
                  <a:cubicBezTo>
                    <a:pt x="2697" y="3594"/>
                    <a:pt x="3282" y="3554"/>
                    <a:pt x="3870" y="3554"/>
                  </a:cubicBezTo>
                  <a:cubicBezTo>
                    <a:pt x="4325" y="3554"/>
                    <a:pt x="4782" y="3578"/>
                    <a:pt x="5239" y="3588"/>
                  </a:cubicBezTo>
                  <a:cubicBezTo>
                    <a:pt x="5626" y="3605"/>
                    <a:pt x="6084" y="3693"/>
                    <a:pt x="6513" y="3693"/>
                  </a:cubicBezTo>
                  <a:cubicBezTo>
                    <a:pt x="6691" y="3693"/>
                    <a:pt x="6865" y="3678"/>
                    <a:pt x="7026" y="3636"/>
                  </a:cubicBezTo>
                  <a:cubicBezTo>
                    <a:pt x="8240" y="3302"/>
                    <a:pt x="7788" y="1874"/>
                    <a:pt x="7692" y="921"/>
                  </a:cubicBezTo>
                  <a:cubicBezTo>
                    <a:pt x="7766" y="921"/>
                    <a:pt x="7850" y="920"/>
                    <a:pt x="7936" y="920"/>
                  </a:cubicBezTo>
                  <a:close/>
                  <a:moveTo>
                    <a:pt x="5422" y="5406"/>
                  </a:moveTo>
                  <a:cubicBezTo>
                    <a:pt x="5955" y="5406"/>
                    <a:pt x="6370" y="5470"/>
                    <a:pt x="6430" y="5660"/>
                  </a:cubicBezTo>
                  <a:cubicBezTo>
                    <a:pt x="6668" y="6446"/>
                    <a:pt x="6383" y="7327"/>
                    <a:pt x="6478" y="8137"/>
                  </a:cubicBezTo>
                  <a:lnTo>
                    <a:pt x="6502" y="8137"/>
                  </a:lnTo>
                  <a:cubicBezTo>
                    <a:pt x="5406" y="8184"/>
                    <a:pt x="4335" y="8232"/>
                    <a:pt x="3263" y="8232"/>
                  </a:cubicBezTo>
                  <a:cubicBezTo>
                    <a:pt x="3287" y="7351"/>
                    <a:pt x="3263" y="6470"/>
                    <a:pt x="3168" y="5612"/>
                  </a:cubicBezTo>
                  <a:cubicBezTo>
                    <a:pt x="3721" y="5529"/>
                    <a:pt x="4684" y="5406"/>
                    <a:pt x="5422" y="5406"/>
                  </a:cubicBezTo>
                  <a:close/>
                  <a:moveTo>
                    <a:pt x="7764" y="0"/>
                  </a:moveTo>
                  <a:cubicBezTo>
                    <a:pt x="7063" y="0"/>
                    <a:pt x="6347" y="111"/>
                    <a:pt x="5644" y="111"/>
                  </a:cubicBezTo>
                  <a:cubicBezTo>
                    <a:pt x="3906" y="111"/>
                    <a:pt x="2191" y="183"/>
                    <a:pt x="453" y="183"/>
                  </a:cubicBezTo>
                  <a:cubicBezTo>
                    <a:pt x="334" y="183"/>
                    <a:pt x="238" y="230"/>
                    <a:pt x="143" y="302"/>
                  </a:cubicBezTo>
                  <a:cubicBezTo>
                    <a:pt x="48" y="373"/>
                    <a:pt x="0" y="516"/>
                    <a:pt x="0" y="635"/>
                  </a:cubicBezTo>
                  <a:cubicBezTo>
                    <a:pt x="0" y="3326"/>
                    <a:pt x="119" y="5993"/>
                    <a:pt x="119" y="8637"/>
                  </a:cubicBezTo>
                  <a:cubicBezTo>
                    <a:pt x="119" y="8899"/>
                    <a:pt x="334" y="9113"/>
                    <a:pt x="572" y="9113"/>
                  </a:cubicBezTo>
                  <a:cubicBezTo>
                    <a:pt x="1018" y="9134"/>
                    <a:pt x="1465" y="9143"/>
                    <a:pt x="1911" y="9143"/>
                  </a:cubicBezTo>
                  <a:cubicBezTo>
                    <a:pt x="2989" y="9143"/>
                    <a:pt x="4066" y="9092"/>
                    <a:pt x="5144" y="9042"/>
                  </a:cubicBezTo>
                  <a:cubicBezTo>
                    <a:pt x="5906" y="9018"/>
                    <a:pt x="6668" y="8994"/>
                    <a:pt x="7430" y="8994"/>
                  </a:cubicBezTo>
                  <a:cubicBezTo>
                    <a:pt x="7657" y="8994"/>
                    <a:pt x="7954" y="9030"/>
                    <a:pt x="8246" y="9030"/>
                  </a:cubicBezTo>
                  <a:cubicBezTo>
                    <a:pt x="8538" y="9030"/>
                    <a:pt x="8824" y="8994"/>
                    <a:pt x="9026" y="8851"/>
                  </a:cubicBezTo>
                  <a:cubicBezTo>
                    <a:pt x="9621" y="8446"/>
                    <a:pt x="9621" y="7732"/>
                    <a:pt x="9645" y="7065"/>
                  </a:cubicBezTo>
                  <a:cubicBezTo>
                    <a:pt x="9669" y="6041"/>
                    <a:pt x="9645" y="5017"/>
                    <a:pt x="9550" y="3993"/>
                  </a:cubicBezTo>
                  <a:cubicBezTo>
                    <a:pt x="9502" y="3255"/>
                    <a:pt x="9502" y="2493"/>
                    <a:pt x="9526" y="1731"/>
                  </a:cubicBezTo>
                  <a:cubicBezTo>
                    <a:pt x="9574" y="921"/>
                    <a:pt x="9478" y="230"/>
                    <a:pt x="8574" y="64"/>
                  </a:cubicBezTo>
                  <a:cubicBezTo>
                    <a:pt x="8307" y="17"/>
                    <a:pt x="8036" y="0"/>
                    <a:pt x="77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58"/>
            <p:cNvSpPr/>
            <p:nvPr/>
          </p:nvSpPr>
          <p:spPr>
            <a:xfrm>
              <a:off x="1187125" y="4233225"/>
              <a:ext cx="13825" cy="42325"/>
            </a:xfrm>
            <a:custGeom>
              <a:rect b="b" l="l" r="r" t="t"/>
              <a:pathLst>
                <a:path extrusionOk="0" h="1693" w="553">
                  <a:moveTo>
                    <a:pt x="289" y="0"/>
                  </a:moveTo>
                  <a:cubicBezTo>
                    <a:pt x="191" y="0"/>
                    <a:pt x="96" y="54"/>
                    <a:pt x="72" y="161"/>
                  </a:cubicBezTo>
                  <a:cubicBezTo>
                    <a:pt x="0" y="613"/>
                    <a:pt x="0" y="1066"/>
                    <a:pt x="72" y="1518"/>
                  </a:cubicBezTo>
                  <a:cubicBezTo>
                    <a:pt x="100" y="1641"/>
                    <a:pt x="184" y="1692"/>
                    <a:pt x="273" y="1692"/>
                  </a:cubicBezTo>
                  <a:cubicBezTo>
                    <a:pt x="408" y="1692"/>
                    <a:pt x="553" y="1572"/>
                    <a:pt x="524" y="1399"/>
                  </a:cubicBezTo>
                  <a:cubicBezTo>
                    <a:pt x="453" y="994"/>
                    <a:pt x="453" y="566"/>
                    <a:pt x="524" y="161"/>
                  </a:cubicBezTo>
                  <a:cubicBezTo>
                    <a:pt x="488" y="54"/>
                    <a:pt x="387" y="0"/>
                    <a:pt x="2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7" name="Google Shape;467;p58"/>
          <p:cNvGrpSpPr/>
          <p:nvPr/>
        </p:nvGrpSpPr>
        <p:grpSpPr>
          <a:xfrm>
            <a:off x="1952535" y="1935834"/>
            <a:ext cx="434159" cy="412002"/>
            <a:chOff x="4536025" y="2809375"/>
            <a:chExt cx="267950" cy="254275"/>
          </a:xfrm>
        </p:grpSpPr>
        <p:sp>
          <p:nvSpPr>
            <p:cNvPr id="468" name="Google Shape;468;p58"/>
            <p:cNvSpPr/>
            <p:nvPr/>
          </p:nvSpPr>
          <p:spPr>
            <a:xfrm>
              <a:off x="4593300" y="2809375"/>
              <a:ext cx="171375" cy="93075"/>
            </a:xfrm>
            <a:custGeom>
              <a:rect b="b" l="l" r="r" t="t"/>
              <a:pathLst>
                <a:path extrusionOk="0" h="3723" w="6855">
                  <a:moveTo>
                    <a:pt x="5783" y="2389"/>
                  </a:moveTo>
                  <a:cubicBezTo>
                    <a:pt x="5831" y="2508"/>
                    <a:pt x="5854" y="2628"/>
                    <a:pt x="5854" y="2747"/>
                  </a:cubicBezTo>
                  <a:lnTo>
                    <a:pt x="5497" y="2723"/>
                  </a:lnTo>
                  <a:cubicBezTo>
                    <a:pt x="5592" y="2628"/>
                    <a:pt x="5688" y="2508"/>
                    <a:pt x="5783" y="2389"/>
                  </a:cubicBezTo>
                  <a:close/>
                  <a:moveTo>
                    <a:pt x="2880" y="1"/>
                  </a:moveTo>
                  <a:cubicBezTo>
                    <a:pt x="2805" y="1"/>
                    <a:pt x="2733" y="11"/>
                    <a:pt x="2663" y="32"/>
                  </a:cubicBezTo>
                  <a:cubicBezTo>
                    <a:pt x="1615" y="389"/>
                    <a:pt x="806" y="1818"/>
                    <a:pt x="234" y="2699"/>
                  </a:cubicBezTo>
                  <a:cubicBezTo>
                    <a:pt x="1" y="3049"/>
                    <a:pt x="327" y="3387"/>
                    <a:pt x="651" y="3387"/>
                  </a:cubicBezTo>
                  <a:cubicBezTo>
                    <a:pt x="789" y="3387"/>
                    <a:pt x="927" y="3325"/>
                    <a:pt x="1020" y="3175"/>
                  </a:cubicBezTo>
                  <a:cubicBezTo>
                    <a:pt x="1496" y="2413"/>
                    <a:pt x="2044" y="1699"/>
                    <a:pt x="2663" y="1080"/>
                  </a:cubicBezTo>
                  <a:cubicBezTo>
                    <a:pt x="2714" y="1035"/>
                    <a:pt x="2776" y="1015"/>
                    <a:pt x="2848" y="1015"/>
                  </a:cubicBezTo>
                  <a:cubicBezTo>
                    <a:pt x="3314" y="1015"/>
                    <a:pt x="4165" y="1864"/>
                    <a:pt x="4640" y="2318"/>
                  </a:cubicBezTo>
                  <a:cubicBezTo>
                    <a:pt x="4497" y="2485"/>
                    <a:pt x="4330" y="2628"/>
                    <a:pt x="4163" y="2794"/>
                  </a:cubicBezTo>
                  <a:cubicBezTo>
                    <a:pt x="3830" y="3080"/>
                    <a:pt x="4116" y="3532"/>
                    <a:pt x="4497" y="3580"/>
                  </a:cubicBezTo>
                  <a:cubicBezTo>
                    <a:pt x="5116" y="3628"/>
                    <a:pt x="5735" y="3675"/>
                    <a:pt x="6354" y="3723"/>
                  </a:cubicBezTo>
                  <a:cubicBezTo>
                    <a:pt x="6593" y="3723"/>
                    <a:pt x="6807" y="3509"/>
                    <a:pt x="6807" y="3247"/>
                  </a:cubicBezTo>
                  <a:cubicBezTo>
                    <a:pt x="6855" y="2556"/>
                    <a:pt x="6664" y="1865"/>
                    <a:pt x="6283" y="1294"/>
                  </a:cubicBezTo>
                  <a:cubicBezTo>
                    <a:pt x="6235" y="1246"/>
                    <a:pt x="6188" y="1199"/>
                    <a:pt x="6116" y="1151"/>
                  </a:cubicBezTo>
                  <a:cubicBezTo>
                    <a:pt x="6045" y="1079"/>
                    <a:pt x="5955" y="1047"/>
                    <a:pt x="5867" y="1047"/>
                  </a:cubicBezTo>
                  <a:cubicBezTo>
                    <a:pt x="5751" y="1047"/>
                    <a:pt x="5636" y="1104"/>
                    <a:pt x="5569" y="1199"/>
                  </a:cubicBezTo>
                  <a:lnTo>
                    <a:pt x="5235" y="1604"/>
                  </a:lnTo>
                  <a:cubicBezTo>
                    <a:pt x="4628" y="1039"/>
                    <a:pt x="3644" y="1"/>
                    <a:pt x="28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8"/>
            <p:cNvSpPr/>
            <p:nvPr/>
          </p:nvSpPr>
          <p:spPr>
            <a:xfrm>
              <a:off x="4536025" y="2912700"/>
              <a:ext cx="128025" cy="128525"/>
            </a:xfrm>
            <a:custGeom>
              <a:rect b="b" l="l" r="r" t="t"/>
              <a:pathLst>
                <a:path extrusionOk="0" h="5141" w="5121">
                  <a:moveTo>
                    <a:pt x="1596" y="1090"/>
                  </a:moveTo>
                  <a:cubicBezTo>
                    <a:pt x="1644" y="1209"/>
                    <a:pt x="1692" y="1328"/>
                    <a:pt x="1715" y="1448"/>
                  </a:cubicBezTo>
                  <a:cubicBezTo>
                    <a:pt x="1573" y="1376"/>
                    <a:pt x="1430" y="1352"/>
                    <a:pt x="1287" y="1305"/>
                  </a:cubicBezTo>
                  <a:cubicBezTo>
                    <a:pt x="1382" y="1209"/>
                    <a:pt x="1501" y="1138"/>
                    <a:pt x="1596" y="1090"/>
                  </a:cubicBezTo>
                  <a:close/>
                  <a:moveTo>
                    <a:pt x="1898" y="0"/>
                  </a:moveTo>
                  <a:cubicBezTo>
                    <a:pt x="1854" y="0"/>
                    <a:pt x="1809" y="6"/>
                    <a:pt x="1763" y="19"/>
                  </a:cubicBezTo>
                  <a:cubicBezTo>
                    <a:pt x="1096" y="304"/>
                    <a:pt x="453" y="638"/>
                    <a:pt x="72" y="1305"/>
                  </a:cubicBezTo>
                  <a:cubicBezTo>
                    <a:pt x="1" y="1448"/>
                    <a:pt x="1" y="1614"/>
                    <a:pt x="72" y="1733"/>
                  </a:cubicBezTo>
                  <a:cubicBezTo>
                    <a:pt x="144" y="1852"/>
                    <a:pt x="239" y="1948"/>
                    <a:pt x="382" y="1971"/>
                  </a:cubicBezTo>
                  <a:lnTo>
                    <a:pt x="810" y="2114"/>
                  </a:lnTo>
                  <a:cubicBezTo>
                    <a:pt x="549" y="3043"/>
                    <a:pt x="72" y="4162"/>
                    <a:pt x="1025" y="4829"/>
                  </a:cubicBezTo>
                  <a:cubicBezTo>
                    <a:pt x="1430" y="5091"/>
                    <a:pt x="2096" y="5091"/>
                    <a:pt x="2573" y="5115"/>
                  </a:cubicBezTo>
                  <a:cubicBezTo>
                    <a:pt x="2810" y="5133"/>
                    <a:pt x="3048" y="5137"/>
                    <a:pt x="3286" y="5137"/>
                  </a:cubicBezTo>
                  <a:cubicBezTo>
                    <a:pt x="3548" y="5137"/>
                    <a:pt x="3810" y="5132"/>
                    <a:pt x="4076" y="5132"/>
                  </a:cubicBezTo>
                  <a:cubicBezTo>
                    <a:pt x="4225" y="5132"/>
                    <a:pt x="4374" y="5133"/>
                    <a:pt x="4526" y="5139"/>
                  </a:cubicBezTo>
                  <a:cubicBezTo>
                    <a:pt x="4540" y="5140"/>
                    <a:pt x="4555" y="5141"/>
                    <a:pt x="4569" y="5141"/>
                  </a:cubicBezTo>
                  <a:cubicBezTo>
                    <a:pt x="5121" y="5141"/>
                    <a:pt x="5106" y="4257"/>
                    <a:pt x="4526" y="4234"/>
                  </a:cubicBezTo>
                  <a:cubicBezTo>
                    <a:pt x="3692" y="4186"/>
                    <a:pt x="2882" y="4234"/>
                    <a:pt x="2049" y="4162"/>
                  </a:cubicBezTo>
                  <a:cubicBezTo>
                    <a:pt x="1525" y="4115"/>
                    <a:pt x="1311" y="3972"/>
                    <a:pt x="1406" y="3424"/>
                  </a:cubicBezTo>
                  <a:cubicBezTo>
                    <a:pt x="1477" y="3091"/>
                    <a:pt x="1596" y="2757"/>
                    <a:pt x="1715" y="2424"/>
                  </a:cubicBezTo>
                  <a:cubicBezTo>
                    <a:pt x="1882" y="2495"/>
                    <a:pt x="2073" y="2567"/>
                    <a:pt x="2239" y="2638"/>
                  </a:cubicBezTo>
                  <a:cubicBezTo>
                    <a:pt x="2309" y="2673"/>
                    <a:pt x="2384" y="2689"/>
                    <a:pt x="2459" y="2689"/>
                  </a:cubicBezTo>
                  <a:cubicBezTo>
                    <a:pt x="2744" y="2689"/>
                    <a:pt x="3019" y="2454"/>
                    <a:pt x="2906" y="2114"/>
                  </a:cubicBezTo>
                  <a:cubicBezTo>
                    <a:pt x="2716" y="1519"/>
                    <a:pt x="2525" y="924"/>
                    <a:pt x="2335" y="328"/>
                  </a:cubicBezTo>
                  <a:cubicBezTo>
                    <a:pt x="2276" y="132"/>
                    <a:pt x="2103" y="0"/>
                    <a:pt x="18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8"/>
            <p:cNvSpPr/>
            <p:nvPr/>
          </p:nvSpPr>
          <p:spPr>
            <a:xfrm>
              <a:off x="4675950" y="2919025"/>
              <a:ext cx="128025" cy="144625"/>
            </a:xfrm>
            <a:custGeom>
              <a:rect b="b" l="l" r="r" t="t"/>
              <a:pathLst>
                <a:path extrusionOk="0" h="5785" w="5121">
                  <a:moveTo>
                    <a:pt x="1524" y="4124"/>
                  </a:moveTo>
                  <a:cubicBezTo>
                    <a:pt x="1524" y="4267"/>
                    <a:pt x="1500" y="4433"/>
                    <a:pt x="1500" y="4576"/>
                  </a:cubicBezTo>
                  <a:cubicBezTo>
                    <a:pt x="1405" y="4505"/>
                    <a:pt x="1310" y="4409"/>
                    <a:pt x="1215" y="4314"/>
                  </a:cubicBezTo>
                  <a:lnTo>
                    <a:pt x="1524" y="4124"/>
                  </a:lnTo>
                  <a:close/>
                  <a:moveTo>
                    <a:pt x="3794" y="1"/>
                  </a:moveTo>
                  <a:cubicBezTo>
                    <a:pt x="3517" y="1"/>
                    <a:pt x="3215" y="239"/>
                    <a:pt x="3287" y="599"/>
                  </a:cubicBezTo>
                  <a:cubicBezTo>
                    <a:pt x="3453" y="1433"/>
                    <a:pt x="3739" y="2219"/>
                    <a:pt x="3858" y="3076"/>
                  </a:cubicBezTo>
                  <a:cubicBezTo>
                    <a:pt x="3930" y="3624"/>
                    <a:pt x="3739" y="3766"/>
                    <a:pt x="3191" y="3790"/>
                  </a:cubicBezTo>
                  <a:cubicBezTo>
                    <a:pt x="3112" y="3798"/>
                    <a:pt x="3033" y="3801"/>
                    <a:pt x="2953" y="3801"/>
                  </a:cubicBezTo>
                  <a:cubicBezTo>
                    <a:pt x="2794" y="3801"/>
                    <a:pt x="2636" y="3790"/>
                    <a:pt x="2477" y="3790"/>
                  </a:cubicBezTo>
                  <a:cubicBezTo>
                    <a:pt x="2501" y="3624"/>
                    <a:pt x="2525" y="3481"/>
                    <a:pt x="2548" y="3338"/>
                  </a:cubicBezTo>
                  <a:cubicBezTo>
                    <a:pt x="2623" y="3020"/>
                    <a:pt x="2390" y="2747"/>
                    <a:pt x="2114" y="2747"/>
                  </a:cubicBezTo>
                  <a:cubicBezTo>
                    <a:pt x="2038" y="2747"/>
                    <a:pt x="1959" y="2768"/>
                    <a:pt x="1882" y="2814"/>
                  </a:cubicBezTo>
                  <a:cubicBezTo>
                    <a:pt x="1358" y="3147"/>
                    <a:pt x="834" y="3481"/>
                    <a:pt x="310" y="3814"/>
                  </a:cubicBezTo>
                  <a:cubicBezTo>
                    <a:pt x="72" y="3933"/>
                    <a:pt x="0" y="4219"/>
                    <a:pt x="143" y="4433"/>
                  </a:cubicBezTo>
                  <a:cubicBezTo>
                    <a:pt x="596" y="5029"/>
                    <a:pt x="1072" y="5553"/>
                    <a:pt x="1810" y="5767"/>
                  </a:cubicBezTo>
                  <a:cubicBezTo>
                    <a:pt x="1852" y="5779"/>
                    <a:pt x="1895" y="5785"/>
                    <a:pt x="1938" y="5785"/>
                  </a:cubicBezTo>
                  <a:cubicBezTo>
                    <a:pt x="2066" y="5785"/>
                    <a:pt x="2191" y="5731"/>
                    <a:pt x="2263" y="5624"/>
                  </a:cubicBezTo>
                  <a:cubicBezTo>
                    <a:pt x="2334" y="5529"/>
                    <a:pt x="2382" y="5433"/>
                    <a:pt x="2405" y="5314"/>
                  </a:cubicBezTo>
                  <a:lnTo>
                    <a:pt x="2405" y="4719"/>
                  </a:lnTo>
                  <a:cubicBezTo>
                    <a:pt x="2634" y="4732"/>
                    <a:pt x="2882" y="4748"/>
                    <a:pt x="3129" y="4748"/>
                  </a:cubicBezTo>
                  <a:cubicBezTo>
                    <a:pt x="3805" y="4748"/>
                    <a:pt x="4471" y="4627"/>
                    <a:pt x="4715" y="3981"/>
                  </a:cubicBezTo>
                  <a:cubicBezTo>
                    <a:pt x="5120" y="2862"/>
                    <a:pt x="4406" y="1409"/>
                    <a:pt x="4192" y="337"/>
                  </a:cubicBezTo>
                  <a:cubicBezTo>
                    <a:pt x="4145" y="102"/>
                    <a:pt x="3975" y="1"/>
                    <a:pt x="37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1" name="Google Shape;471;p58"/>
          <p:cNvSpPr/>
          <p:nvPr/>
        </p:nvSpPr>
        <p:spPr>
          <a:xfrm>
            <a:off x="5232373" y="1947187"/>
            <a:ext cx="417754" cy="389277"/>
          </a:xfrm>
          <a:custGeom>
            <a:rect b="b" l="l" r="r" t="t"/>
            <a:pathLst>
              <a:path extrusionOk="0" h="9610" w="10313">
                <a:moveTo>
                  <a:pt x="4869" y="904"/>
                </a:moveTo>
                <a:cubicBezTo>
                  <a:pt x="5298" y="904"/>
                  <a:pt x="5750" y="967"/>
                  <a:pt x="6002" y="1303"/>
                </a:cubicBezTo>
                <a:cubicBezTo>
                  <a:pt x="6169" y="1565"/>
                  <a:pt x="6312" y="1874"/>
                  <a:pt x="6359" y="2184"/>
                </a:cubicBezTo>
                <a:cubicBezTo>
                  <a:pt x="6002" y="2208"/>
                  <a:pt x="5645" y="2232"/>
                  <a:pt x="5311" y="2232"/>
                </a:cubicBezTo>
                <a:cubicBezTo>
                  <a:pt x="4454" y="2232"/>
                  <a:pt x="3621" y="2255"/>
                  <a:pt x="2787" y="2279"/>
                </a:cubicBezTo>
                <a:cubicBezTo>
                  <a:pt x="2906" y="1422"/>
                  <a:pt x="3359" y="993"/>
                  <a:pt x="4359" y="922"/>
                </a:cubicBezTo>
                <a:cubicBezTo>
                  <a:pt x="4514" y="915"/>
                  <a:pt x="4689" y="904"/>
                  <a:pt x="4869" y="904"/>
                </a:cubicBezTo>
                <a:close/>
                <a:moveTo>
                  <a:pt x="7963" y="3027"/>
                </a:moveTo>
                <a:cubicBezTo>
                  <a:pt x="8293" y="3027"/>
                  <a:pt x="8561" y="3065"/>
                  <a:pt x="8598" y="3184"/>
                </a:cubicBezTo>
                <a:cubicBezTo>
                  <a:pt x="8669" y="3589"/>
                  <a:pt x="8669" y="4018"/>
                  <a:pt x="8598" y="4423"/>
                </a:cubicBezTo>
                <a:cubicBezTo>
                  <a:pt x="7764" y="4970"/>
                  <a:pt x="6836" y="5375"/>
                  <a:pt x="5859" y="5566"/>
                </a:cubicBezTo>
                <a:cubicBezTo>
                  <a:pt x="5815" y="5367"/>
                  <a:pt x="5648" y="5230"/>
                  <a:pt x="5472" y="5230"/>
                </a:cubicBezTo>
                <a:cubicBezTo>
                  <a:pt x="5458" y="5230"/>
                  <a:pt x="5444" y="5231"/>
                  <a:pt x="5431" y="5232"/>
                </a:cubicBezTo>
                <a:cubicBezTo>
                  <a:pt x="5263" y="5222"/>
                  <a:pt x="5091" y="5217"/>
                  <a:pt x="4919" y="5217"/>
                </a:cubicBezTo>
                <a:cubicBezTo>
                  <a:pt x="4675" y="5217"/>
                  <a:pt x="4429" y="5228"/>
                  <a:pt x="4192" y="5256"/>
                </a:cubicBezTo>
                <a:cubicBezTo>
                  <a:pt x="3978" y="5256"/>
                  <a:pt x="3811" y="5399"/>
                  <a:pt x="3740" y="5613"/>
                </a:cubicBezTo>
                <a:cubicBezTo>
                  <a:pt x="2763" y="5399"/>
                  <a:pt x="1835" y="5089"/>
                  <a:pt x="930" y="4637"/>
                </a:cubicBezTo>
                <a:cubicBezTo>
                  <a:pt x="930" y="4161"/>
                  <a:pt x="906" y="3708"/>
                  <a:pt x="906" y="3232"/>
                </a:cubicBezTo>
                <a:cubicBezTo>
                  <a:pt x="1668" y="3232"/>
                  <a:pt x="2430" y="3239"/>
                  <a:pt x="3190" y="3239"/>
                </a:cubicBezTo>
                <a:cubicBezTo>
                  <a:pt x="4331" y="3239"/>
                  <a:pt x="5469" y="3222"/>
                  <a:pt x="6597" y="3137"/>
                </a:cubicBezTo>
                <a:cubicBezTo>
                  <a:pt x="6758" y="3122"/>
                  <a:pt x="7439" y="3027"/>
                  <a:pt x="7963" y="3027"/>
                </a:cubicBezTo>
                <a:close/>
                <a:moveTo>
                  <a:pt x="8598" y="5518"/>
                </a:moveTo>
                <a:cubicBezTo>
                  <a:pt x="8622" y="6113"/>
                  <a:pt x="8693" y="6685"/>
                  <a:pt x="8717" y="7280"/>
                </a:cubicBezTo>
                <a:cubicBezTo>
                  <a:pt x="8741" y="7614"/>
                  <a:pt x="8717" y="7971"/>
                  <a:pt x="8669" y="8304"/>
                </a:cubicBezTo>
                <a:cubicBezTo>
                  <a:pt x="8620" y="8524"/>
                  <a:pt x="8377" y="8581"/>
                  <a:pt x="8106" y="8581"/>
                </a:cubicBezTo>
                <a:cubicBezTo>
                  <a:pt x="7850" y="8581"/>
                  <a:pt x="7569" y="8530"/>
                  <a:pt x="7407" y="8519"/>
                </a:cubicBezTo>
                <a:cubicBezTo>
                  <a:pt x="7228" y="8515"/>
                  <a:pt x="7050" y="8513"/>
                  <a:pt x="6871" y="8513"/>
                </a:cubicBezTo>
                <a:cubicBezTo>
                  <a:pt x="5187" y="8513"/>
                  <a:pt x="3502" y="8674"/>
                  <a:pt x="1804" y="8674"/>
                </a:cubicBezTo>
                <a:cubicBezTo>
                  <a:pt x="1545" y="8674"/>
                  <a:pt x="1285" y="8670"/>
                  <a:pt x="1025" y="8662"/>
                </a:cubicBezTo>
                <a:cubicBezTo>
                  <a:pt x="1025" y="7661"/>
                  <a:pt x="1001" y="6661"/>
                  <a:pt x="977" y="5637"/>
                </a:cubicBezTo>
                <a:lnTo>
                  <a:pt x="977" y="5637"/>
                </a:lnTo>
                <a:cubicBezTo>
                  <a:pt x="1858" y="6042"/>
                  <a:pt x="2811" y="6352"/>
                  <a:pt x="3764" y="6518"/>
                </a:cubicBezTo>
                <a:cubicBezTo>
                  <a:pt x="3611" y="6824"/>
                  <a:pt x="3838" y="7170"/>
                  <a:pt x="4171" y="7170"/>
                </a:cubicBezTo>
                <a:cubicBezTo>
                  <a:pt x="4201" y="7170"/>
                  <a:pt x="4232" y="7167"/>
                  <a:pt x="4264" y="7161"/>
                </a:cubicBezTo>
                <a:lnTo>
                  <a:pt x="5407" y="7161"/>
                </a:lnTo>
                <a:cubicBezTo>
                  <a:pt x="5428" y="7164"/>
                  <a:pt x="5450" y="7166"/>
                  <a:pt x="5471" y="7166"/>
                </a:cubicBezTo>
                <a:cubicBezTo>
                  <a:pt x="5794" y="7166"/>
                  <a:pt x="6017" y="6831"/>
                  <a:pt x="5883" y="6518"/>
                </a:cubicBezTo>
                <a:cubicBezTo>
                  <a:pt x="6836" y="6352"/>
                  <a:pt x="7741" y="5994"/>
                  <a:pt x="8598" y="5518"/>
                </a:cubicBezTo>
                <a:close/>
                <a:moveTo>
                  <a:pt x="4966" y="0"/>
                </a:moveTo>
                <a:cubicBezTo>
                  <a:pt x="4754" y="0"/>
                  <a:pt x="4548" y="10"/>
                  <a:pt x="4359" y="17"/>
                </a:cubicBezTo>
                <a:cubicBezTo>
                  <a:pt x="2811" y="65"/>
                  <a:pt x="2025" y="898"/>
                  <a:pt x="1858" y="2303"/>
                </a:cubicBezTo>
                <a:lnTo>
                  <a:pt x="453" y="2303"/>
                </a:lnTo>
                <a:cubicBezTo>
                  <a:pt x="334" y="2303"/>
                  <a:pt x="239" y="2351"/>
                  <a:pt x="168" y="2422"/>
                </a:cubicBezTo>
                <a:cubicBezTo>
                  <a:pt x="48" y="2494"/>
                  <a:pt x="1" y="2637"/>
                  <a:pt x="1" y="2756"/>
                </a:cubicBezTo>
                <a:cubicBezTo>
                  <a:pt x="1" y="4875"/>
                  <a:pt x="120" y="6995"/>
                  <a:pt x="120" y="9114"/>
                </a:cubicBezTo>
                <a:cubicBezTo>
                  <a:pt x="120" y="9352"/>
                  <a:pt x="310" y="9566"/>
                  <a:pt x="572" y="9590"/>
                </a:cubicBezTo>
                <a:cubicBezTo>
                  <a:pt x="965" y="9604"/>
                  <a:pt x="1359" y="9609"/>
                  <a:pt x="1754" y="9609"/>
                </a:cubicBezTo>
                <a:cubicBezTo>
                  <a:pt x="2774" y="9609"/>
                  <a:pt x="3799" y="9570"/>
                  <a:pt x="4811" y="9519"/>
                </a:cubicBezTo>
                <a:cubicBezTo>
                  <a:pt x="4999" y="9511"/>
                  <a:pt x="5190" y="9509"/>
                  <a:pt x="5382" y="9509"/>
                </a:cubicBezTo>
                <a:cubicBezTo>
                  <a:pt x="5928" y="9509"/>
                  <a:pt x="6491" y="9531"/>
                  <a:pt x="7048" y="9531"/>
                </a:cubicBezTo>
                <a:cubicBezTo>
                  <a:pt x="7542" y="9531"/>
                  <a:pt x="8031" y="9513"/>
                  <a:pt x="8503" y="9447"/>
                </a:cubicBezTo>
                <a:cubicBezTo>
                  <a:pt x="10313" y="9209"/>
                  <a:pt x="9574" y="6423"/>
                  <a:pt x="9479" y="5208"/>
                </a:cubicBezTo>
                <a:cubicBezTo>
                  <a:pt x="9431" y="4446"/>
                  <a:pt x="9598" y="3708"/>
                  <a:pt x="9479" y="2946"/>
                </a:cubicBezTo>
                <a:cubicBezTo>
                  <a:pt x="9384" y="2255"/>
                  <a:pt x="8622" y="2184"/>
                  <a:pt x="8074" y="2136"/>
                </a:cubicBezTo>
                <a:lnTo>
                  <a:pt x="7288" y="2136"/>
                </a:lnTo>
                <a:cubicBezTo>
                  <a:pt x="7121" y="1541"/>
                  <a:pt x="6955" y="946"/>
                  <a:pt x="6502" y="469"/>
                </a:cubicBezTo>
                <a:cubicBezTo>
                  <a:pt x="6122" y="71"/>
                  <a:pt x="5527" y="0"/>
                  <a:pt x="49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2" name="Google Shape;472;p58"/>
          <p:cNvGrpSpPr/>
          <p:nvPr/>
        </p:nvGrpSpPr>
        <p:grpSpPr>
          <a:xfrm>
            <a:off x="5287360" y="3450761"/>
            <a:ext cx="307776" cy="421440"/>
            <a:chOff x="3428650" y="2373900"/>
            <a:chExt cx="189950" cy="260100"/>
          </a:xfrm>
        </p:grpSpPr>
        <p:sp>
          <p:nvSpPr>
            <p:cNvPr id="473" name="Google Shape;473;p58"/>
            <p:cNvSpPr/>
            <p:nvPr/>
          </p:nvSpPr>
          <p:spPr>
            <a:xfrm>
              <a:off x="3428650" y="2373900"/>
              <a:ext cx="189950" cy="260100"/>
            </a:xfrm>
            <a:custGeom>
              <a:rect b="b" l="l" r="r" t="t"/>
              <a:pathLst>
                <a:path extrusionOk="0" h="10404" w="7598">
                  <a:moveTo>
                    <a:pt x="5145" y="1019"/>
                  </a:moveTo>
                  <a:cubicBezTo>
                    <a:pt x="5454" y="1114"/>
                    <a:pt x="5740" y="1233"/>
                    <a:pt x="6002" y="1400"/>
                  </a:cubicBezTo>
                  <a:cubicBezTo>
                    <a:pt x="6645" y="1757"/>
                    <a:pt x="6812" y="2352"/>
                    <a:pt x="6812" y="2972"/>
                  </a:cubicBezTo>
                  <a:lnTo>
                    <a:pt x="6669" y="2972"/>
                  </a:lnTo>
                  <a:cubicBezTo>
                    <a:pt x="6247" y="3107"/>
                    <a:pt x="5801" y="3170"/>
                    <a:pt x="5357" y="3170"/>
                  </a:cubicBezTo>
                  <a:cubicBezTo>
                    <a:pt x="5174" y="3170"/>
                    <a:pt x="4992" y="3159"/>
                    <a:pt x="4811" y="3138"/>
                  </a:cubicBezTo>
                  <a:cubicBezTo>
                    <a:pt x="4907" y="2424"/>
                    <a:pt x="5050" y="1733"/>
                    <a:pt x="5145" y="1019"/>
                  </a:cubicBezTo>
                  <a:close/>
                  <a:moveTo>
                    <a:pt x="763" y="733"/>
                  </a:moveTo>
                  <a:lnTo>
                    <a:pt x="763" y="733"/>
                  </a:lnTo>
                  <a:cubicBezTo>
                    <a:pt x="1089" y="759"/>
                    <a:pt x="1424" y="766"/>
                    <a:pt x="1764" y="766"/>
                  </a:cubicBezTo>
                  <a:cubicBezTo>
                    <a:pt x="2095" y="766"/>
                    <a:pt x="2430" y="759"/>
                    <a:pt x="2766" y="759"/>
                  </a:cubicBezTo>
                  <a:cubicBezTo>
                    <a:pt x="3343" y="759"/>
                    <a:pt x="3920" y="778"/>
                    <a:pt x="4478" y="876"/>
                  </a:cubicBezTo>
                  <a:cubicBezTo>
                    <a:pt x="4359" y="1709"/>
                    <a:pt x="4168" y="2567"/>
                    <a:pt x="4073" y="3400"/>
                  </a:cubicBezTo>
                  <a:cubicBezTo>
                    <a:pt x="4073" y="3567"/>
                    <a:pt x="4168" y="3710"/>
                    <a:pt x="4311" y="3734"/>
                  </a:cubicBezTo>
                  <a:cubicBezTo>
                    <a:pt x="4667" y="3815"/>
                    <a:pt x="5024" y="3853"/>
                    <a:pt x="5378" y="3853"/>
                  </a:cubicBezTo>
                  <a:cubicBezTo>
                    <a:pt x="5853" y="3853"/>
                    <a:pt x="6324" y="3785"/>
                    <a:pt x="6788" y="3662"/>
                  </a:cubicBezTo>
                  <a:lnTo>
                    <a:pt x="6788" y="3662"/>
                  </a:lnTo>
                  <a:cubicBezTo>
                    <a:pt x="6740" y="4043"/>
                    <a:pt x="6669" y="4400"/>
                    <a:pt x="6621" y="4734"/>
                  </a:cubicBezTo>
                  <a:cubicBezTo>
                    <a:pt x="6455" y="6329"/>
                    <a:pt x="6574" y="7925"/>
                    <a:pt x="6455" y="9521"/>
                  </a:cubicBezTo>
                  <a:cubicBezTo>
                    <a:pt x="5320" y="9594"/>
                    <a:pt x="4186" y="9704"/>
                    <a:pt x="3057" y="9704"/>
                  </a:cubicBezTo>
                  <a:cubicBezTo>
                    <a:pt x="2361" y="9704"/>
                    <a:pt x="1668" y="9662"/>
                    <a:pt x="977" y="9544"/>
                  </a:cubicBezTo>
                  <a:cubicBezTo>
                    <a:pt x="882" y="6615"/>
                    <a:pt x="715" y="3686"/>
                    <a:pt x="763" y="733"/>
                  </a:cubicBezTo>
                  <a:close/>
                  <a:moveTo>
                    <a:pt x="465" y="1"/>
                  </a:moveTo>
                  <a:cubicBezTo>
                    <a:pt x="447" y="1"/>
                    <a:pt x="429" y="7"/>
                    <a:pt x="406" y="19"/>
                  </a:cubicBezTo>
                  <a:cubicBezTo>
                    <a:pt x="239" y="19"/>
                    <a:pt x="96" y="162"/>
                    <a:pt x="96" y="352"/>
                  </a:cubicBezTo>
                  <a:cubicBezTo>
                    <a:pt x="1" y="3519"/>
                    <a:pt x="191" y="6687"/>
                    <a:pt x="287" y="9830"/>
                  </a:cubicBezTo>
                  <a:cubicBezTo>
                    <a:pt x="287" y="9997"/>
                    <a:pt x="382" y="10140"/>
                    <a:pt x="549" y="10187"/>
                  </a:cubicBezTo>
                  <a:cubicBezTo>
                    <a:pt x="1369" y="10348"/>
                    <a:pt x="2189" y="10403"/>
                    <a:pt x="3010" y="10403"/>
                  </a:cubicBezTo>
                  <a:cubicBezTo>
                    <a:pt x="4261" y="10403"/>
                    <a:pt x="5513" y="10274"/>
                    <a:pt x="6764" y="10187"/>
                  </a:cubicBezTo>
                  <a:cubicBezTo>
                    <a:pt x="6955" y="10187"/>
                    <a:pt x="7098" y="10021"/>
                    <a:pt x="7121" y="9854"/>
                  </a:cubicBezTo>
                  <a:cubicBezTo>
                    <a:pt x="7336" y="7925"/>
                    <a:pt x="7121" y="5996"/>
                    <a:pt x="7407" y="4091"/>
                  </a:cubicBezTo>
                  <a:cubicBezTo>
                    <a:pt x="7598" y="2948"/>
                    <a:pt x="7598" y="1876"/>
                    <a:pt x="6717" y="1043"/>
                  </a:cubicBezTo>
                  <a:cubicBezTo>
                    <a:pt x="5812" y="193"/>
                    <a:pt x="4537" y="77"/>
                    <a:pt x="3249" y="77"/>
                  </a:cubicBezTo>
                  <a:cubicBezTo>
                    <a:pt x="2765" y="77"/>
                    <a:pt x="2278" y="93"/>
                    <a:pt x="1810" y="93"/>
                  </a:cubicBezTo>
                  <a:cubicBezTo>
                    <a:pt x="1360" y="93"/>
                    <a:pt x="926" y="78"/>
                    <a:pt x="525" y="19"/>
                  </a:cubicBezTo>
                  <a:cubicBezTo>
                    <a:pt x="501" y="7"/>
                    <a:pt x="483" y="1"/>
                    <a:pt x="4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8"/>
            <p:cNvSpPr/>
            <p:nvPr/>
          </p:nvSpPr>
          <p:spPr>
            <a:xfrm>
              <a:off x="3460075" y="2481500"/>
              <a:ext cx="117975" cy="27275"/>
            </a:xfrm>
            <a:custGeom>
              <a:rect b="b" l="l" r="r" t="t"/>
              <a:pathLst>
                <a:path extrusionOk="0" h="1091" w="4719">
                  <a:moveTo>
                    <a:pt x="1646" y="0"/>
                  </a:moveTo>
                  <a:cubicBezTo>
                    <a:pt x="1163" y="0"/>
                    <a:pt x="651" y="270"/>
                    <a:pt x="244" y="454"/>
                  </a:cubicBezTo>
                  <a:cubicBezTo>
                    <a:pt x="0" y="576"/>
                    <a:pt x="138" y="889"/>
                    <a:pt x="347" y="889"/>
                  </a:cubicBezTo>
                  <a:cubicBezTo>
                    <a:pt x="382" y="889"/>
                    <a:pt x="420" y="879"/>
                    <a:pt x="458" y="859"/>
                  </a:cubicBezTo>
                  <a:cubicBezTo>
                    <a:pt x="840" y="644"/>
                    <a:pt x="1244" y="525"/>
                    <a:pt x="1649" y="478"/>
                  </a:cubicBezTo>
                  <a:cubicBezTo>
                    <a:pt x="1677" y="475"/>
                    <a:pt x="1703" y="474"/>
                    <a:pt x="1730" y="474"/>
                  </a:cubicBezTo>
                  <a:cubicBezTo>
                    <a:pt x="2181" y="474"/>
                    <a:pt x="2457" y="844"/>
                    <a:pt x="2840" y="1001"/>
                  </a:cubicBezTo>
                  <a:cubicBezTo>
                    <a:pt x="3016" y="1065"/>
                    <a:pt x="3180" y="1091"/>
                    <a:pt x="3338" y="1091"/>
                  </a:cubicBezTo>
                  <a:cubicBezTo>
                    <a:pt x="3714" y="1091"/>
                    <a:pt x="4057" y="945"/>
                    <a:pt x="4459" y="811"/>
                  </a:cubicBezTo>
                  <a:cubicBezTo>
                    <a:pt x="4718" y="746"/>
                    <a:pt x="4645" y="369"/>
                    <a:pt x="4417" y="369"/>
                  </a:cubicBezTo>
                  <a:cubicBezTo>
                    <a:pt x="4393" y="369"/>
                    <a:pt x="4367" y="373"/>
                    <a:pt x="4340" y="382"/>
                  </a:cubicBezTo>
                  <a:cubicBezTo>
                    <a:pt x="3989" y="485"/>
                    <a:pt x="3700" y="605"/>
                    <a:pt x="3397" y="605"/>
                  </a:cubicBezTo>
                  <a:cubicBezTo>
                    <a:pt x="3208" y="605"/>
                    <a:pt x="3012" y="558"/>
                    <a:pt x="2792" y="430"/>
                  </a:cubicBezTo>
                  <a:cubicBezTo>
                    <a:pt x="2507" y="239"/>
                    <a:pt x="2221" y="96"/>
                    <a:pt x="1887" y="25"/>
                  </a:cubicBezTo>
                  <a:cubicBezTo>
                    <a:pt x="1808" y="8"/>
                    <a:pt x="1727" y="0"/>
                    <a:pt x="16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8"/>
            <p:cNvSpPr/>
            <p:nvPr/>
          </p:nvSpPr>
          <p:spPr>
            <a:xfrm>
              <a:off x="3460075" y="2524950"/>
              <a:ext cx="117975" cy="27300"/>
            </a:xfrm>
            <a:custGeom>
              <a:rect b="b" l="l" r="r" t="t"/>
              <a:pathLst>
                <a:path extrusionOk="0" h="1092" w="4719">
                  <a:moveTo>
                    <a:pt x="1647" y="1"/>
                  </a:moveTo>
                  <a:cubicBezTo>
                    <a:pt x="1164" y="1"/>
                    <a:pt x="652" y="274"/>
                    <a:pt x="244" y="478"/>
                  </a:cubicBezTo>
                  <a:cubicBezTo>
                    <a:pt x="0" y="580"/>
                    <a:pt x="138" y="889"/>
                    <a:pt x="346" y="889"/>
                  </a:cubicBezTo>
                  <a:cubicBezTo>
                    <a:pt x="382" y="889"/>
                    <a:pt x="420" y="880"/>
                    <a:pt x="458" y="859"/>
                  </a:cubicBezTo>
                  <a:cubicBezTo>
                    <a:pt x="840" y="668"/>
                    <a:pt x="1244" y="526"/>
                    <a:pt x="1649" y="478"/>
                  </a:cubicBezTo>
                  <a:cubicBezTo>
                    <a:pt x="1675" y="475"/>
                    <a:pt x="1701" y="474"/>
                    <a:pt x="1726" y="474"/>
                  </a:cubicBezTo>
                  <a:cubicBezTo>
                    <a:pt x="2179" y="474"/>
                    <a:pt x="2456" y="866"/>
                    <a:pt x="2840" y="1002"/>
                  </a:cubicBezTo>
                  <a:cubicBezTo>
                    <a:pt x="3019" y="1066"/>
                    <a:pt x="3184" y="1092"/>
                    <a:pt x="3344" y="1092"/>
                  </a:cubicBezTo>
                  <a:cubicBezTo>
                    <a:pt x="3717" y="1092"/>
                    <a:pt x="4059" y="952"/>
                    <a:pt x="4459" y="835"/>
                  </a:cubicBezTo>
                  <a:cubicBezTo>
                    <a:pt x="4718" y="749"/>
                    <a:pt x="4645" y="370"/>
                    <a:pt x="4416" y="370"/>
                  </a:cubicBezTo>
                  <a:cubicBezTo>
                    <a:pt x="4393" y="370"/>
                    <a:pt x="4367" y="374"/>
                    <a:pt x="4340" y="383"/>
                  </a:cubicBezTo>
                  <a:cubicBezTo>
                    <a:pt x="3996" y="498"/>
                    <a:pt x="3712" y="612"/>
                    <a:pt x="3415" y="612"/>
                  </a:cubicBezTo>
                  <a:cubicBezTo>
                    <a:pt x="3220" y="612"/>
                    <a:pt x="3019" y="563"/>
                    <a:pt x="2792" y="430"/>
                  </a:cubicBezTo>
                  <a:cubicBezTo>
                    <a:pt x="2507" y="264"/>
                    <a:pt x="2221" y="121"/>
                    <a:pt x="1887" y="25"/>
                  </a:cubicBezTo>
                  <a:cubicBezTo>
                    <a:pt x="1808" y="8"/>
                    <a:pt x="1728" y="1"/>
                    <a:pt x="16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8"/>
            <p:cNvSpPr/>
            <p:nvPr/>
          </p:nvSpPr>
          <p:spPr>
            <a:xfrm>
              <a:off x="3459925" y="2568775"/>
              <a:ext cx="118125" cy="27075"/>
            </a:xfrm>
            <a:custGeom>
              <a:rect b="b" l="l" r="r" t="t"/>
              <a:pathLst>
                <a:path extrusionOk="0" h="1083" w="4725">
                  <a:moveTo>
                    <a:pt x="1615" y="0"/>
                  </a:moveTo>
                  <a:cubicBezTo>
                    <a:pt x="1143" y="0"/>
                    <a:pt x="647" y="265"/>
                    <a:pt x="250" y="463"/>
                  </a:cubicBezTo>
                  <a:cubicBezTo>
                    <a:pt x="0" y="568"/>
                    <a:pt x="151" y="890"/>
                    <a:pt x="368" y="890"/>
                  </a:cubicBezTo>
                  <a:cubicBezTo>
                    <a:pt x="399" y="890"/>
                    <a:pt x="431" y="883"/>
                    <a:pt x="464" y="868"/>
                  </a:cubicBezTo>
                  <a:cubicBezTo>
                    <a:pt x="846" y="654"/>
                    <a:pt x="1250" y="511"/>
                    <a:pt x="1655" y="463"/>
                  </a:cubicBezTo>
                  <a:cubicBezTo>
                    <a:pt x="1669" y="463"/>
                    <a:pt x="1683" y="462"/>
                    <a:pt x="1697" y="462"/>
                  </a:cubicBezTo>
                  <a:cubicBezTo>
                    <a:pt x="2172" y="462"/>
                    <a:pt x="2453" y="849"/>
                    <a:pt x="2846" y="987"/>
                  </a:cubicBezTo>
                  <a:cubicBezTo>
                    <a:pt x="3033" y="1055"/>
                    <a:pt x="3206" y="1082"/>
                    <a:pt x="3373" y="1082"/>
                  </a:cubicBezTo>
                  <a:cubicBezTo>
                    <a:pt x="3737" y="1082"/>
                    <a:pt x="4073" y="951"/>
                    <a:pt x="4465" y="821"/>
                  </a:cubicBezTo>
                  <a:cubicBezTo>
                    <a:pt x="4724" y="734"/>
                    <a:pt x="4651" y="355"/>
                    <a:pt x="4422" y="355"/>
                  </a:cubicBezTo>
                  <a:cubicBezTo>
                    <a:pt x="4399" y="355"/>
                    <a:pt x="4373" y="359"/>
                    <a:pt x="4346" y="368"/>
                  </a:cubicBezTo>
                  <a:cubicBezTo>
                    <a:pt x="3993" y="486"/>
                    <a:pt x="3704" y="603"/>
                    <a:pt x="3400" y="603"/>
                  </a:cubicBezTo>
                  <a:cubicBezTo>
                    <a:pt x="3211" y="603"/>
                    <a:pt x="3017" y="558"/>
                    <a:pt x="2798" y="440"/>
                  </a:cubicBezTo>
                  <a:cubicBezTo>
                    <a:pt x="2513" y="249"/>
                    <a:pt x="2227" y="106"/>
                    <a:pt x="1893" y="35"/>
                  </a:cubicBezTo>
                  <a:cubicBezTo>
                    <a:pt x="1802" y="11"/>
                    <a:pt x="1709" y="0"/>
                    <a:pt x="16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6"/>
          <p:cNvSpPr txBox="1"/>
          <p:nvPr>
            <p:ph type="title"/>
          </p:nvPr>
        </p:nvSpPr>
        <p:spPr>
          <a:xfrm>
            <a:off x="1781550" y="711175"/>
            <a:ext cx="5933700" cy="6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&amp; Production</a:t>
            </a:r>
            <a:endParaRPr/>
          </a:p>
        </p:txBody>
      </p:sp>
      <p:sp>
        <p:nvSpPr>
          <p:cNvPr id="815" name="Google Shape;815;p76"/>
          <p:cNvSpPr txBox="1"/>
          <p:nvPr>
            <p:ph idx="4294967295" type="subTitle"/>
          </p:nvPr>
        </p:nvSpPr>
        <p:spPr>
          <a:xfrm>
            <a:off x="3784900" y="2228205"/>
            <a:ext cx="19776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Hyperparameter Tuning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816" name="Google Shape;816;p76"/>
          <p:cNvSpPr txBox="1"/>
          <p:nvPr>
            <p:ph idx="4294967295" type="subTitle"/>
          </p:nvPr>
        </p:nvSpPr>
        <p:spPr>
          <a:xfrm>
            <a:off x="5981425" y="2228201"/>
            <a:ext cx="19776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Metrics · Success Criteria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817" name="Google Shape;817;p76"/>
          <p:cNvSpPr txBox="1"/>
          <p:nvPr>
            <p:ph idx="4294967295" type="subTitle"/>
          </p:nvPr>
        </p:nvSpPr>
        <p:spPr>
          <a:xfrm>
            <a:off x="1588375" y="2228193"/>
            <a:ext cx="19776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Baseline · Model Training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818" name="Google Shape;818;p76"/>
          <p:cNvSpPr txBox="1"/>
          <p:nvPr>
            <p:ph idx="4294967295" type="subTitle"/>
          </p:nvPr>
        </p:nvSpPr>
        <p:spPr>
          <a:xfrm>
            <a:off x="2686642" y="3766593"/>
            <a:ext cx="19776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Scripts · DVC · Deployment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819" name="Google Shape;819;p76"/>
          <p:cNvSpPr txBox="1"/>
          <p:nvPr>
            <p:ph idx="4294967295" type="subTitle"/>
          </p:nvPr>
        </p:nvSpPr>
        <p:spPr>
          <a:xfrm>
            <a:off x="4883162" y="3766601"/>
            <a:ext cx="19776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Monitor · Retrain · Feedback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820" name="Google Shape;820;p76"/>
          <p:cNvSpPr txBox="1"/>
          <p:nvPr>
            <p:ph idx="4294967295" type="subTitle"/>
          </p:nvPr>
        </p:nvSpPr>
        <p:spPr>
          <a:xfrm>
            <a:off x="5981425" y="1846072"/>
            <a:ext cx="19776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Concert One"/>
                <a:ea typeface="Concert One"/>
                <a:cs typeface="Concert One"/>
                <a:sym typeface="Concert One"/>
              </a:rPr>
              <a:t>Evaluate</a:t>
            </a:r>
            <a:endParaRPr b="1" sz="210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21" name="Google Shape;821;p76"/>
          <p:cNvSpPr txBox="1"/>
          <p:nvPr>
            <p:ph idx="4294967295" type="subTitle"/>
          </p:nvPr>
        </p:nvSpPr>
        <p:spPr>
          <a:xfrm>
            <a:off x="4883162" y="3384472"/>
            <a:ext cx="19776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Concert One"/>
                <a:ea typeface="Concert One"/>
                <a:cs typeface="Concert One"/>
                <a:sym typeface="Concert One"/>
              </a:rPr>
              <a:t>Operate</a:t>
            </a:r>
            <a:endParaRPr b="1" sz="210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22" name="Google Shape;822;p76"/>
          <p:cNvSpPr txBox="1"/>
          <p:nvPr>
            <p:ph idx="4294967295" type="subTitle"/>
          </p:nvPr>
        </p:nvSpPr>
        <p:spPr>
          <a:xfrm>
            <a:off x="3784900" y="1846076"/>
            <a:ext cx="19776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Concert One"/>
                <a:ea typeface="Concert One"/>
                <a:cs typeface="Concert One"/>
                <a:sym typeface="Concert One"/>
              </a:rPr>
              <a:t>Tune</a:t>
            </a:r>
            <a:endParaRPr b="1" sz="210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23" name="Google Shape;823;p76"/>
          <p:cNvSpPr txBox="1"/>
          <p:nvPr>
            <p:ph idx="4294967295" type="subTitle"/>
          </p:nvPr>
        </p:nvSpPr>
        <p:spPr>
          <a:xfrm>
            <a:off x="1588375" y="1846063"/>
            <a:ext cx="19776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Concert One"/>
                <a:ea typeface="Concert One"/>
                <a:cs typeface="Concert One"/>
                <a:sym typeface="Concert One"/>
              </a:rPr>
              <a:t>Train</a:t>
            </a:r>
            <a:endParaRPr b="1" sz="210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24" name="Google Shape;824;p76"/>
          <p:cNvSpPr txBox="1"/>
          <p:nvPr>
            <p:ph idx="4294967295" type="subTitle"/>
          </p:nvPr>
        </p:nvSpPr>
        <p:spPr>
          <a:xfrm>
            <a:off x="2686642" y="3384463"/>
            <a:ext cx="19776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Concert One"/>
                <a:ea typeface="Concert One"/>
                <a:cs typeface="Concert One"/>
                <a:sym typeface="Concert One"/>
              </a:rPr>
              <a:t>Ship</a:t>
            </a:r>
            <a:endParaRPr b="1" sz="210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825" name="Google Shape;825;p76"/>
          <p:cNvSpPr/>
          <p:nvPr/>
        </p:nvSpPr>
        <p:spPr>
          <a:xfrm>
            <a:off x="2379676" y="1524996"/>
            <a:ext cx="395002" cy="321088"/>
          </a:xfrm>
          <a:custGeom>
            <a:rect b="b" l="l" r="r" t="t"/>
            <a:pathLst>
              <a:path extrusionOk="0" h="9835" w="12099">
                <a:moveTo>
                  <a:pt x="8478" y="1025"/>
                </a:moveTo>
                <a:cubicBezTo>
                  <a:pt x="8590" y="1025"/>
                  <a:pt x="8563" y="1035"/>
                  <a:pt x="8505" y="1035"/>
                </a:cubicBezTo>
                <a:cubicBezTo>
                  <a:pt x="8476" y="1035"/>
                  <a:pt x="8439" y="1033"/>
                  <a:pt x="8407" y="1025"/>
                </a:cubicBezTo>
                <a:close/>
                <a:moveTo>
                  <a:pt x="8359" y="1049"/>
                </a:moveTo>
                <a:cubicBezTo>
                  <a:pt x="8502" y="1191"/>
                  <a:pt x="8669" y="1334"/>
                  <a:pt x="8788" y="1477"/>
                </a:cubicBezTo>
                <a:cubicBezTo>
                  <a:pt x="9502" y="2120"/>
                  <a:pt x="10169" y="2811"/>
                  <a:pt x="10836" y="3525"/>
                </a:cubicBezTo>
                <a:cubicBezTo>
                  <a:pt x="10503" y="3906"/>
                  <a:pt x="10145" y="4263"/>
                  <a:pt x="9812" y="4621"/>
                </a:cubicBezTo>
                <a:cubicBezTo>
                  <a:pt x="9407" y="4287"/>
                  <a:pt x="8955" y="3954"/>
                  <a:pt x="8812" y="3430"/>
                </a:cubicBezTo>
                <a:cubicBezTo>
                  <a:pt x="8738" y="3176"/>
                  <a:pt x="8527" y="3058"/>
                  <a:pt x="8316" y="3058"/>
                </a:cubicBezTo>
                <a:cubicBezTo>
                  <a:pt x="8052" y="3058"/>
                  <a:pt x="7788" y="3242"/>
                  <a:pt x="7788" y="3573"/>
                </a:cubicBezTo>
                <a:cubicBezTo>
                  <a:pt x="7740" y="4478"/>
                  <a:pt x="7764" y="5359"/>
                  <a:pt x="7740" y="6264"/>
                </a:cubicBezTo>
                <a:cubicBezTo>
                  <a:pt x="7740" y="7026"/>
                  <a:pt x="7931" y="7812"/>
                  <a:pt x="7788" y="8574"/>
                </a:cubicBezTo>
                <a:cubicBezTo>
                  <a:pt x="7753" y="8735"/>
                  <a:pt x="7763" y="8779"/>
                  <a:pt x="7753" y="8779"/>
                </a:cubicBezTo>
                <a:cubicBezTo>
                  <a:pt x="7742" y="8779"/>
                  <a:pt x="7709" y="8729"/>
                  <a:pt x="7573" y="8717"/>
                </a:cubicBezTo>
                <a:cubicBezTo>
                  <a:pt x="7455" y="8710"/>
                  <a:pt x="7334" y="8707"/>
                  <a:pt x="7213" y="8707"/>
                </a:cubicBezTo>
                <a:cubicBezTo>
                  <a:pt x="6920" y="8707"/>
                  <a:pt x="6621" y="8724"/>
                  <a:pt x="6335" y="8741"/>
                </a:cubicBezTo>
                <a:cubicBezTo>
                  <a:pt x="5903" y="8796"/>
                  <a:pt x="5478" y="8819"/>
                  <a:pt x="5057" y="8819"/>
                </a:cubicBezTo>
                <a:cubicBezTo>
                  <a:pt x="4760" y="8819"/>
                  <a:pt x="4464" y="8808"/>
                  <a:pt x="4168" y="8788"/>
                </a:cubicBezTo>
                <a:cubicBezTo>
                  <a:pt x="4168" y="7097"/>
                  <a:pt x="4239" y="5407"/>
                  <a:pt x="4144" y="3716"/>
                </a:cubicBezTo>
                <a:cubicBezTo>
                  <a:pt x="4130" y="3395"/>
                  <a:pt x="3865" y="3199"/>
                  <a:pt x="3602" y="3199"/>
                </a:cubicBezTo>
                <a:cubicBezTo>
                  <a:pt x="3436" y="3199"/>
                  <a:pt x="3269" y="3278"/>
                  <a:pt x="3168" y="3454"/>
                </a:cubicBezTo>
                <a:cubicBezTo>
                  <a:pt x="2834" y="3882"/>
                  <a:pt x="2549" y="4335"/>
                  <a:pt x="2287" y="4811"/>
                </a:cubicBezTo>
                <a:cubicBezTo>
                  <a:pt x="1929" y="4573"/>
                  <a:pt x="1572" y="4311"/>
                  <a:pt x="1191" y="4049"/>
                </a:cubicBezTo>
                <a:cubicBezTo>
                  <a:pt x="1715" y="2811"/>
                  <a:pt x="2596" y="1763"/>
                  <a:pt x="3715" y="1049"/>
                </a:cubicBezTo>
                <a:close/>
                <a:moveTo>
                  <a:pt x="3406" y="1"/>
                </a:moveTo>
                <a:cubicBezTo>
                  <a:pt x="3358" y="25"/>
                  <a:pt x="3287" y="48"/>
                  <a:pt x="3263" y="72"/>
                </a:cubicBezTo>
                <a:cubicBezTo>
                  <a:pt x="1763" y="1001"/>
                  <a:pt x="620" y="2430"/>
                  <a:pt x="48" y="4097"/>
                </a:cubicBezTo>
                <a:cubicBezTo>
                  <a:pt x="0" y="4335"/>
                  <a:pt x="96" y="4573"/>
                  <a:pt x="286" y="4692"/>
                </a:cubicBezTo>
                <a:cubicBezTo>
                  <a:pt x="953" y="5097"/>
                  <a:pt x="1548" y="5573"/>
                  <a:pt x="2215" y="5954"/>
                </a:cubicBezTo>
                <a:cubicBezTo>
                  <a:pt x="2291" y="5992"/>
                  <a:pt x="2377" y="6011"/>
                  <a:pt x="2463" y="6011"/>
                </a:cubicBezTo>
                <a:cubicBezTo>
                  <a:pt x="2647" y="6011"/>
                  <a:pt x="2832" y="5926"/>
                  <a:pt x="2930" y="5764"/>
                </a:cubicBezTo>
                <a:cubicBezTo>
                  <a:pt x="3001" y="5645"/>
                  <a:pt x="3073" y="5502"/>
                  <a:pt x="3144" y="5383"/>
                </a:cubicBezTo>
                <a:lnTo>
                  <a:pt x="3144" y="5383"/>
                </a:lnTo>
                <a:cubicBezTo>
                  <a:pt x="3144" y="6669"/>
                  <a:pt x="3120" y="7931"/>
                  <a:pt x="3120" y="9193"/>
                </a:cubicBezTo>
                <a:cubicBezTo>
                  <a:pt x="3120" y="9431"/>
                  <a:pt x="3287" y="9622"/>
                  <a:pt x="3501" y="9693"/>
                </a:cubicBezTo>
                <a:cubicBezTo>
                  <a:pt x="3969" y="9799"/>
                  <a:pt x="4436" y="9835"/>
                  <a:pt x="4906" y="9835"/>
                </a:cubicBezTo>
                <a:cubicBezTo>
                  <a:pt x="5489" y="9835"/>
                  <a:pt x="6075" y="9780"/>
                  <a:pt x="6668" y="9741"/>
                </a:cubicBezTo>
                <a:cubicBezTo>
                  <a:pt x="6695" y="9740"/>
                  <a:pt x="6722" y="9739"/>
                  <a:pt x="6749" y="9739"/>
                </a:cubicBezTo>
                <a:cubicBezTo>
                  <a:pt x="7006" y="9739"/>
                  <a:pt x="7322" y="9786"/>
                  <a:pt x="7625" y="9786"/>
                </a:cubicBezTo>
                <a:cubicBezTo>
                  <a:pt x="7943" y="9786"/>
                  <a:pt x="8246" y="9735"/>
                  <a:pt x="8455" y="9526"/>
                </a:cubicBezTo>
                <a:cubicBezTo>
                  <a:pt x="8931" y="9050"/>
                  <a:pt x="8907" y="8121"/>
                  <a:pt x="8883" y="7502"/>
                </a:cubicBezTo>
                <a:cubicBezTo>
                  <a:pt x="8836" y="6693"/>
                  <a:pt x="8812" y="5883"/>
                  <a:pt x="8788" y="5049"/>
                </a:cubicBezTo>
                <a:lnTo>
                  <a:pt x="8788" y="5049"/>
                </a:lnTo>
                <a:cubicBezTo>
                  <a:pt x="9050" y="5264"/>
                  <a:pt x="9264" y="5478"/>
                  <a:pt x="9479" y="5740"/>
                </a:cubicBezTo>
                <a:cubicBezTo>
                  <a:pt x="9586" y="5835"/>
                  <a:pt x="9717" y="5883"/>
                  <a:pt x="9848" y="5883"/>
                </a:cubicBezTo>
                <a:cubicBezTo>
                  <a:pt x="9979" y="5883"/>
                  <a:pt x="10110" y="5835"/>
                  <a:pt x="10217" y="5740"/>
                </a:cubicBezTo>
                <a:cubicBezTo>
                  <a:pt x="10741" y="5073"/>
                  <a:pt x="11384" y="4525"/>
                  <a:pt x="11884" y="3859"/>
                </a:cubicBezTo>
                <a:cubicBezTo>
                  <a:pt x="12098" y="3644"/>
                  <a:pt x="12098" y="3311"/>
                  <a:pt x="11884" y="3120"/>
                </a:cubicBezTo>
                <a:cubicBezTo>
                  <a:pt x="11146" y="2287"/>
                  <a:pt x="10360" y="1477"/>
                  <a:pt x="9526" y="739"/>
                </a:cubicBezTo>
                <a:cubicBezTo>
                  <a:pt x="9002" y="239"/>
                  <a:pt x="8788" y="1"/>
                  <a:pt x="809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6" name="Google Shape;826;p76"/>
          <p:cNvGrpSpPr/>
          <p:nvPr/>
        </p:nvGrpSpPr>
        <p:grpSpPr>
          <a:xfrm>
            <a:off x="5715276" y="2991922"/>
            <a:ext cx="313351" cy="392554"/>
            <a:chOff x="6279850" y="3645375"/>
            <a:chExt cx="239950" cy="300600"/>
          </a:xfrm>
        </p:grpSpPr>
        <p:sp>
          <p:nvSpPr>
            <p:cNvPr id="827" name="Google Shape;827;p76"/>
            <p:cNvSpPr/>
            <p:nvPr/>
          </p:nvSpPr>
          <p:spPr>
            <a:xfrm>
              <a:off x="6279850" y="3645375"/>
              <a:ext cx="239950" cy="300600"/>
            </a:xfrm>
            <a:custGeom>
              <a:rect b="b" l="l" r="r" t="t"/>
              <a:pathLst>
                <a:path extrusionOk="0" h="12024" w="9598">
                  <a:moveTo>
                    <a:pt x="6264" y="1064"/>
                  </a:moveTo>
                  <a:cubicBezTo>
                    <a:pt x="6430" y="1064"/>
                    <a:pt x="6597" y="1067"/>
                    <a:pt x="6764" y="1075"/>
                  </a:cubicBezTo>
                  <a:cubicBezTo>
                    <a:pt x="7502" y="1099"/>
                    <a:pt x="7526" y="1932"/>
                    <a:pt x="7645" y="2480"/>
                  </a:cubicBezTo>
                  <a:cubicBezTo>
                    <a:pt x="7954" y="3718"/>
                    <a:pt x="8193" y="4957"/>
                    <a:pt x="8335" y="6243"/>
                  </a:cubicBezTo>
                  <a:cubicBezTo>
                    <a:pt x="8383" y="6790"/>
                    <a:pt x="8455" y="7386"/>
                    <a:pt x="8502" y="7957"/>
                  </a:cubicBezTo>
                  <a:lnTo>
                    <a:pt x="6478" y="7957"/>
                  </a:lnTo>
                  <a:cubicBezTo>
                    <a:pt x="6192" y="7957"/>
                    <a:pt x="5954" y="8195"/>
                    <a:pt x="5954" y="8481"/>
                  </a:cubicBezTo>
                  <a:cubicBezTo>
                    <a:pt x="5906" y="8815"/>
                    <a:pt x="5906" y="9148"/>
                    <a:pt x="5906" y="9481"/>
                  </a:cubicBezTo>
                  <a:cubicBezTo>
                    <a:pt x="5597" y="9505"/>
                    <a:pt x="5311" y="9529"/>
                    <a:pt x="5001" y="9553"/>
                  </a:cubicBezTo>
                  <a:cubicBezTo>
                    <a:pt x="4847" y="9577"/>
                    <a:pt x="4686" y="9589"/>
                    <a:pt x="4522" y="9589"/>
                  </a:cubicBezTo>
                  <a:cubicBezTo>
                    <a:pt x="4358" y="9589"/>
                    <a:pt x="4192" y="9577"/>
                    <a:pt x="4025" y="9553"/>
                  </a:cubicBezTo>
                  <a:cubicBezTo>
                    <a:pt x="3787" y="9529"/>
                    <a:pt x="3835" y="9053"/>
                    <a:pt x="3739" y="8910"/>
                  </a:cubicBezTo>
                  <a:cubicBezTo>
                    <a:pt x="3406" y="8338"/>
                    <a:pt x="2808" y="8201"/>
                    <a:pt x="2171" y="8201"/>
                  </a:cubicBezTo>
                  <a:cubicBezTo>
                    <a:pt x="1853" y="8201"/>
                    <a:pt x="1525" y="8235"/>
                    <a:pt x="1215" y="8267"/>
                  </a:cubicBezTo>
                  <a:cubicBezTo>
                    <a:pt x="1358" y="7386"/>
                    <a:pt x="1548" y="6505"/>
                    <a:pt x="1739" y="5647"/>
                  </a:cubicBezTo>
                  <a:cubicBezTo>
                    <a:pt x="2025" y="4147"/>
                    <a:pt x="2334" y="2671"/>
                    <a:pt x="2501" y="1123"/>
                  </a:cubicBezTo>
                  <a:cubicBezTo>
                    <a:pt x="3430" y="1123"/>
                    <a:pt x="4335" y="1099"/>
                    <a:pt x="5263" y="1075"/>
                  </a:cubicBezTo>
                  <a:cubicBezTo>
                    <a:pt x="5597" y="1075"/>
                    <a:pt x="5930" y="1064"/>
                    <a:pt x="6264" y="1064"/>
                  </a:cubicBezTo>
                  <a:close/>
                  <a:moveTo>
                    <a:pt x="8574" y="9029"/>
                  </a:moveTo>
                  <a:lnTo>
                    <a:pt x="8574" y="9624"/>
                  </a:lnTo>
                  <a:cubicBezTo>
                    <a:pt x="8550" y="10350"/>
                    <a:pt x="8596" y="11006"/>
                    <a:pt x="7716" y="11006"/>
                  </a:cubicBezTo>
                  <a:cubicBezTo>
                    <a:pt x="7701" y="11006"/>
                    <a:pt x="7685" y="11006"/>
                    <a:pt x="7669" y="11006"/>
                  </a:cubicBezTo>
                  <a:cubicBezTo>
                    <a:pt x="7192" y="11006"/>
                    <a:pt x="6716" y="10982"/>
                    <a:pt x="6216" y="10958"/>
                  </a:cubicBezTo>
                  <a:lnTo>
                    <a:pt x="3573" y="10863"/>
                  </a:lnTo>
                  <a:cubicBezTo>
                    <a:pt x="3454" y="10859"/>
                    <a:pt x="3335" y="10858"/>
                    <a:pt x="3217" y="10858"/>
                  </a:cubicBezTo>
                  <a:cubicBezTo>
                    <a:pt x="2644" y="10858"/>
                    <a:pt x="2069" y="10891"/>
                    <a:pt x="1484" y="10891"/>
                  </a:cubicBezTo>
                  <a:cubicBezTo>
                    <a:pt x="1363" y="10891"/>
                    <a:pt x="1242" y="10890"/>
                    <a:pt x="1120" y="10886"/>
                  </a:cubicBezTo>
                  <a:lnTo>
                    <a:pt x="1143" y="10886"/>
                  </a:lnTo>
                  <a:cubicBezTo>
                    <a:pt x="1072" y="10363"/>
                    <a:pt x="1072" y="9862"/>
                    <a:pt x="1096" y="9339"/>
                  </a:cubicBezTo>
                  <a:cubicBezTo>
                    <a:pt x="1419" y="9292"/>
                    <a:pt x="1752" y="9266"/>
                    <a:pt x="2082" y="9266"/>
                  </a:cubicBezTo>
                  <a:cubicBezTo>
                    <a:pt x="2263" y="9266"/>
                    <a:pt x="2443" y="9274"/>
                    <a:pt x="2620" y="9291"/>
                  </a:cubicBezTo>
                  <a:cubicBezTo>
                    <a:pt x="2858" y="9339"/>
                    <a:pt x="2953" y="10267"/>
                    <a:pt x="3334" y="10434"/>
                  </a:cubicBezTo>
                  <a:cubicBezTo>
                    <a:pt x="3722" y="10599"/>
                    <a:pt x="4138" y="10653"/>
                    <a:pt x="4563" y="10653"/>
                  </a:cubicBezTo>
                  <a:cubicBezTo>
                    <a:pt x="5183" y="10653"/>
                    <a:pt x="5823" y="10538"/>
                    <a:pt x="6430" y="10482"/>
                  </a:cubicBezTo>
                  <a:cubicBezTo>
                    <a:pt x="6716" y="10482"/>
                    <a:pt x="6930" y="10243"/>
                    <a:pt x="6954" y="9958"/>
                  </a:cubicBezTo>
                  <a:cubicBezTo>
                    <a:pt x="6954" y="9648"/>
                    <a:pt x="6954" y="9339"/>
                    <a:pt x="6954" y="9029"/>
                  </a:cubicBezTo>
                  <a:close/>
                  <a:moveTo>
                    <a:pt x="6175" y="1"/>
                  </a:moveTo>
                  <a:cubicBezTo>
                    <a:pt x="5008" y="1"/>
                    <a:pt x="3842" y="85"/>
                    <a:pt x="2675" y="85"/>
                  </a:cubicBezTo>
                  <a:cubicBezTo>
                    <a:pt x="2459" y="85"/>
                    <a:pt x="2242" y="82"/>
                    <a:pt x="2025" y="75"/>
                  </a:cubicBezTo>
                  <a:cubicBezTo>
                    <a:pt x="2011" y="74"/>
                    <a:pt x="1998" y="73"/>
                    <a:pt x="1985" y="73"/>
                  </a:cubicBezTo>
                  <a:cubicBezTo>
                    <a:pt x="1739" y="73"/>
                    <a:pt x="1525" y="279"/>
                    <a:pt x="1525" y="527"/>
                  </a:cubicBezTo>
                  <a:cubicBezTo>
                    <a:pt x="1525" y="575"/>
                    <a:pt x="1525" y="599"/>
                    <a:pt x="1501" y="646"/>
                  </a:cubicBezTo>
                  <a:cubicBezTo>
                    <a:pt x="1263" y="3314"/>
                    <a:pt x="286" y="6028"/>
                    <a:pt x="72" y="8743"/>
                  </a:cubicBezTo>
                  <a:cubicBezTo>
                    <a:pt x="72" y="8791"/>
                    <a:pt x="72" y="8838"/>
                    <a:pt x="72" y="8886"/>
                  </a:cubicBezTo>
                  <a:cubicBezTo>
                    <a:pt x="0" y="9767"/>
                    <a:pt x="48" y="10625"/>
                    <a:pt x="167" y="11482"/>
                  </a:cubicBezTo>
                  <a:cubicBezTo>
                    <a:pt x="239" y="11720"/>
                    <a:pt x="453" y="11863"/>
                    <a:pt x="691" y="11863"/>
                  </a:cubicBezTo>
                  <a:cubicBezTo>
                    <a:pt x="1088" y="11914"/>
                    <a:pt x="1486" y="11928"/>
                    <a:pt x="1884" y="11928"/>
                  </a:cubicBezTo>
                  <a:cubicBezTo>
                    <a:pt x="2434" y="11928"/>
                    <a:pt x="2986" y="11900"/>
                    <a:pt x="3543" y="11900"/>
                  </a:cubicBezTo>
                  <a:cubicBezTo>
                    <a:pt x="3719" y="11900"/>
                    <a:pt x="3895" y="11903"/>
                    <a:pt x="4073" y="11910"/>
                  </a:cubicBezTo>
                  <a:lnTo>
                    <a:pt x="7264" y="12006"/>
                  </a:lnTo>
                  <a:cubicBezTo>
                    <a:pt x="7381" y="12018"/>
                    <a:pt x="7498" y="12024"/>
                    <a:pt x="7614" y="12024"/>
                  </a:cubicBezTo>
                  <a:cubicBezTo>
                    <a:pt x="7948" y="12024"/>
                    <a:pt x="8280" y="11975"/>
                    <a:pt x="8597" y="11887"/>
                  </a:cubicBezTo>
                  <a:cubicBezTo>
                    <a:pt x="9550" y="11553"/>
                    <a:pt x="9574" y="10767"/>
                    <a:pt x="9598" y="9910"/>
                  </a:cubicBezTo>
                  <a:cubicBezTo>
                    <a:pt x="9598" y="6933"/>
                    <a:pt x="9193" y="3980"/>
                    <a:pt x="8383" y="1123"/>
                  </a:cubicBezTo>
                  <a:cubicBezTo>
                    <a:pt x="8145" y="241"/>
                    <a:pt x="7359" y="27"/>
                    <a:pt x="6526" y="3"/>
                  </a:cubicBezTo>
                  <a:cubicBezTo>
                    <a:pt x="6409" y="1"/>
                    <a:pt x="6292" y="1"/>
                    <a:pt x="61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76"/>
            <p:cNvSpPr/>
            <p:nvPr/>
          </p:nvSpPr>
          <p:spPr>
            <a:xfrm>
              <a:off x="6330450" y="3810575"/>
              <a:ext cx="148850" cy="21900"/>
            </a:xfrm>
            <a:custGeom>
              <a:rect b="b" l="l" r="r" t="t"/>
              <a:pathLst>
                <a:path extrusionOk="0" h="876" w="5954">
                  <a:moveTo>
                    <a:pt x="3143" y="1"/>
                  </a:moveTo>
                  <a:cubicBezTo>
                    <a:pt x="2257" y="1"/>
                    <a:pt x="1367" y="27"/>
                    <a:pt x="477" y="40"/>
                  </a:cubicBezTo>
                  <a:cubicBezTo>
                    <a:pt x="1" y="63"/>
                    <a:pt x="1" y="778"/>
                    <a:pt x="477" y="825"/>
                  </a:cubicBezTo>
                  <a:cubicBezTo>
                    <a:pt x="1429" y="825"/>
                    <a:pt x="2382" y="794"/>
                    <a:pt x="3330" y="794"/>
                  </a:cubicBezTo>
                  <a:cubicBezTo>
                    <a:pt x="4041" y="794"/>
                    <a:pt x="4750" y="812"/>
                    <a:pt x="5454" y="873"/>
                  </a:cubicBezTo>
                  <a:cubicBezTo>
                    <a:pt x="5469" y="874"/>
                    <a:pt x="5483" y="875"/>
                    <a:pt x="5497" y="875"/>
                  </a:cubicBezTo>
                  <a:cubicBezTo>
                    <a:pt x="5954" y="875"/>
                    <a:pt x="5940" y="133"/>
                    <a:pt x="5454" y="87"/>
                  </a:cubicBezTo>
                  <a:cubicBezTo>
                    <a:pt x="4688" y="21"/>
                    <a:pt x="3917" y="1"/>
                    <a:pt x="31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76"/>
            <p:cNvSpPr/>
            <p:nvPr/>
          </p:nvSpPr>
          <p:spPr>
            <a:xfrm>
              <a:off x="6343550" y="3762725"/>
              <a:ext cx="122075" cy="19675"/>
            </a:xfrm>
            <a:custGeom>
              <a:rect b="b" l="l" r="r" t="t"/>
              <a:pathLst>
                <a:path extrusionOk="0" h="787" w="4883">
                  <a:moveTo>
                    <a:pt x="524" y="1"/>
                  </a:moveTo>
                  <a:cubicBezTo>
                    <a:pt x="1" y="1"/>
                    <a:pt x="1" y="787"/>
                    <a:pt x="524" y="787"/>
                  </a:cubicBezTo>
                  <a:lnTo>
                    <a:pt x="4359" y="787"/>
                  </a:lnTo>
                  <a:cubicBezTo>
                    <a:pt x="4883" y="787"/>
                    <a:pt x="4883" y="1"/>
                    <a:pt x="4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76"/>
            <p:cNvSpPr/>
            <p:nvPr/>
          </p:nvSpPr>
          <p:spPr>
            <a:xfrm>
              <a:off x="6350700" y="3715100"/>
              <a:ext cx="107775" cy="19675"/>
            </a:xfrm>
            <a:custGeom>
              <a:rect b="b" l="l" r="r" t="t"/>
              <a:pathLst>
                <a:path extrusionOk="0" h="787" w="4311">
                  <a:moveTo>
                    <a:pt x="524" y="1"/>
                  </a:moveTo>
                  <a:cubicBezTo>
                    <a:pt x="0" y="1"/>
                    <a:pt x="0" y="786"/>
                    <a:pt x="524" y="786"/>
                  </a:cubicBezTo>
                  <a:lnTo>
                    <a:pt x="3787" y="786"/>
                  </a:lnTo>
                  <a:cubicBezTo>
                    <a:pt x="4311" y="786"/>
                    <a:pt x="4311" y="1"/>
                    <a:pt x="37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76"/>
          <p:cNvGrpSpPr/>
          <p:nvPr/>
        </p:nvGrpSpPr>
        <p:grpSpPr>
          <a:xfrm>
            <a:off x="6827928" y="1514569"/>
            <a:ext cx="284588" cy="341950"/>
            <a:chOff x="5138550" y="3225375"/>
            <a:chExt cx="217925" cy="261850"/>
          </a:xfrm>
        </p:grpSpPr>
        <p:sp>
          <p:nvSpPr>
            <p:cNvPr id="832" name="Google Shape;832;p76"/>
            <p:cNvSpPr/>
            <p:nvPr/>
          </p:nvSpPr>
          <p:spPr>
            <a:xfrm>
              <a:off x="5138550" y="3225375"/>
              <a:ext cx="217925" cy="261850"/>
            </a:xfrm>
            <a:custGeom>
              <a:rect b="b" l="l" r="r" t="t"/>
              <a:pathLst>
                <a:path extrusionOk="0" h="10474" w="8717">
                  <a:moveTo>
                    <a:pt x="6816" y="694"/>
                  </a:moveTo>
                  <a:cubicBezTo>
                    <a:pt x="7065" y="694"/>
                    <a:pt x="7284" y="734"/>
                    <a:pt x="7383" y="872"/>
                  </a:cubicBezTo>
                  <a:cubicBezTo>
                    <a:pt x="7811" y="1514"/>
                    <a:pt x="7692" y="2610"/>
                    <a:pt x="7668" y="3324"/>
                  </a:cubicBezTo>
                  <a:cubicBezTo>
                    <a:pt x="7668" y="4444"/>
                    <a:pt x="7549" y="5563"/>
                    <a:pt x="7644" y="6706"/>
                  </a:cubicBezTo>
                  <a:cubicBezTo>
                    <a:pt x="7716" y="7659"/>
                    <a:pt x="7906" y="8754"/>
                    <a:pt x="7644" y="9707"/>
                  </a:cubicBezTo>
                  <a:cubicBezTo>
                    <a:pt x="7627" y="9778"/>
                    <a:pt x="7471" y="9804"/>
                    <a:pt x="7243" y="9804"/>
                  </a:cubicBezTo>
                  <a:cubicBezTo>
                    <a:pt x="6551" y="9804"/>
                    <a:pt x="5192" y="9558"/>
                    <a:pt x="4977" y="9540"/>
                  </a:cubicBezTo>
                  <a:cubicBezTo>
                    <a:pt x="4884" y="9532"/>
                    <a:pt x="4790" y="9529"/>
                    <a:pt x="4694" y="9529"/>
                  </a:cubicBezTo>
                  <a:cubicBezTo>
                    <a:pt x="4009" y="9529"/>
                    <a:pt x="3263" y="9706"/>
                    <a:pt x="2556" y="9706"/>
                  </a:cubicBezTo>
                  <a:cubicBezTo>
                    <a:pt x="2171" y="9706"/>
                    <a:pt x="1798" y="9654"/>
                    <a:pt x="1453" y="9492"/>
                  </a:cubicBezTo>
                  <a:cubicBezTo>
                    <a:pt x="881" y="9230"/>
                    <a:pt x="1167" y="7873"/>
                    <a:pt x="1215" y="7397"/>
                  </a:cubicBezTo>
                  <a:cubicBezTo>
                    <a:pt x="1262" y="6706"/>
                    <a:pt x="1238" y="6039"/>
                    <a:pt x="1238" y="5349"/>
                  </a:cubicBezTo>
                  <a:cubicBezTo>
                    <a:pt x="1238" y="3872"/>
                    <a:pt x="1191" y="2372"/>
                    <a:pt x="1191" y="895"/>
                  </a:cubicBezTo>
                  <a:cubicBezTo>
                    <a:pt x="2739" y="872"/>
                    <a:pt x="4287" y="776"/>
                    <a:pt x="5835" y="776"/>
                  </a:cubicBezTo>
                  <a:cubicBezTo>
                    <a:pt x="6045" y="776"/>
                    <a:pt x="6461" y="694"/>
                    <a:pt x="6816" y="694"/>
                  </a:cubicBezTo>
                  <a:close/>
                  <a:moveTo>
                    <a:pt x="5914" y="0"/>
                  </a:moveTo>
                  <a:cubicBezTo>
                    <a:pt x="4232" y="0"/>
                    <a:pt x="2517" y="205"/>
                    <a:pt x="834" y="205"/>
                  </a:cubicBezTo>
                  <a:cubicBezTo>
                    <a:pt x="762" y="205"/>
                    <a:pt x="667" y="229"/>
                    <a:pt x="619" y="300"/>
                  </a:cubicBezTo>
                  <a:cubicBezTo>
                    <a:pt x="524" y="371"/>
                    <a:pt x="500" y="467"/>
                    <a:pt x="500" y="562"/>
                  </a:cubicBezTo>
                  <a:cubicBezTo>
                    <a:pt x="500" y="2539"/>
                    <a:pt x="548" y="4539"/>
                    <a:pt x="572" y="6516"/>
                  </a:cubicBezTo>
                  <a:cubicBezTo>
                    <a:pt x="572" y="7611"/>
                    <a:pt x="0" y="9349"/>
                    <a:pt x="1119" y="10088"/>
                  </a:cubicBezTo>
                  <a:cubicBezTo>
                    <a:pt x="1512" y="10337"/>
                    <a:pt x="1991" y="10413"/>
                    <a:pt x="2496" y="10413"/>
                  </a:cubicBezTo>
                  <a:cubicBezTo>
                    <a:pt x="3286" y="10413"/>
                    <a:pt x="4142" y="10228"/>
                    <a:pt x="4834" y="10228"/>
                  </a:cubicBezTo>
                  <a:cubicBezTo>
                    <a:pt x="4883" y="10228"/>
                    <a:pt x="4930" y="10229"/>
                    <a:pt x="4977" y="10231"/>
                  </a:cubicBezTo>
                  <a:cubicBezTo>
                    <a:pt x="5573" y="10254"/>
                    <a:pt x="6216" y="10373"/>
                    <a:pt x="6811" y="10421"/>
                  </a:cubicBezTo>
                  <a:cubicBezTo>
                    <a:pt x="6960" y="10442"/>
                    <a:pt x="7185" y="10473"/>
                    <a:pt x="7411" y="10473"/>
                  </a:cubicBezTo>
                  <a:cubicBezTo>
                    <a:pt x="7692" y="10473"/>
                    <a:pt x="7976" y="10426"/>
                    <a:pt x="8121" y="10254"/>
                  </a:cubicBezTo>
                  <a:cubicBezTo>
                    <a:pt x="8716" y="9564"/>
                    <a:pt x="8430" y="8111"/>
                    <a:pt x="8383" y="7278"/>
                  </a:cubicBezTo>
                  <a:cubicBezTo>
                    <a:pt x="8287" y="5753"/>
                    <a:pt x="8383" y="4253"/>
                    <a:pt x="8383" y="2705"/>
                  </a:cubicBezTo>
                  <a:cubicBezTo>
                    <a:pt x="8383" y="1705"/>
                    <a:pt x="8335" y="133"/>
                    <a:pt x="7073" y="38"/>
                  </a:cubicBezTo>
                  <a:cubicBezTo>
                    <a:pt x="6689" y="11"/>
                    <a:pt x="6302" y="0"/>
                    <a:pt x="59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76"/>
            <p:cNvSpPr/>
            <p:nvPr/>
          </p:nvSpPr>
          <p:spPr>
            <a:xfrm>
              <a:off x="5178425" y="3253300"/>
              <a:ext cx="138750" cy="147050"/>
            </a:xfrm>
            <a:custGeom>
              <a:rect b="b" l="l" r="r" t="t"/>
              <a:pathLst>
                <a:path extrusionOk="0" h="5882" w="5550">
                  <a:moveTo>
                    <a:pt x="3501" y="451"/>
                  </a:moveTo>
                  <a:cubicBezTo>
                    <a:pt x="3716" y="451"/>
                    <a:pt x="3930" y="457"/>
                    <a:pt x="4144" y="469"/>
                  </a:cubicBezTo>
                  <a:cubicBezTo>
                    <a:pt x="4740" y="493"/>
                    <a:pt x="4883" y="588"/>
                    <a:pt x="4930" y="1160"/>
                  </a:cubicBezTo>
                  <a:cubicBezTo>
                    <a:pt x="4954" y="1731"/>
                    <a:pt x="4930" y="2303"/>
                    <a:pt x="4930" y="2874"/>
                  </a:cubicBezTo>
                  <a:cubicBezTo>
                    <a:pt x="4930" y="3442"/>
                    <a:pt x="5471" y="5351"/>
                    <a:pt x="4356" y="5351"/>
                  </a:cubicBezTo>
                  <a:cubicBezTo>
                    <a:pt x="4349" y="5351"/>
                    <a:pt x="4342" y="5351"/>
                    <a:pt x="4335" y="5351"/>
                  </a:cubicBezTo>
                  <a:cubicBezTo>
                    <a:pt x="3668" y="5351"/>
                    <a:pt x="3025" y="5375"/>
                    <a:pt x="2382" y="5399"/>
                  </a:cubicBezTo>
                  <a:cubicBezTo>
                    <a:pt x="2192" y="5399"/>
                    <a:pt x="882" y="5375"/>
                    <a:pt x="786" y="5113"/>
                  </a:cubicBezTo>
                  <a:cubicBezTo>
                    <a:pt x="334" y="3708"/>
                    <a:pt x="810" y="2041"/>
                    <a:pt x="882" y="564"/>
                  </a:cubicBezTo>
                  <a:cubicBezTo>
                    <a:pt x="1549" y="564"/>
                    <a:pt x="2192" y="493"/>
                    <a:pt x="2858" y="469"/>
                  </a:cubicBezTo>
                  <a:cubicBezTo>
                    <a:pt x="3073" y="457"/>
                    <a:pt x="3287" y="451"/>
                    <a:pt x="3501" y="451"/>
                  </a:cubicBezTo>
                  <a:close/>
                  <a:moveTo>
                    <a:pt x="3562" y="0"/>
                  </a:moveTo>
                  <a:cubicBezTo>
                    <a:pt x="2596" y="0"/>
                    <a:pt x="1627" y="96"/>
                    <a:pt x="667" y="112"/>
                  </a:cubicBezTo>
                  <a:cubicBezTo>
                    <a:pt x="596" y="112"/>
                    <a:pt x="525" y="136"/>
                    <a:pt x="477" y="183"/>
                  </a:cubicBezTo>
                  <a:cubicBezTo>
                    <a:pt x="453" y="231"/>
                    <a:pt x="429" y="278"/>
                    <a:pt x="429" y="326"/>
                  </a:cubicBezTo>
                  <a:cubicBezTo>
                    <a:pt x="405" y="1993"/>
                    <a:pt x="1" y="3612"/>
                    <a:pt x="334" y="5256"/>
                  </a:cubicBezTo>
                  <a:cubicBezTo>
                    <a:pt x="446" y="5784"/>
                    <a:pt x="1216" y="5882"/>
                    <a:pt x="1874" y="5882"/>
                  </a:cubicBezTo>
                  <a:cubicBezTo>
                    <a:pt x="2194" y="5882"/>
                    <a:pt x="2489" y="5859"/>
                    <a:pt x="2668" y="5851"/>
                  </a:cubicBezTo>
                  <a:cubicBezTo>
                    <a:pt x="3382" y="5851"/>
                    <a:pt x="4121" y="5827"/>
                    <a:pt x="4835" y="5780"/>
                  </a:cubicBezTo>
                  <a:cubicBezTo>
                    <a:pt x="5240" y="5660"/>
                    <a:pt x="5502" y="5303"/>
                    <a:pt x="5502" y="4898"/>
                  </a:cubicBezTo>
                  <a:cubicBezTo>
                    <a:pt x="5549" y="4136"/>
                    <a:pt x="5359" y="3350"/>
                    <a:pt x="5383" y="2588"/>
                  </a:cubicBezTo>
                  <a:cubicBezTo>
                    <a:pt x="5406" y="1826"/>
                    <a:pt x="5383" y="1064"/>
                    <a:pt x="5287" y="326"/>
                  </a:cubicBezTo>
                  <a:cubicBezTo>
                    <a:pt x="5287" y="231"/>
                    <a:pt x="5240" y="112"/>
                    <a:pt x="5121" y="112"/>
                  </a:cubicBezTo>
                  <a:cubicBezTo>
                    <a:pt x="4603" y="28"/>
                    <a:pt x="4083" y="0"/>
                    <a:pt x="35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76"/>
            <p:cNvSpPr/>
            <p:nvPr/>
          </p:nvSpPr>
          <p:spPr>
            <a:xfrm>
              <a:off x="5183200" y="3410425"/>
              <a:ext cx="132175" cy="45575"/>
            </a:xfrm>
            <a:custGeom>
              <a:rect b="b" l="l" r="r" t="t"/>
              <a:pathLst>
                <a:path extrusionOk="0" h="1823" w="5287">
                  <a:moveTo>
                    <a:pt x="2655" y="1"/>
                  </a:moveTo>
                  <a:cubicBezTo>
                    <a:pt x="2352" y="1"/>
                    <a:pt x="2048" y="149"/>
                    <a:pt x="1881" y="447"/>
                  </a:cubicBezTo>
                  <a:lnTo>
                    <a:pt x="500" y="447"/>
                  </a:lnTo>
                  <a:cubicBezTo>
                    <a:pt x="238" y="447"/>
                    <a:pt x="24" y="638"/>
                    <a:pt x="24" y="876"/>
                  </a:cubicBezTo>
                  <a:cubicBezTo>
                    <a:pt x="0" y="1138"/>
                    <a:pt x="214" y="1376"/>
                    <a:pt x="476" y="1376"/>
                  </a:cubicBezTo>
                  <a:lnTo>
                    <a:pt x="1881" y="1376"/>
                  </a:lnTo>
                  <a:cubicBezTo>
                    <a:pt x="2048" y="1674"/>
                    <a:pt x="2352" y="1822"/>
                    <a:pt x="2655" y="1822"/>
                  </a:cubicBezTo>
                  <a:cubicBezTo>
                    <a:pt x="2959" y="1822"/>
                    <a:pt x="3263" y="1674"/>
                    <a:pt x="3429" y="1376"/>
                  </a:cubicBezTo>
                  <a:lnTo>
                    <a:pt x="4834" y="1376"/>
                  </a:lnTo>
                  <a:cubicBezTo>
                    <a:pt x="5096" y="1376"/>
                    <a:pt x="5287" y="1138"/>
                    <a:pt x="5287" y="876"/>
                  </a:cubicBezTo>
                  <a:cubicBezTo>
                    <a:pt x="5263" y="638"/>
                    <a:pt x="5073" y="447"/>
                    <a:pt x="4811" y="447"/>
                  </a:cubicBezTo>
                  <a:lnTo>
                    <a:pt x="3429" y="447"/>
                  </a:lnTo>
                  <a:cubicBezTo>
                    <a:pt x="3263" y="149"/>
                    <a:pt x="2959" y="1"/>
                    <a:pt x="26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76"/>
          <p:cNvGrpSpPr/>
          <p:nvPr/>
        </p:nvGrpSpPr>
        <p:grpSpPr>
          <a:xfrm>
            <a:off x="3490777" y="3032751"/>
            <a:ext cx="369341" cy="310902"/>
            <a:chOff x="6236375" y="2802425"/>
            <a:chExt cx="282825" cy="238075"/>
          </a:xfrm>
        </p:grpSpPr>
        <p:sp>
          <p:nvSpPr>
            <p:cNvPr id="836" name="Google Shape;836;p76"/>
            <p:cNvSpPr/>
            <p:nvPr/>
          </p:nvSpPr>
          <p:spPr>
            <a:xfrm>
              <a:off x="6300300" y="2892150"/>
              <a:ext cx="52775" cy="41325"/>
            </a:xfrm>
            <a:custGeom>
              <a:rect b="b" l="l" r="r" t="t"/>
              <a:pathLst>
                <a:path extrusionOk="0" h="1653" w="2111">
                  <a:moveTo>
                    <a:pt x="959" y="1"/>
                  </a:moveTo>
                  <a:cubicBezTo>
                    <a:pt x="414" y="1"/>
                    <a:pt x="1" y="519"/>
                    <a:pt x="135" y="1079"/>
                  </a:cubicBezTo>
                  <a:cubicBezTo>
                    <a:pt x="246" y="1500"/>
                    <a:pt x="604" y="1653"/>
                    <a:pt x="999" y="1653"/>
                  </a:cubicBezTo>
                  <a:cubicBezTo>
                    <a:pt x="1028" y="1653"/>
                    <a:pt x="1058" y="1652"/>
                    <a:pt x="1088" y="1650"/>
                  </a:cubicBezTo>
                  <a:cubicBezTo>
                    <a:pt x="2050" y="1603"/>
                    <a:pt x="2110" y="6"/>
                    <a:pt x="1108" y="6"/>
                  </a:cubicBezTo>
                  <a:cubicBezTo>
                    <a:pt x="1093" y="6"/>
                    <a:pt x="1079" y="6"/>
                    <a:pt x="1064" y="7"/>
                  </a:cubicBezTo>
                  <a:cubicBezTo>
                    <a:pt x="1028" y="3"/>
                    <a:pt x="994" y="1"/>
                    <a:pt x="9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76"/>
            <p:cNvSpPr/>
            <p:nvPr/>
          </p:nvSpPr>
          <p:spPr>
            <a:xfrm>
              <a:off x="6357425" y="2845800"/>
              <a:ext cx="52800" cy="41825"/>
            </a:xfrm>
            <a:custGeom>
              <a:rect b="b" l="l" r="r" t="t"/>
              <a:pathLst>
                <a:path extrusionOk="0" h="1673" w="2112">
                  <a:moveTo>
                    <a:pt x="972" y="1"/>
                  </a:moveTo>
                  <a:cubicBezTo>
                    <a:pt x="432" y="1"/>
                    <a:pt x="0" y="527"/>
                    <a:pt x="160" y="1075"/>
                  </a:cubicBezTo>
                  <a:cubicBezTo>
                    <a:pt x="249" y="1500"/>
                    <a:pt x="590" y="1673"/>
                    <a:pt x="1006" y="1673"/>
                  </a:cubicBezTo>
                  <a:cubicBezTo>
                    <a:pt x="1033" y="1673"/>
                    <a:pt x="1061" y="1672"/>
                    <a:pt x="1089" y="1671"/>
                  </a:cubicBezTo>
                  <a:cubicBezTo>
                    <a:pt x="2051" y="1624"/>
                    <a:pt x="2111" y="3"/>
                    <a:pt x="1086" y="3"/>
                  </a:cubicBezTo>
                  <a:cubicBezTo>
                    <a:pt x="1071" y="3"/>
                    <a:pt x="1056" y="3"/>
                    <a:pt x="1041" y="4"/>
                  </a:cubicBezTo>
                  <a:cubicBezTo>
                    <a:pt x="1018" y="2"/>
                    <a:pt x="995" y="1"/>
                    <a:pt x="9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76"/>
            <p:cNvSpPr/>
            <p:nvPr/>
          </p:nvSpPr>
          <p:spPr>
            <a:xfrm>
              <a:off x="6428925" y="2862400"/>
              <a:ext cx="52750" cy="41900"/>
            </a:xfrm>
            <a:custGeom>
              <a:rect b="b" l="l" r="r" t="t"/>
              <a:pathLst>
                <a:path extrusionOk="0" h="1676" w="2110">
                  <a:moveTo>
                    <a:pt x="962" y="0"/>
                  </a:moveTo>
                  <a:cubicBezTo>
                    <a:pt x="415" y="0"/>
                    <a:pt x="1" y="539"/>
                    <a:pt x="158" y="1078"/>
                  </a:cubicBezTo>
                  <a:cubicBezTo>
                    <a:pt x="247" y="1503"/>
                    <a:pt x="609" y="1676"/>
                    <a:pt x="1008" y="1676"/>
                  </a:cubicBezTo>
                  <a:cubicBezTo>
                    <a:pt x="1034" y="1676"/>
                    <a:pt x="1060" y="1675"/>
                    <a:pt x="1086" y="1673"/>
                  </a:cubicBezTo>
                  <a:cubicBezTo>
                    <a:pt x="2056" y="1626"/>
                    <a:pt x="2110" y="6"/>
                    <a:pt x="1085" y="6"/>
                  </a:cubicBezTo>
                  <a:cubicBezTo>
                    <a:pt x="1078" y="6"/>
                    <a:pt x="1070" y="6"/>
                    <a:pt x="1063" y="6"/>
                  </a:cubicBezTo>
                  <a:cubicBezTo>
                    <a:pt x="1029" y="2"/>
                    <a:pt x="995" y="0"/>
                    <a:pt x="9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76"/>
            <p:cNvSpPr/>
            <p:nvPr/>
          </p:nvSpPr>
          <p:spPr>
            <a:xfrm>
              <a:off x="6408025" y="2924450"/>
              <a:ext cx="76625" cy="59725"/>
            </a:xfrm>
            <a:custGeom>
              <a:rect b="b" l="l" r="r" t="t"/>
              <a:pathLst>
                <a:path extrusionOk="0" h="2389" w="3065">
                  <a:moveTo>
                    <a:pt x="1517" y="0"/>
                  </a:moveTo>
                  <a:cubicBezTo>
                    <a:pt x="877" y="0"/>
                    <a:pt x="0" y="458"/>
                    <a:pt x="255" y="1549"/>
                  </a:cubicBezTo>
                  <a:cubicBezTo>
                    <a:pt x="409" y="2139"/>
                    <a:pt x="883" y="2388"/>
                    <a:pt x="1457" y="2388"/>
                  </a:cubicBezTo>
                  <a:cubicBezTo>
                    <a:pt x="1508" y="2388"/>
                    <a:pt x="1560" y="2386"/>
                    <a:pt x="1613" y="2383"/>
                  </a:cubicBezTo>
                  <a:cubicBezTo>
                    <a:pt x="2980" y="2312"/>
                    <a:pt x="3064" y="0"/>
                    <a:pt x="1610" y="0"/>
                  </a:cubicBezTo>
                  <a:cubicBezTo>
                    <a:pt x="1595" y="0"/>
                    <a:pt x="1580" y="1"/>
                    <a:pt x="1565" y="1"/>
                  </a:cubicBezTo>
                  <a:cubicBezTo>
                    <a:pt x="1549" y="1"/>
                    <a:pt x="1533" y="0"/>
                    <a:pt x="15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76"/>
            <p:cNvSpPr/>
            <p:nvPr/>
          </p:nvSpPr>
          <p:spPr>
            <a:xfrm>
              <a:off x="6236375" y="2802425"/>
              <a:ext cx="282825" cy="238075"/>
            </a:xfrm>
            <a:custGeom>
              <a:rect b="b" l="l" r="r" t="t"/>
              <a:pathLst>
                <a:path extrusionOk="0" h="9523" w="11313">
                  <a:moveTo>
                    <a:pt x="6831" y="950"/>
                  </a:moveTo>
                  <a:cubicBezTo>
                    <a:pt x="7938" y="950"/>
                    <a:pt x="9013" y="1343"/>
                    <a:pt x="9836" y="2286"/>
                  </a:cubicBezTo>
                  <a:cubicBezTo>
                    <a:pt x="10384" y="2929"/>
                    <a:pt x="10336" y="4263"/>
                    <a:pt x="10289" y="5025"/>
                  </a:cubicBezTo>
                  <a:cubicBezTo>
                    <a:pt x="10241" y="6097"/>
                    <a:pt x="9908" y="7240"/>
                    <a:pt x="9146" y="8002"/>
                  </a:cubicBezTo>
                  <a:cubicBezTo>
                    <a:pt x="8828" y="8331"/>
                    <a:pt x="8185" y="8579"/>
                    <a:pt x="7638" y="8579"/>
                  </a:cubicBezTo>
                  <a:cubicBezTo>
                    <a:pt x="7078" y="8579"/>
                    <a:pt x="6620" y="8319"/>
                    <a:pt x="6717" y="7621"/>
                  </a:cubicBezTo>
                  <a:cubicBezTo>
                    <a:pt x="6836" y="6835"/>
                    <a:pt x="6669" y="5692"/>
                    <a:pt x="5621" y="5668"/>
                  </a:cubicBezTo>
                  <a:cubicBezTo>
                    <a:pt x="5606" y="5668"/>
                    <a:pt x="5591" y="5668"/>
                    <a:pt x="5576" y="5668"/>
                  </a:cubicBezTo>
                  <a:cubicBezTo>
                    <a:pt x="4473" y="5668"/>
                    <a:pt x="3602" y="6420"/>
                    <a:pt x="2496" y="6420"/>
                  </a:cubicBezTo>
                  <a:cubicBezTo>
                    <a:pt x="2359" y="6420"/>
                    <a:pt x="2218" y="6408"/>
                    <a:pt x="2073" y="6382"/>
                  </a:cubicBezTo>
                  <a:cubicBezTo>
                    <a:pt x="1001" y="6192"/>
                    <a:pt x="1239" y="4906"/>
                    <a:pt x="1573" y="4192"/>
                  </a:cubicBezTo>
                  <a:cubicBezTo>
                    <a:pt x="1978" y="3453"/>
                    <a:pt x="2501" y="2810"/>
                    <a:pt x="3168" y="2310"/>
                  </a:cubicBezTo>
                  <a:cubicBezTo>
                    <a:pt x="4196" y="1488"/>
                    <a:pt x="5535" y="950"/>
                    <a:pt x="6831" y="950"/>
                  </a:cubicBezTo>
                  <a:close/>
                  <a:moveTo>
                    <a:pt x="6683" y="0"/>
                  </a:moveTo>
                  <a:cubicBezTo>
                    <a:pt x="5141" y="0"/>
                    <a:pt x="3707" y="719"/>
                    <a:pt x="2501" y="1667"/>
                  </a:cubicBezTo>
                  <a:cubicBezTo>
                    <a:pt x="1239" y="2763"/>
                    <a:pt x="1" y="4311"/>
                    <a:pt x="477" y="6073"/>
                  </a:cubicBezTo>
                  <a:cubicBezTo>
                    <a:pt x="746" y="7042"/>
                    <a:pt x="1630" y="7348"/>
                    <a:pt x="2547" y="7348"/>
                  </a:cubicBezTo>
                  <a:cubicBezTo>
                    <a:pt x="3094" y="7348"/>
                    <a:pt x="3652" y="7239"/>
                    <a:pt x="4097" y="7097"/>
                  </a:cubicBezTo>
                  <a:cubicBezTo>
                    <a:pt x="4430" y="6978"/>
                    <a:pt x="4764" y="6787"/>
                    <a:pt x="5121" y="6668"/>
                  </a:cubicBezTo>
                  <a:cubicBezTo>
                    <a:pt x="5245" y="6622"/>
                    <a:pt x="5348" y="6601"/>
                    <a:pt x="5434" y="6601"/>
                  </a:cubicBezTo>
                  <a:cubicBezTo>
                    <a:pt x="5881" y="6601"/>
                    <a:pt x="5872" y="7154"/>
                    <a:pt x="5812" y="7573"/>
                  </a:cubicBezTo>
                  <a:cubicBezTo>
                    <a:pt x="5716" y="8121"/>
                    <a:pt x="5740" y="8764"/>
                    <a:pt x="6264" y="9097"/>
                  </a:cubicBezTo>
                  <a:cubicBezTo>
                    <a:pt x="6688" y="9392"/>
                    <a:pt x="7176" y="9523"/>
                    <a:pt x="7669" y="9523"/>
                  </a:cubicBezTo>
                  <a:cubicBezTo>
                    <a:pt x="8450" y="9523"/>
                    <a:pt x="9243" y="9194"/>
                    <a:pt x="9813" y="8669"/>
                  </a:cubicBezTo>
                  <a:cubicBezTo>
                    <a:pt x="10741" y="7811"/>
                    <a:pt x="11075" y="6430"/>
                    <a:pt x="11194" y="5216"/>
                  </a:cubicBezTo>
                  <a:cubicBezTo>
                    <a:pt x="11313" y="4144"/>
                    <a:pt x="11241" y="2620"/>
                    <a:pt x="10551" y="1715"/>
                  </a:cubicBezTo>
                  <a:cubicBezTo>
                    <a:pt x="9836" y="810"/>
                    <a:pt x="8693" y="310"/>
                    <a:pt x="7645" y="95"/>
                  </a:cubicBezTo>
                  <a:cubicBezTo>
                    <a:pt x="7321" y="30"/>
                    <a:pt x="6999" y="0"/>
                    <a:pt x="66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76"/>
          <p:cNvGrpSpPr/>
          <p:nvPr/>
        </p:nvGrpSpPr>
        <p:grpSpPr>
          <a:xfrm>
            <a:off x="4615842" y="1543104"/>
            <a:ext cx="315701" cy="284849"/>
            <a:chOff x="5698175" y="2389350"/>
            <a:chExt cx="241750" cy="218125"/>
          </a:xfrm>
        </p:grpSpPr>
        <p:sp>
          <p:nvSpPr>
            <p:cNvPr id="842" name="Google Shape;842;p76"/>
            <p:cNvSpPr/>
            <p:nvPr/>
          </p:nvSpPr>
          <p:spPr>
            <a:xfrm>
              <a:off x="5698175" y="2389350"/>
              <a:ext cx="241750" cy="218125"/>
            </a:xfrm>
            <a:custGeom>
              <a:rect b="b" l="l" r="r" t="t"/>
              <a:pathLst>
                <a:path extrusionOk="0" h="8725" w="9670">
                  <a:moveTo>
                    <a:pt x="4981" y="932"/>
                  </a:moveTo>
                  <a:cubicBezTo>
                    <a:pt x="6004" y="932"/>
                    <a:pt x="7073" y="1171"/>
                    <a:pt x="7788" y="1854"/>
                  </a:cubicBezTo>
                  <a:cubicBezTo>
                    <a:pt x="8526" y="2663"/>
                    <a:pt x="8669" y="3830"/>
                    <a:pt x="8145" y="4783"/>
                  </a:cubicBezTo>
                  <a:cubicBezTo>
                    <a:pt x="7541" y="5894"/>
                    <a:pt x="6313" y="6175"/>
                    <a:pt x="5130" y="6175"/>
                  </a:cubicBezTo>
                  <a:cubicBezTo>
                    <a:pt x="4868" y="6175"/>
                    <a:pt x="4609" y="6162"/>
                    <a:pt x="4359" y="6140"/>
                  </a:cubicBezTo>
                  <a:cubicBezTo>
                    <a:pt x="4323" y="6128"/>
                    <a:pt x="4287" y="6122"/>
                    <a:pt x="4249" y="6122"/>
                  </a:cubicBezTo>
                  <a:cubicBezTo>
                    <a:pt x="4210" y="6122"/>
                    <a:pt x="4168" y="6128"/>
                    <a:pt x="4121" y="6140"/>
                  </a:cubicBezTo>
                  <a:cubicBezTo>
                    <a:pt x="4025" y="6140"/>
                    <a:pt x="3930" y="6188"/>
                    <a:pt x="3859" y="6283"/>
                  </a:cubicBezTo>
                  <a:cubicBezTo>
                    <a:pt x="3263" y="6712"/>
                    <a:pt x="2644" y="7140"/>
                    <a:pt x="2025" y="7521"/>
                  </a:cubicBezTo>
                  <a:cubicBezTo>
                    <a:pt x="1953" y="6807"/>
                    <a:pt x="1953" y="6092"/>
                    <a:pt x="1953" y="5354"/>
                  </a:cubicBezTo>
                  <a:cubicBezTo>
                    <a:pt x="1953" y="5235"/>
                    <a:pt x="1906" y="5116"/>
                    <a:pt x="1811" y="5045"/>
                  </a:cubicBezTo>
                  <a:cubicBezTo>
                    <a:pt x="1382" y="4164"/>
                    <a:pt x="1358" y="3140"/>
                    <a:pt x="1763" y="2258"/>
                  </a:cubicBezTo>
                  <a:cubicBezTo>
                    <a:pt x="2096" y="1496"/>
                    <a:pt x="2858" y="1211"/>
                    <a:pt x="3620" y="1068"/>
                  </a:cubicBezTo>
                  <a:cubicBezTo>
                    <a:pt x="4037" y="984"/>
                    <a:pt x="4504" y="932"/>
                    <a:pt x="4981" y="932"/>
                  </a:cubicBezTo>
                  <a:close/>
                  <a:moveTo>
                    <a:pt x="4996" y="0"/>
                  </a:moveTo>
                  <a:cubicBezTo>
                    <a:pt x="4210" y="0"/>
                    <a:pt x="3434" y="121"/>
                    <a:pt x="2787" y="306"/>
                  </a:cubicBezTo>
                  <a:cubicBezTo>
                    <a:pt x="620" y="949"/>
                    <a:pt x="1" y="3687"/>
                    <a:pt x="1025" y="5521"/>
                  </a:cubicBezTo>
                  <a:cubicBezTo>
                    <a:pt x="1025" y="6474"/>
                    <a:pt x="1072" y="7450"/>
                    <a:pt x="1191" y="8402"/>
                  </a:cubicBezTo>
                  <a:cubicBezTo>
                    <a:pt x="1242" y="8606"/>
                    <a:pt x="1426" y="8725"/>
                    <a:pt x="1622" y="8725"/>
                  </a:cubicBezTo>
                  <a:cubicBezTo>
                    <a:pt x="1701" y="8725"/>
                    <a:pt x="1783" y="8706"/>
                    <a:pt x="1858" y="8664"/>
                  </a:cubicBezTo>
                  <a:cubicBezTo>
                    <a:pt x="2715" y="8188"/>
                    <a:pt x="3549" y="7640"/>
                    <a:pt x="4359" y="7069"/>
                  </a:cubicBezTo>
                  <a:cubicBezTo>
                    <a:pt x="4596" y="7088"/>
                    <a:pt x="4836" y="7098"/>
                    <a:pt x="5075" y="7098"/>
                  </a:cubicBezTo>
                  <a:cubicBezTo>
                    <a:pt x="6639" y="7098"/>
                    <a:pt x="8197" y="6647"/>
                    <a:pt x="9003" y="5140"/>
                  </a:cubicBezTo>
                  <a:cubicBezTo>
                    <a:pt x="9669" y="3782"/>
                    <a:pt x="9384" y="2139"/>
                    <a:pt x="8312" y="1115"/>
                  </a:cubicBezTo>
                  <a:cubicBezTo>
                    <a:pt x="7496" y="299"/>
                    <a:pt x="6234" y="0"/>
                    <a:pt x="49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76"/>
            <p:cNvSpPr/>
            <p:nvPr/>
          </p:nvSpPr>
          <p:spPr>
            <a:xfrm>
              <a:off x="5757350" y="2438400"/>
              <a:ext cx="117725" cy="27325"/>
            </a:xfrm>
            <a:custGeom>
              <a:rect b="b" l="l" r="r" t="t"/>
              <a:pathLst>
                <a:path extrusionOk="0" h="1093" w="4709">
                  <a:moveTo>
                    <a:pt x="1609" y="0"/>
                  </a:moveTo>
                  <a:cubicBezTo>
                    <a:pt x="1129" y="0"/>
                    <a:pt x="646" y="265"/>
                    <a:pt x="229" y="463"/>
                  </a:cubicBezTo>
                  <a:cubicBezTo>
                    <a:pt x="0" y="567"/>
                    <a:pt x="135" y="890"/>
                    <a:pt x="364" y="890"/>
                  </a:cubicBezTo>
                  <a:cubicBezTo>
                    <a:pt x="397" y="890"/>
                    <a:pt x="432" y="883"/>
                    <a:pt x="468" y="868"/>
                  </a:cubicBezTo>
                  <a:cubicBezTo>
                    <a:pt x="825" y="654"/>
                    <a:pt x="1230" y="535"/>
                    <a:pt x="1658" y="463"/>
                  </a:cubicBezTo>
                  <a:cubicBezTo>
                    <a:pt x="1672" y="462"/>
                    <a:pt x="1685" y="462"/>
                    <a:pt x="1699" y="462"/>
                  </a:cubicBezTo>
                  <a:cubicBezTo>
                    <a:pt x="2152" y="462"/>
                    <a:pt x="2456" y="848"/>
                    <a:pt x="2849" y="987"/>
                  </a:cubicBezTo>
                  <a:cubicBezTo>
                    <a:pt x="3037" y="1062"/>
                    <a:pt x="3208" y="1092"/>
                    <a:pt x="3373" y="1092"/>
                  </a:cubicBezTo>
                  <a:cubicBezTo>
                    <a:pt x="3729" y="1092"/>
                    <a:pt x="4053" y="951"/>
                    <a:pt x="4445" y="820"/>
                  </a:cubicBezTo>
                  <a:cubicBezTo>
                    <a:pt x="4709" y="732"/>
                    <a:pt x="4627" y="360"/>
                    <a:pt x="4388" y="360"/>
                  </a:cubicBezTo>
                  <a:cubicBezTo>
                    <a:pt x="4368" y="360"/>
                    <a:pt x="4347" y="362"/>
                    <a:pt x="4326" y="368"/>
                  </a:cubicBezTo>
                  <a:cubicBezTo>
                    <a:pt x="3986" y="486"/>
                    <a:pt x="3692" y="613"/>
                    <a:pt x="3381" y="613"/>
                  </a:cubicBezTo>
                  <a:cubicBezTo>
                    <a:pt x="3191" y="613"/>
                    <a:pt x="2994" y="566"/>
                    <a:pt x="2778" y="439"/>
                  </a:cubicBezTo>
                  <a:cubicBezTo>
                    <a:pt x="2516" y="249"/>
                    <a:pt x="2206" y="106"/>
                    <a:pt x="1896" y="34"/>
                  </a:cubicBezTo>
                  <a:cubicBezTo>
                    <a:pt x="1801" y="11"/>
                    <a:pt x="1705" y="0"/>
                    <a:pt x="1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76"/>
            <p:cNvSpPr/>
            <p:nvPr/>
          </p:nvSpPr>
          <p:spPr>
            <a:xfrm>
              <a:off x="5757475" y="2485075"/>
              <a:ext cx="117475" cy="27425"/>
            </a:xfrm>
            <a:custGeom>
              <a:rect b="b" l="l" r="r" t="t"/>
              <a:pathLst>
                <a:path extrusionOk="0" h="1097" w="4699">
                  <a:moveTo>
                    <a:pt x="1643" y="0"/>
                  </a:moveTo>
                  <a:cubicBezTo>
                    <a:pt x="1150" y="0"/>
                    <a:pt x="652" y="274"/>
                    <a:pt x="224" y="477"/>
                  </a:cubicBezTo>
                  <a:cubicBezTo>
                    <a:pt x="1" y="579"/>
                    <a:pt x="124" y="889"/>
                    <a:pt x="343" y="889"/>
                  </a:cubicBezTo>
                  <a:cubicBezTo>
                    <a:pt x="380" y="889"/>
                    <a:pt x="421" y="879"/>
                    <a:pt x="463" y="858"/>
                  </a:cubicBezTo>
                  <a:cubicBezTo>
                    <a:pt x="820" y="668"/>
                    <a:pt x="1225" y="525"/>
                    <a:pt x="1653" y="477"/>
                  </a:cubicBezTo>
                  <a:cubicBezTo>
                    <a:pt x="1678" y="475"/>
                    <a:pt x="1703" y="474"/>
                    <a:pt x="1727" y="474"/>
                  </a:cubicBezTo>
                  <a:cubicBezTo>
                    <a:pt x="2162" y="474"/>
                    <a:pt x="2460" y="866"/>
                    <a:pt x="2844" y="1001"/>
                  </a:cubicBezTo>
                  <a:cubicBezTo>
                    <a:pt x="3031" y="1069"/>
                    <a:pt x="3201" y="1096"/>
                    <a:pt x="3365" y="1096"/>
                  </a:cubicBezTo>
                  <a:cubicBezTo>
                    <a:pt x="3723" y="1096"/>
                    <a:pt x="4048" y="965"/>
                    <a:pt x="4440" y="835"/>
                  </a:cubicBezTo>
                  <a:cubicBezTo>
                    <a:pt x="4698" y="748"/>
                    <a:pt x="4625" y="369"/>
                    <a:pt x="4397" y="369"/>
                  </a:cubicBezTo>
                  <a:cubicBezTo>
                    <a:pt x="4373" y="369"/>
                    <a:pt x="4347" y="373"/>
                    <a:pt x="4321" y="382"/>
                  </a:cubicBezTo>
                  <a:cubicBezTo>
                    <a:pt x="3990" y="497"/>
                    <a:pt x="3703" y="612"/>
                    <a:pt x="3402" y="612"/>
                  </a:cubicBezTo>
                  <a:cubicBezTo>
                    <a:pt x="3204" y="612"/>
                    <a:pt x="2999" y="562"/>
                    <a:pt x="2773" y="430"/>
                  </a:cubicBezTo>
                  <a:cubicBezTo>
                    <a:pt x="2511" y="263"/>
                    <a:pt x="2201" y="120"/>
                    <a:pt x="1891" y="25"/>
                  </a:cubicBezTo>
                  <a:cubicBezTo>
                    <a:pt x="1809" y="8"/>
                    <a:pt x="1726" y="0"/>
                    <a:pt x="16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5" name="Google Shape;845;p76"/>
          <p:cNvSpPr/>
          <p:nvPr/>
        </p:nvSpPr>
        <p:spPr>
          <a:xfrm>
            <a:off x="7994125" y="157325"/>
            <a:ext cx="942000" cy="942000"/>
          </a:xfrm>
          <a:prstGeom prst="star12">
            <a:avLst>
              <a:gd fmla="val 37500" name="adj"/>
            </a:avLst>
          </a:prstGeom>
          <a:solidFill>
            <a:srgbClr val="00FF00"/>
          </a:solidFill>
          <a:ln cap="flat" cmpd="sng" w="9525">
            <a:solidFill>
              <a:srgbClr val="762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3·4</a:t>
            </a:r>
            <a:endParaRPr b="1"/>
          </a:p>
        </p:txBody>
      </p:sp>
      <p:pic>
        <p:nvPicPr>
          <p:cNvPr id="846" name="Google Shape;84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920200" y="2931176"/>
            <a:ext cx="2015925" cy="100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Notebook Lesson by Slidesgo">
  <a:themeElements>
    <a:clrScheme name="Simple Light">
      <a:dk1>
        <a:srgbClr val="595959"/>
      </a:dk1>
      <a:lt1>
        <a:srgbClr val="F1E232"/>
      </a:lt1>
      <a:dk2>
        <a:srgbClr val="595959"/>
      </a:dk2>
      <a:lt2>
        <a:srgbClr val="D68CB0"/>
      </a:lt2>
      <a:accent1>
        <a:srgbClr val="F1E232"/>
      </a:accent1>
      <a:accent2>
        <a:srgbClr val="415EB4"/>
      </a:accent2>
      <a:accent3>
        <a:srgbClr val="F1E232"/>
      </a:accent3>
      <a:accent4>
        <a:srgbClr val="504DFD"/>
      </a:accent4>
      <a:accent5>
        <a:srgbClr val="9E6490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