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Roboto Mono Medium"/>
      <p:regular r:id="rId34"/>
      <p:bold r:id="rId35"/>
      <p:italic r:id="rId36"/>
      <p:boldItalic r:id="rId37"/>
    </p:embeddedFont>
    <p:embeddedFont>
      <p:font typeface="Concert One"/>
      <p:regular r:id="rId38"/>
    </p:embeddedFont>
    <p:embeddedFont>
      <p:font typeface="Anonymous Pro"/>
      <p:regular r:id="rId39"/>
      <p:bold r:id="rId40"/>
      <p:italic r:id="rId41"/>
      <p:boldItalic r:id="rId42"/>
    </p:embeddedFont>
    <p:embeddedFont>
      <p:font typeface="Coming Soon"/>
      <p:regular r:id="rId43"/>
    </p:embeddedFon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iFJIA5FVfsuVcX0tVFG6uwu/md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nonymousPro-bold.fntdata"/><Relationship Id="rId20" Type="http://schemas.openxmlformats.org/officeDocument/2006/relationships/slide" Target="slides/slide16.xml"/><Relationship Id="rId42" Type="http://schemas.openxmlformats.org/officeDocument/2006/relationships/font" Target="fonts/AnonymousPro-boldItalic.fntdata"/><Relationship Id="rId41" Type="http://schemas.openxmlformats.org/officeDocument/2006/relationships/font" Target="fonts/AnonymousPro-italic.fntdata"/><Relationship Id="rId22" Type="http://schemas.openxmlformats.org/officeDocument/2006/relationships/slide" Target="slides/slide18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7.xml"/><Relationship Id="rId43" Type="http://schemas.openxmlformats.org/officeDocument/2006/relationships/font" Target="fonts/ComingSoon-regular.fntdata"/><Relationship Id="rId24" Type="http://schemas.openxmlformats.org/officeDocument/2006/relationships/slide" Target="slides/slide20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9.xml"/><Relationship Id="rId45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RobotoMonoMedium-bold.fntdata"/><Relationship Id="rId12" Type="http://schemas.openxmlformats.org/officeDocument/2006/relationships/slide" Target="slides/slide8.xml"/><Relationship Id="rId34" Type="http://schemas.openxmlformats.org/officeDocument/2006/relationships/font" Target="fonts/RobotoMonoMedium-regular.fntdata"/><Relationship Id="rId15" Type="http://schemas.openxmlformats.org/officeDocument/2006/relationships/slide" Target="slides/slide11.xml"/><Relationship Id="rId37" Type="http://schemas.openxmlformats.org/officeDocument/2006/relationships/font" Target="fonts/RobotoMonoMedium-boldItalic.fntdata"/><Relationship Id="rId14" Type="http://schemas.openxmlformats.org/officeDocument/2006/relationships/slide" Target="slides/slide10.xml"/><Relationship Id="rId36" Type="http://schemas.openxmlformats.org/officeDocument/2006/relationships/font" Target="fonts/RobotoMonoMedium-italic.fntdata"/><Relationship Id="rId17" Type="http://schemas.openxmlformats.org/officeDocument/2006/relationships/slide" Target="slides/slide13.xml"/><Relationship Id="rId39" Type="http://schemas.openxmlformats.org/officeDocument/2006/relationships/font" Target="fonts/AnonymousPro-regular.fntdata"/><Relationship Id="rId16" Type="http://schemas.openxmlformats.org/officeDocument/2006/relationships/slide" Target="slides/slide12.xml"/><Relationship Id="rId38" Type="http://schemas.openxmlformats.org/officeDocument/2006/relationships/font" Target="fonts/ConcertOne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34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4"/>
          <p:cNvPicPr preferRelativeResize="0"/>
          <p:nvPr/>
        </p:nvPicPr>
        <p:blipFill rotWithShape="1">
          <a:blip r:embed="rId4">
            <a:alphaModFix/>
          </a:blip>
          <a:srcRect b="6838" l="0" r="1546" t="0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3300000" dist="19050">
              <a:srgbClr val="000000">
                <a:alpha val="34118"/>
              </a:srgbClr>
            </a:outerShdw>
          </a:effectLst>
        </p:spPr>
      </p:pic>
      <p:sp>
        <p:nvSpPr>
          <p:cNvPr id="13" name="Google Shape;13;p34"/>
          <p:cNvSpPr txBox="1"/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8" name="Google Shape;18;p35"/>
          <p:cNvSpPr txBox="1"/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9" name="Google Shape;19;p35"/>
          <p:cNvSpPr txBox="1"/>
          <p:nvPr>
            <p:ph idx="1" type="subTitle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/>
        </p:txBody>
      </p:sp>
      <p:sp>
        <p:nvSpPr>
          <p:cNvPr id="20" name="Google Shape;20;p35"/>
          <p:cNvSpPr txBox="1"/>
          <p:nvPr>
            <p:ph idx="2" type="title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0"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6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6"/>
          <p:cNvSpPr txBox="1"/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5" name="Google Shape;25;p36"/>
          <p:cNvSpPr txBox="1"/>
          <p:nvPr>
            <p:ph idx="1" type="subTitle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2" type="title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7" name="Google Shape;27;p36"/>
          <p:cNvSpPr txBox="1"/>
          <p:nvPr>
            <p:ph idx="3" type="subTitle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36"/>
          <p:cNvSpPr txBox="1"/>
          <p:nvPr>
            <p:ph idx="4" type="title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9" name="Google Shape;29;p36"/>
          <p:cNvSpPr txBox="1"/>
          <p:nvPr>
            <p:ph idx="5" type="subTitle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6" type="title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31" name="Google Shape;31;p36"/>
          <p:cNvSpPr txBox="1"/>
          <p:nvPr>
            <p:ph idx="7" type="subTitle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" name="Google Shape;32;p36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SECTION_TITLE_AND_DESCRIPTION_1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7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7"/>
          <p:cNvSpPr txBox="1"/>
          <p:nvPr>
            <p:ph type="title"/>
          </p:nvPr>
        </p:nvSpPr>
        <p:spPr>
          <a:xfrm>
            <a:off x="800975" y="2010025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37" name="Google Shape;37;p37"/>
          <p:cNvSpPr txBox="1"/>
          <p:nvPr>
            <p:ph idx="1" type="subTitle"/>
          </p:nvPr>
        </p:nvSpPr>
        <p:spPr>
          <a:xfrm>
            <a:off x="801101" y="2389868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37"/>
          <p:cNvSpPr txBox="1"/>
          <p:nvPr>
            <p:ph idx="2" type="title"/>
          </p:nvPr>
        </p:nvSpPr>
        <p:spPr>
          <a:xfrm>
            <a:off x="5850883" y="2010025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39" name="Google Shape;39;p37"/>
          <p:cNvSpPr txBox="1"/>
          <p:nvPr>
            <p:ph idx="3" type="subTitle"/>
          </p:nvPr>
        </p:nvSpPr>
        <p:spPr>
          <a:xfrm>
            <a:off x="5850880" y="2389875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37"/>
          <p:cNvSpPr txBox="1"/>
          <p:nvPr>
            <p:ph idx="4" type="title"/>
          </p:nvPr>
        </p:nvSpPr>
        <p:spPr>
          <a:xfrm>
            <a:off x="800975" y="3449700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41" name="Google Shape;41;p37"/>
          <p:cNvSpPr txBox="1"/>
          <p:nvPr>
            <p:ph idx="5" type="subTitle"/>
          </p:nvPr>
        </p:nvSpPr>
        <p:spPr>
          <a:xfrm>
            <a:off x="801101" y="3838273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" name="Google Shape;42;p37"/>
          <p:cNvSpPr txBox="1"/>
          <p:nvPr>
            <p:ph idx="6" type="title"/>
          </p:nvPr>
        </p:nvSpPr>
        <p:spPr>
          <a:xfrm>
            <a:off x="5850883" y="3449699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43" name="Google Shape;43;p37"/>
          <p:cNvSpPr txBox="1"/>
          <p:nvPr>
            <p:ph idx="7" type="subTitle"/>
          </p:nvPr>
        </p:nvSpPr>
        <p:spPr>
          <a:xfrm>
            <a:off x="5850880" y="3838276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37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8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8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8"/>
          <p:cNvSpPr txBox="1"/>
          <p:nvPr>
            <p:ph idx="1" type="subTitle"/>
          </p:nvPr>
        </p:nvSpPr>
        <p:spPr>
          <a:xfrm>
            <a:off x="1629950" y="3828100"/>
            <a:ext cx="23325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cert One"/>
              <a:buNone/>
              <a:defRPr sz="1600"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2" type="body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38"/>
          <p:cNvSpPr txBox="1"/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SECTION_TITLE_AND_DESCRIPTION_1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9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9"/>
          <p:cNvSpPr txBox="1"/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55" name="Google Shape;55;p39"/>
          <p:cNvSpPr txBox="1"/>
          <p:nvPr>
            <p:ph idx="1" type="subTitle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39"/>
          <p:cNvSpPr txBox="1"/>
          <p:nvPr>
            <p:ph idx="2" type="title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57" name="Google Shape;57;p39"/>
          <p:cNvSpPr txBox="1"/>
          <p:nvPr>
            <p:ph idx="3" type="subTitle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39"/>
          <p:cNvSpPr txBox="1"/>
          <p:nvPr>
            <p:ph idx="4" type="title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59" name="Google Shape;59;p39"/>
          <p:cNvSpPr txBox="1"/>
          <p:nvPr>
            <p:ph idx="5" type="subTitle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39"/>
          <p:cNvSpPr txBox="1"/>
          <p:nvPr>
            <p:ph idx="6" type="title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61" name="Google Shape;61;p39"/>
          <p:cNvSpPr txBox="1"/>
          <p:nvPr>
            <p:ph idx="7" type="subTitle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Google Shape;62;p39"/>
          <p:cNvSpPr txBox="1"/>
          <p:nvPr>
            <p:ph idx="8" type="title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40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0"/>
          <p:cNvSpPr txBox="1"/>
          <p:nvPr>
            <p:ph type="title"/>
          </p:nvPr>
        </p:nvSpPr>
        <p:spPr>
          <a:xfrm>
            <a:off x="534900" y="2495013"/>
            <a:ext cx="3798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7" name="Google Shape;67;p40"/>
          <p:cNvSpPr txBox="1"/>
          <p:nvPr>
            <p:ph idx="1" type="subTitle"/>
          </p:nvPr>
        </p:nvSpPr>
        <p:spPr>
          <a:xfrm>
            <a:off x="799650" y="3241096"/>
            <a:ext cx="32685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/>
        </p:txBody>
      </p:sp>
      <p:sp>
        <p:nvSpPr>
          <p:cNvPr id="68" name="Google Shape;68;p40"/>
          <p:cNvSpPr txBox="1"/>
          <p:nvPr>
            <p:ph idx="2" type="title"/>
          </p:nvPr>
        </p:nvSpPr>
        <p:spPr>
          <a:xfrm>
            <a:off x="1640100" y="1347913"/>
            <a:ext cx="1587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0"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1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1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1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1"/>
          <p:cNvSpPr txBox="1"/>
          <p:nvPr>
            <p:ph type="title"/>
          </p:nvPr>
        </p:nvSpPr>
        <p:spPr>
          <a:xfrm>
            <a:off x="90747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73" name="Google Shape;73;p41"/>
          <p:cNvSpPr txBox="1"/>
          <p:nvPr>
            <p:ph idx="1" type="subTitle"/>
          </p:nvPr>
        </p:nvSpPr>
        <p:spPr>
          <a:xfrm>
            <a:off x="113785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41"/>
          <p:cNvSpPr txBox="1"/>
          <p:nvPr>
            <p:ph idx="2" type="title"/>
          </p:nvPr>
        </p:nvSpPr>
        <p:spPr>
          <a:xfrm>
            <a:off x="531873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75" name="Google Shape;75;p41"/>
          <p:cNvSpPr txBox="1"/>
          <p:nvPr>
            <p:ph idx="3" type="subTitle"/>
          </p:nvPr>
        </p:nvSpPr>
        <p:spPr>
          <a:xfrm>
            <a:off x="554912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SECTION_TITLE_AND_DESCRIPTION_1_1_4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2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2"/>
          <p:cNvSpPr txBox="1"/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" name="Google Shape;80;p42"/>
          <p:cNvSpPr txBox="1"/>
          <p:nvPr>
            <p:ph idx="1" type="subTitle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42"/>
          <p:cNvSpPr txBox="1"/>
          <p:nvPr>
            <p:ph idx="2" type="title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42"/>
          <p:cNvSpPr txBox="1"/>
          <p:nvPr>
            <p:ph idx="3" type="subTitle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42"/>
          <p:cNvSpPr txBox="1"/>
          <p:nvPr>
            <p:ph idx="4" type="title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42"/>
          <p:cNvSpPr txBox="1"/>
          <p:nvPr>
            <p:ph idx="5" type="subTitle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" name="Google Shape;85;p42"/>
          <p:cNvSpPr txBox="1"/>
          <p:nvPr>
            <p:ph idx="6" type="title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SECTION_TITLE_AND_DESCRIPTION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3"/>
          <p:cNvSpPr txBox="1"/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43"/>
          <p:cNvSpPr txBox="1"/>
          <p:nvPr>
            <p:ph idx="1" type="subTitle"/>
          </p:nvPr>
        </p:nvSpPr>
        <p:spPr>
          <a:xfrm>
            <a:off x="6013614" y="1199352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43"/>
          <p:cNvSpPr txBox="1"/>
          <p:nvPr>
            <p:ph idx="2" type="title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" name="Google Shape;92;p43"/>
          <p:cNvSpPr txBox="1"/>
          <p:nvPr>
            <p:ph idx="3" type="subTitle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43"/>
          <p:cNvSpPr txBox="1"/>
          <p:nvPr>
            <p:ph idx="4" type="title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" name="Google Shape;94;p43"/>
          <p:cNvSpPr txBox="1"/>
          <p:nvPr>
            <p:ph idx="5" type="subTitle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" name="Google Shape;95;p43"/>
          <p:cNvSpPr txBox="1"/>
          <p:nvPr>
            <p:ph idx="6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4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4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4"/>
          <p:cNvSpPr txBox="1"/>
          <p:nvPr>
            <p:ph type="title"/>
          </p:nvPr>
        </p:nvSpPr>
        <p:spPr>
          <a:xfrm>
            <a:off x="1002325" y="711175"/>
            <a:ext cx="3082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5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5"/>
          <p:cNvSpPr txBox="1"/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IG_NUMBER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6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6"/>
          <p:cNvSpPr txBox="1"/>
          <p:nvPr>
            <p:ph type="title"/>
          </p:nvPr>
        </p:nvSpPr>
        <p:spPr>
          <a:xfrm>
            <a:off x="1761575" y="711175"/>
            <a:ext cx="56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7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7"/>
          <p:cNvSpPr txBox="1"/>
          <p:nvPr>
            <p:ph type="title"/>
          </p:nvPr>
        </p:nvSpPr>
        <p:spPr>
          <a:xfrm>
            <a:off x="1836900" y="711175"/>
            <a:ext cx="547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47"/>
          <p:cNvSpPr txBox="1"/>
          <p:nvPr>
            <p:ph idx="1" type="body"/>
          </p:nvPr>
        </p:nvSpPr>
        <p:spPr>
          <a:xfrm>
            <a:off x="1398275" y="1401825"/>
            <a:ext cx="6963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797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Font typeface="Concert One"/>
              <a:buAutoNum type="arabicPeriod"/>
              <a:defRPr sz="95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Arial"/>
              <a:buAutoNum type="alphaLcPeriod"/>
              <a:defRPr sz="95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Arial"/>
              <a:buAutoNum type="romanLcPeriod"/>
              <a:defRPr sz="9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Arial"/>
              <a:buAutoNum type="arabicPeriod"/>
              <a:defRPr sz="95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Arial"/>
              <a:buAutoNum type="alphaLcPeriod"/>
              <a:defRPr sz="95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Arial"/>
              <a:buAutoNum type="romanLcPeriod"/>
              <a:defRPr sz="95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Arial"/>
              <a:buAutoNum type="arabicPeriod"/>
              <a:defRPr sz="95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Arial"/>
              <a:buAutoNum type="alphaLcPeriod"/>
              <a:defRPr sz="95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D719D"/>
              </a:buClr>
              <a:buSzPts val="1000"/>
              <a:buFont typeface="Arial"/>
              <a:buAutoNum type="romanLcPeriod"/>
              <a:defRPr sz="95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8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8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8"/>
          <p:cNvSpPr txBox="1"/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48"/>
          <p:cNvSpPr txBox="1"/>
          <p:nvPr>
            <p:ph idx="1" type="body"/>
          </p:nvPr>
        </p:nvSpPr>
        <p:spPr>
          <a:xfrm>
            <a:off x="744675" y="1551725"/>
            <a:ext cx="3593400" cy="28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48"/>
          <p:cNvSpPr txBox="1"/>
          <p:nvPr>
            <p:ph idx="2" type="body"/>
          </p:nvPr>
        </p:nvSpPr>
        <p:spPr>
          <a:xfrm>
            <a:off x="4805925" y="1551725"/>
            <a:ext cx="3593400" cy="28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4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9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9"/>
          <p:cNvSpPr txBox="1"/>
          <p:nvPr>
            <p:ph type="title"/>
          </p:nvPr>
        </p:nvSpPr>
        <p:spPr>
          <a:xfrm>
            <a:off x="1002325" y="711175"/>
            <a:ext cx="32739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5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0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0"/>
          <p:cNvSpPr txBox="1"/>
          <p:nvPr>
            <p:ph idx="1" type="body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" name="Google Shape;127;p50"/>
          <p:cNvSpPr txBox="1"/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57150">
              <a:srgbClr val="000000">
                <a:alpha val="38824"/>
              </a:srgbClr>
            </a:outerShdw>
          </a:effectLst>
        </p:spPr>
      </p:pic>
      <p:sp>
        <p:nvSpPr>
          <p:cNvPr id="130" name="Google Shape;130;p51"/>
          <p:cNvSpPr txBox="1"/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5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2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2"/>
          <p:cNvSpPr txBox="1"/>
          <p:nvPr>
            <p:ph type="title"/>
          </p:nvPr>
        </p:nvSpPr>
        <p:spPr>
          <a:xfrm>
            <a:off x="1002325" y="711173"/>
            <a:ext cx="2403900" cy="1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3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4748475" y="48065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3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5339025" y="5954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3"/>
          <p:cNvPicPr preferRelativeResize="0"/>
          <p:nvPr/>
        </p:nvPicPr>
        <p:blipFill rotWithShape="1">
          <a:blip r:embed="rId4">
            <a:alphaModFix/>
          </a:blip>
          <a:srcRect b="7124" l="0" r="0" t="0"/>
          <a:stretch/>
        </p:blipFill>
        <p:spPr>
          <a:xfrm>
            <a:off x="1974100" y="324738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3"/>
          <p:cNvSpPr txBox="1"/>
          <p:nvPr>
            <p:ph hasCustomPrompt="1" type="title"/>
          </p:nvPr>
        </p:nvSpPr>
        <p:spPr>
          <a:xfrm>
            <a:off x="2838275" y="1645347"/>
            <a:ext cx="40017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1" name="Google Shape;141;p53"/>
          <p:cNvSpPr txBox="1"/>
          <p:nvPr>
            <p:ph idx="1" type="body"/>
          </p:nvPr>
        </p:nvSpPr>
        <p:spPr>
          <a:xfrm>
            <a:off x="3335675" y="3062950"/>
            <a:ext cx="30069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5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5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5"/>
          <p:cNvSpPr txBox="1"/>
          <p:nvPr>
            <p:ph idx="1" type="body"/>
          </p:nvPr>
        </p:nvSpPr>
        <p:spPr>
          <a:xfrm>
            <a:off x="996375" y="1623775"/>
            <a:ext cx="3158700" cy="27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Google Shape;147;p55"/>
          <p:cNvSpPr txBox="1"/>
          <p:nvPr>
            <p:ph type="title"/>
          </p:nvPr>
        </p:nvSpPr>
        <p:spPr>
          <a:xfrm>
            <a:off x="1002325" y="711175"/>
            <a:ext cx="30573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55"/>
          <p:cNvSpPr txBox="1"/>
          <p:nvPr>
            <p:ph idx="2" type="body"/>
          </p:nvPr>
        </p:nvSpPr>
        <p:spPr>
          <a:xfrm>
            <a:off x="4896525" y="1623775"/>
            <a:ext cx="3158700" cy="27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400" u="sng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5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6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6"/>
          <p:cNvSpPr txBox="1"/>
          <p:nvPr>
            <p:ph idx="1" type="body"/>
          </p:nvPr>
        </p:nvSpPr>
        <p:spPr>
          <a:xfrm>
            <a:off x="996375" y="1623775"/>
            <a:ext cx="3158700" cy="3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56"/>
          <p:cNvSpPr txBox="1"/>
          <p:nvPr>
            <p:ph type="title"/>
          </p:nvPr>
        </p:nvSpPr>
        <p:spPr>
          <a:xfrm>
            <a:off x="1002325" y="711175"/>
            <a:ext cx="30573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7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1142343">
            <a:off x="6222976" y="2291982"/>
            <a:ext cx="2068425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7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-1920292">
            <a:off x="925352" y="1011382"/>
            <a:ext cx="2068424" cy="1772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59" name="Google Shape;159;p57"/>
          <p:cNvSpPr txBox="1"/>
          <p:nvPr>
            <p:ph type="title"/>
          </p:nvPr>
        </p:nvSpPr>
        <p:spPr>
          <a:xfrm>
            <a:off x="2426100" y="1386676"/>
            <a:ext cx="42918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58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8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8"/>
          <p:cNvSpPr txBox="1"/>
          <p:nvPr>
            <p:ph type="title"/>
          </p:nvPr>
        </p:nvSpPr>
        <p:spPr>
          <a:xfrm>
            <a:off x="5040600" y="1012388"/>
            <a:ext cx="28260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64" name="Google Shape;164;p58"/>
          <p:cNvSpPr txBox="1"/>
          <p:nvPr>
            <p:ph idx="1" type="body"/>
          </p:nvPr>
        </p:nvSpPr>
        <p:spPr>
          <a:xfrm>
            <a:off x="4973225" y="3061013"/>
            <a:ext cx="30069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5" name="Google Shape;165;p58"/>
          <p:cNvSpPr txBox="1"/>
          <p:nvPr>
            <p:ph idx="2" type="subTitle"/>
          </p:nvPr>
        </p:nvSpPr>
        <p:spPr>
          <a:xfrm>
            <a:off x="4973225" y="2278000"/>
            <a:ext cx="3006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100"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5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59"/>
          <p:cNvPicPr preferRelativeResize="0"/>
          <p:nvPr/>
        </p:nvPicPr>
        <p:blipFill rotWithShape="1">
          <a:blip r:embed="rId3">
            <a:alphaModFix/>
          </a:blip>
          <a:srcRect b="7124" l="0" r="0" t="0"/>
          <a:stretch/>
        </p:blipFill>
        <p:spPr>
          <a:xfrm>
            <a:off x="3685063" y="388513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9"/>
          <p:cNvSpPr txBox="1"/>
          <p:nvPr>
            <p:ph type="title"/>
          </p:nvPr>
        </p:nvSpPr>
        <p:spPr>
          <a:xfrm>
            <a:off x="4996075" y="999550"/>
            <a:ext cx="27495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59"/>
          <p:cNvSpPr txBox="1"/>
          <p:nvPr>
            <p:ph idx="1" type="subTitle"/>
          </p:nvPr>
        </p:nvSpPr>
        <p:spPr>
          <a:xfrm rot="-321082">
            <a:off x="5129970" y="3250327"/>
            <a:ext cx="2280640" cy="924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6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74" name="Google Shape;174;p60"/>
          <p:cNvSpPr txBox="1"/>
          <p:nvPr>
            <p:ph idx="1" type="body"/>
          </p:nvPr>
        </p:nvSpPr>
        <p:spPr>
          <a:xfrm>
            <a:off x="2649000" y="2142600"/>
            <a:ext cx="38460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60"/>
          <p:cNvSpPr txBox="1"/>
          <p:nvPr>
            <p:ph type="title"/>
          </p:nvPr>
        </p:nvSpPr>
        <p:spPr>
          <a:xfrm>
            <a:off x="3127075" y="1366750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1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1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1"/>
          <p:cNvSpPr txBox="1"/>
          <p:nvPr>
            <p:ph idx="1" type="body"/>
          </p:nvPr>
        </p:nvSpPr>
        <p:spPr>
          <a:xfrm>
            <a:off x="948000" y="2519950"/>
            <a:ext cx="32244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0" name="Google Shape;180;p61"/>
          <p:cNvSpPr txBox="1"/>
          <p:nvPr>
            <p:ph type="title"/>
          </p:nvPr>
        </p:nvSpPr>
        <p:spPr>
          <a:xfrm>
            <a:off x="948000" y="1218000"/>
            <a:ext cx="27558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_1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6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62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2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2"/>
          <p:cNvPicPr preferRelativeResize="0"/>
          <p:nvPr/>
        </p:nvPicPr>
        <p:blipFill rotWithShape="1">
          <a:blip r:embed="rId4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2"/>
          <p:cNvSpPr txBox="1"/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b="0" sz="16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87" name="Google Shape;187;p62"/>
          <p:cNvSpPr txBox="1"/>
          <p:nvPr>
            <p:ph idx="1" type="subTitle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b="1" sz="2400"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SECTION_TITLE_AND_DESCRIPTION_1_1_1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6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6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3"/>
          <p:cNvSpPr txBox="1"/>
          <p:nvPr>
            <p:ph type="title"/>
          </p:nvPr>
        </p:nvSpPr>
        <p:spPr>
          <a:xfrm>
            <a:off x="5230400" y="3321638"/>
            <a:ext cx="2797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92" name="Google Shape;192;p63"/>
          <p:cNvSpPr txBox="1"/>
          <p:nvPr>
            <p:ph idx="1" type="subTitle"/>
          </p:nvPr>
        </p:nvSpPr>
        <p:spPr>
          <a:xfrm>
            <a:off x="4909400" y="1218188"/>
            <a:ext cx="3439500" cy="20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6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64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635655">
            <a:off x="1848552" y="3058534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64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1903775">
            <a:off x="6763976" y="866659"/>
            <a:ext cx="2068425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4"/>
          <p:cNvPicPr preferRelativeResize="0"/>
          <p:nvPr/>
        </p:nvPicPr>
        <p:blipFill rotWithShape="1">
          <a:blip r:embed="rId4">
            <a:alphaModFix/>
          </a:blip>
          <a:srcRect b="6838" l="0" r="1546" t="0"/>
          <a:stretch/>
        </p:blipFill>
        <p:spPr>
          <a:xfrm>
            <a:off x="129175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4"/>
          <p:cNvSpPr txBox="1"/>
          <p:nvPr>
            <p:ph type="title"/>
          </p:nvPr>
        </p:nvSpPr>
        <p:spPr>
          <a:xfrm>
            <a:off x="1301450" y="2719788"/>
            <a:ext cx="2101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99" name="Google Shape;199;p64"/>
          <p:cNvSpPr txBox="1"/>
          <p:nvPr>
            <p:ph idx="1" type="subTitle"/>
          </p:nvPr>
        </p:nvSpPr>
        <p:spPr>
          <a:xfrm>
            <a:off x="1301450" y="3383388"/>
            <a:ext cx="2101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64"/>
          <p:cNvSpPr txBox="1"/>
          <p:nvPr>
            <p:ph idx="2" type="title"/>
          </p:nvPr>
        </p:nvSpPr>
        <p:spPr>
          <a:xfrm>
            <a:off x="3521400" y="2719788"/>
            <a:ext cx="2101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01" name="Google Shape;201;p64"/>
          <p:cNvSpPr txBox="1"/>
          <p:nvPr>
            <p:ph idx="3" type="subTitle"/>
          </p:nvPr>
        </p:nvSpPr>
        <p:spPr>
          <a:xfrm>
            <a:off x="3521400" y="3383388"/>
            <a:ext cx="2101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64"/>
          <p:cNvSpPr txBox="1"/>
          <p:nvPr>
            <p:ph idx="4" type="title"/>
          </p:nvPr>
        </p:nvSpPr>
        <p:spPr>
          <a:xfrm>
            <a:off x="5741350" y="2719788"/>
            <a:ext cx="2101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03" name="Google Shape;203;p64"/>
          <p:cNvSpPr txBox="1"/>
          <p:nvPr>
            <p:ph idx="5" type="subTitle"/>
          </p:nvPr>
        </p:nvSpPr>
        <p:spPr>
          <a:xfrm>
            <a:off x="5741350" y="3383388"/>
            <a:ext cx="2101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IG_NUMBER_1_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6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65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5"/>
          <p:cNvSpPr txBox="1"/>
          <p:nvPr>
            <p:ph type="title"/>
          </p:nvPr>
        </p:nvSpPr>
        <p:spPr>
          <a:xfrm>
            <a:off x="5097100" y="965775"/>
            <a:ext cx="304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08" name="Google Shape;208;p65"/>
          <p:cNvSpPr txBox="1"/>
          <p:nvPr>
            <p:ph idx="1" type="subTitle"/>
          </p:nvPr>
        </p:nvSpPr>
        <p:spPr>
          <a:xfrm>
            <a:off x="5097050" y="1461113"/>
            <a:ext cx="3042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9" name="Google Shape;209;p65"/>
          <p:cNvSpPr txBox="1"/>
          <p:nvPr>
            <p:ph idx="2" type="title"/>
          </p:nvPr>
        </p:nvSpPr>
        <p:spPr>
          <a:xfrm>
            <a:off x="5097100" y="2148512"/>
            <a:ext cx="304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0" name="Google Shape;210;p65"/>
          <p:cNvSpPr txBox="1"/>
          <p:nvPr>
            <p:ph idx="3" type="subTitle"/>
          </p:nvPr>
        </p:nvSpPr>
        <p:spPr>
          <a:xfrm>
            <a:off x="5097050" y="2643851"/>
            <a:ext cx="3042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65"/>
          <p:cNvSpPr txBox="1"/>
          <p:nvPr>
            <p:ph idx="4" type="title"/>
          </p:nvPr>
        </p:nvSpPr>
        <p:spPr>
          <a:xfrm>
            <a:off x="5097100" y="3331249"/>
            <a:ext cx="304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2" name="Google Shape;212;p65"/>
          <p:cNvSpPr txBox="1"/>
          <p:nvPr>
            <p:ph idx="5" type="subTitle"/>
          </p:nvPr>
        </p:nvSpPr>
        <p:spPr>
          <a:xfrm>
            <a:off x="5097050" y="3826588"/>
            <a:ext cx="3042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" name="Google Shape;213;p65"/>
          <p:cNvSpPr txBox="1"/>
          <p:nvPr>
            <p:ph idx="6" type="title"/>
          </p:nvPr>
        </p:nvSpPr>
        <p:spPr>
          <a:xfrm>
            <a:off x="1002325" y="711175"/>
            <a:ext cx="30420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IG_NUMBER_1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6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66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6"/>
          <p:cNvSpPr txBox="1"/>
          <p:nvPr>
            <p:ph type="title"/>
          </p:nvPr>
        </p:nvSpPr>
        <p:spPr>
          <a:xfrm>
            <a:off x="2216050" y="1141288"/>
            <a:ext cx="2101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8" name="Google Shape;218;p66"/>
          <p:cNvSpPr txBox="1"/>
          <p:nvPr>
            <p:ph idx="1" type="subTitle"/>
          </p:nvPr>
        </p:nvSpPr>
        <p:spPr>
          <a:xfrm>
            <a:off x="2216050" y="1740988"/>
            <a:ext cx="21012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66"/>
          <p:cNvSpPr txBox="1"/>
          <p:nvPr>
            <p:ph idx="2" type="title"/>
          </p:nvPr>
        </p:nvSpPr>
        <p:spPr>
          <a:xfrm>
            <a:off x="2216050" y="2830963"/>
            <a:ext cx="2101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20" name="Google Shape;220;p66"/>
          <p:cNvSpPr txBox="1"/>
          <p:nvPr>
            <p:ph idx="3" type="subTitle"/>
          </p:nvPr>
        </p:nvSpPr>
        <p:spPr>
          <a:xfrm>
            <a:off x="2216050" y="3430676"/>
            <a:ext cx="21012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1" name="Google Shape;221;p66"/>
          <p:cNvSpPr txBox="1"/>
          <p:nvPr>
            <p:ph idx="4" type="title"/>
          </p:nvPr>
        </p:nvSpPr>
        <p:spPr>
          <a:xfrm>
            <a:off x="6348050" y="2830963"/>
            <a:ext cx="2101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22" name="Google Shape;222;p66"/>
          <p:cNvSpPr txBox="1"/>
          <p:nvPr>
            <p:ph idx="5" type="subTitle"/>
          </p:nvPr>
        </p:nvSpPr>
        <p:spPr>
          <a:xfrm>
            <a:off x="6348050" y="3430676"/>
            <a:ext cx="21012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3" name="Google Shape;223;p66"/>
          <p:cNvSpPr txBox="1"/>
          <p:nvPr>
            <p:ph idx="6" type="title"/>
          </p:nvPr>
        </p:nvSpPr>
        <p:spPr>
          <a:xfrm>
            <a:off x="6348050" y="1141288"/>
            <a:ext cx="2101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24" name="Google Shape;224;p66"/>
          <p:cNvSpPr txBox="1"/>
          <p:nvPr>
            <p:ph idx="7" type="subTitle"/>
          </p:nvPr>
        </p:nvSpPr>
        <p:spPr>
          <a:xfrm>
            <a:off x="6348050" y="1740988"/>
            <a:ext cx="21012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SECTION_TITLE_AND_DESCRIPTION_1_1_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6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67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7"/>
          <p:cNvSpPr txBox="1"/>
          <p:nvPr>
            <p:ph type="title"/>
          </p:nvPr>
        </p:nvSpPr>
        <p:spPr>
          <a:xfrm>
            <a:off x="6166050" y="1183210"/>
            <a:ext cx="2140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9" name="Google Shape;229;p67"/>
          <p:cNvSpPr txBox="1"/>
          <p:nvPr>
            <p:ph idx="1" type="subTitle"/>
          </p:nvPr>
        </p:nvSpPr>
        <p:spPr>
          <a:xfrm>
            <a:off x="6166050" y="1620375"/>
            <a:ext cx="21402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67"/>
          <p:cNvSpPr txBox="1"/>
          <p:nvPr>
            <p:ph idx="2" type="title"/>
          </p:nvPr>
        </p:nvSpPr>
        <p:spPr>
          <a:xfrm>
            <a:off x="6166040" y="2678335"/>
            <a:ext cx="2140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67"/>
          <p:cNvSpPr txBox="1"/>
          <p:nvPr>
            <p:ph idx="3" type="subTitle"/>
          </p:nvPr>
        </p:nvSpPr>
        <p:spPr>
          <a:xfrm>
            <a:off x="6166050" y="3115508"/>
            <a:ext cx="21402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67"/>
          <p:cNvSpPr txBox="1"/>
          <p:nvPr>
            <p:ph idx="4" type="title"/>
          </p:nvPr>
        </p:nvSpPr>
        <p:spPr>
          <a:xfrm>
            <a:off x="1002325" y="711175"/>
            <a:ext cx="26667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APTION_ONLY_1_3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68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68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68"/>
          <p:cNvSpPr txBox="1"/>
          <p:nvPr>
            <p:ph type="title"/>
          </p:nvPr>
        </p:nvSpPr>
        <p:spPr>
          <a:xfrm>
            <a:off x="1344124" y="3330950"/>
            <a:ext cx="2044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37" name="Google Shape;237;p68"/>
          <p:cNvSpPr txBox="1"/>
          <p:nvPr>
            <p:ph idx="1" type="subTitle"/>
          </p:nvPr>
        </p:nvSpPr>
        <p:spPr>
          <a:xfrm>
            <a:off x="1344150" y="3693775"/>
            <a:ext cx="2044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68"/>
          <p:cNvSpPr txBox="1"/>
          <p:nvPr>
            <p:ph idx="2" type="title"/>
          </p:nvPr>
        </p:nvSpPr>
        <p:spPr>
          <a:xfrm>
            <a:off x="5755376" y="3330950"/>
            <a:ext cx="2044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39" name="Google Shape;239;p68"/>
          <p:cNvSpPr txBox="1"/>
          <p:nvPr>
            <p:ph idx="3" type="subTitle"/>
          </p:nvPr>
        </p:nvSpPr>
        <p:spPr>
          <a:xfrm>
            <a:off x="5755375" y="3693775"/>
            <a:ext cx="2044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68"/>
          <p:cNvSpPr txBox="1"/>
          <p:nvPr>
            <p:ph idx="4" type="title"/>
          </p:nvPr>
        </p:nvSpPr>
        <p:spPr>
          <a:xfrm>
            <a:off x="1002325" y="711175"/>
            <a:ext cx="26667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APTION_ONLY_1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6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69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9"/>
          <p:cNvSpPr txBox="1"/>
          <p:nvPr>
            <p:ph type="title"/>
          </p:nvPr>
        </p:nvSpPr>
        <p:spPr>
          <a:xfrm>
            <a:off x="1687410" y="2127912"/>
            <a:ext cx="1600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45" name="Google Shape;245;p69"/>
          <p:cNvSpPr txBox="1"/>
          <p:nvPr>
            <p:ph idx="1" type="subTitle"/>
          </p:nvPr>
        </p:nvSpPr>
        <p:spPr>
          <a:xfrm>
            <a:off x="1472443" y="3203876"/>
            <a:ext cx="24570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6" name="Google Shape;246;p69"/>
          <p:cNvSpPr txBox="1"/>
          <p:nvPr>
            <p:ph idx="2" type="title"/>
          </p:nvPr>
        </p:nvSpPr>
        <p:spPr>
          <a:xfrm>
            <a:off x="5946969" y="2127900"/>
            <a:ext cx="1600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47" name="Google Shape;247;p69"/>
          <p:cNvSpPr txBox="1"/>
          <p:nvPr>
            <p:ph idx="3" type="subTitle"/>
          </p:nvPr>
        </p:nvSpPr>
        <p:spPr>
          <a:xfrm>
            <a:off x="5745267" y="3203876"/>
            <a:ext cx="24570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8" name="Google Shape;248;p69"/>
          <p:cNvSpPr txBox="1"/>
          <p:nvPr>
            <p:ph idx="4" type="title"/>
          </p:nvPr>
        </p:nvSpPr>
        <p:spPr>
          <a:xfrm>
            <a:off x="1002325" y="711175"/>
            <a:ext cx="2517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IG_NUMBER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7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70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0"/>
          <p:cNvSpPr txBox="1"/>
          <p:nvPr>
            <p:ph type="title"/>
          </p:nvPr>
        </p:nvSpPr>
        <p:spPr>
          <a:xfrm>
            <a:off x="2308050" y="711175"/>
            <a:ext cx="452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" name="Google Shape;253;p70"/>
          <p:cNvSpPr txBox="1"/>
          <p:nvPr>
            <p:ph idx="2" type="title"/>
          </p:nvPr>
        </p:nvSpPr>
        <p:spPr>
          <a:xfrm>
            <a:off x="1664325" y="1787225"/>
            <a:ext cx="1908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4" name="Google Shape;254;p70"/>
          <p:cNvSpPr txBox="1"/>
          <p:nvPr>
            <p:ph idx="1" type="subTitle"/>
          </p:nvPr>
        </p:nvSpPr>
        <p:spPr>
          <a:xfrm>
            <a:off x="1664334" y="2148198"/>
            <a:ext cx="19089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70"/>
          <p:cNvSpPr txBox="1"/>
          <p:nvPr>
            <p:ph idx="3" type="title"/>
          </p:nvPr>
        </p:nvSpPr>
        <p:spPr>
          <a:xfrm>
            <a:off x="3817459" y="1787225"/>
            <a:ext cx="1908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6" name="Google Shape;256;p70"/>
          <p:cNvSpPr txBox="1"/>
          <p:nvPr>
            <p:ph idx="4" type="subTitle"/>
          </p:nvPr>
        </p:nvSpPr>
        <p:spPr>
          <a:xfrm>
            <a:off x="3817468" y="2148198"/>
            <a:ext cx="19089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7" name="Google Shape;257;p70"/>
          <p:cNvSpPr txBox="1"/>
          <p:nvPr>
            <p:ph idx="5" type="title"/>
          </p:nvPr>
        </p:nvSpPr>
        <p:spPr>
          <a:xfrm>
            <a:off x="5970592" y="1787225"/>
            <a:ext cx="1908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70"/>
          <p:cNvSpPr txBox="1"/>
          <p:nvPr>
            <p:ph idx="6" type="subTitle"/>
          </p:nvPr>
        </p:nvSpPr>
        <p:spPr>
          <a:xfrm>
            <a:off x="5970602" y="2148198"/>
            <a:ext cx="19089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9" name="Google Shape;259;p70"/>
          <p:cNvSpPr txBox="1"/>
          <p:nvPr>
            <p:ph idx="7" type="title"/>
          </p:nvPr>
        </p:nvSpPr>
        <p:spPr>
          <a:xfrm>
            <a:off x="1664325" y="3201025"/>
            <a:ext cx="1908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70"/>
          <p:cNvSpPr txBox="1"/>
          <p:nvPr>
            <p:ph idx="8" type="subTitle"/>
          </p:nvPr>
        </p:nvSpPr>
        <p:spPr>
          <a:xfrm>
            <a:off x="1664334" y="3561998"/>
            <a:ext cx="19089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" name="Google Shape;261;p70"/>
          <p:cNvSpPr txBox="1"/>
          <p:nvPr>
            <p:ph idx="9" type="title"/>
          </p:nvPr>
        </p:nvSpPr>
        <p:spPr>
          <a:xfrm>
            <a:off x="3817459" y="3201025"/>
            <a:ext cx="1908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70"/>
          <p:cNvSpPr txBox="1"/>
          <p:nvPr>
            <p:ph idx="13" type="subTitle"/>
          </p:nvPr>
        </p:nvSpPr>
        <p:spPr>
          <a:xfrm>
            <a:off x="3817468" y="3561998"/>
            <a:ext cx="19089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70"/>
          <p:cNvSpPr txBox="1"/>
          <p:nvPr>
            <p:ph idx="14" type="title"/>
          </p:nvPr>
        </p:nvSpPr>
        <p:spPr>
          <a:xfrm>
            <a:off x="5970592" y="3201025"/>
            <a:ext cx="1908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70"/>
          <p:cNvSpPr txBox="1"/>
          <p:nvPr>
            <p:ph idx="15" type="subTitle"/>
          </p:nvPr>
        </p:nvSpPr>
        <p:spPr>
          <a:xfrm>
            <a:off x="5970602" y="3561998"/>
            <a:ext cx="19089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IG_NUMBER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71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71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1"/>
          <p:cNvSpPr txBox="1"/>
          <p:nvPr>
            <p:ph type="title"/>
          </p:nvPr>
        </p:nvSpPr>
        <p:spPr>
          <a:xfrm>
            <a:off x="1002325" y="711175"/>
            <a:ext cx="326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71"/>
          <p:cNvSpPr txBox="1"/>
          <p:nvPr>
            <p:ph idx="2" type="title"/>
          </p:nvPr>
        </p:nvSpPr>
        <p:spPr>
          <a:xfrm>
            <a:off x="1782625" y="1406874"/>
            <a:ext cx="190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0" name="Google Shape;270;p71"/>
          <p:cNvSpPr txBox="1"/>
          <p:nvPr>
            <p:ph idx="1" type="subTitle"/>
          </p:nvPr>
        </p:nvSpPr>
        <p:spPr>
          <a:xfrm>
            <a:off x="1782625" y="1719827"/>
            <a:ext cx="19089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1" name="Google Shape;271;p71"/>
          <p:cNvSpPr txBox="1"/>
          <p:nvPr>
            <p:ph idx="3" type="title"/>
          </p:nvPr>
        </p:nvSpPr>
        <p:spPr>
          <a:xfrm>
            <a:off x="6120353" y="1406874"/>
            <a:ext cx="190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71"/>
          <p:cNvSpPr txBox="1"/>
          <p:nvPr>
            <p:ph idx="4" type="subTitle"/>
          </p:nvPr>
        </p:nvSpPr>
        <p:spPr>
          <a:xfrm>
            <a:off x="6120370" y="1719827"/>
            <a:ext cx="19089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71"/>
          <p:cNvSpPr txBox="1"/>
          <p:nvPr>
            <p:ph idx="5" type="title"/>
          </p:nvPr>
        </p:nvSpPr>
        <p:spPr>
          <a:xfrm>
            <a:off x="6120348" y="2473545"/>
            <a:ext cx="190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71"/>
          <p:cNvSpPr txBox="1"/>
          <p:nvPr>
            <p:ph idx="6" type="subTitle"/>
          </p:nvPr>
        </p:nvSpPr>
        <p:spPr>
          <a:xfrm>
            <a:off x="6120348" y="2787719"/>
            <a:ext cx="19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5" name="Google Shape;275;p71"/>
          <p:cNvSpPr txBox="1"/>
          <p:nvPr>
            <p:ph idx="7" type="title"/>
          </p:nvPr>
        </p:nvSpPr>
        <p:spPr>
          <a:xfrm>
            <a:off x="1782625" y="2473545"/>
            <a:ext cx="190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71"/>
          <p:cNvSpPr txBox="1"/>
          <p:nvPr>
            <p:ph idx="8" type="subTitle"/>
          </p:nvPr>
        </p:nvSpPr>
        <p:spPr>
          <a:xfrm>
            <a:off x="1782625" y="2787719"/>
            <a:ext cx="19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71"/>
          <p:cNvSpPr txBox="1"/>
          <p:nvPr>
            <p:ph idx="9" type="title"/>
          </p:nvPr>
        </p:nvSpPr>
        <p:spPr>
          <a:xfrm>
            <a:off x="1782625" y="3540220"/>
            <a:ext cx="190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71"/>
          <p:cNvSpPr txBox="1"/>
          <p:nvPr>
            <p:ph idx="13" type="subTitle"/>
          </p:nvPr>
        </p:nvSpPr>
        <p:spPr>
          <a:xfrm>
            <a:off x="1782625" y="3854394"/>
            <a:ext cx="19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71"/>
          <p:cNvSpPr txBox="1"/>
          <p:nvPr>
            <p:ph idx="14" type="title"/>
          </p:nvPr>
        </p:nvSpPr>
        <p:spPr>
          <a:xfrm>
            <a:off x="6120374" y="3540220"/>
            <a:ext cx="190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71"/>
          <p:cNvSpPr txBox="1"/>
          <p:nvPr>
            <p:ph idx="15" type="subTitle"/>
          </p:nvPr>
        </p:nvSpPr>
        <p:spPr>
          <a:xfrm>
            <a:off x="6120374" y="3854394"/>
            <a:ext cx="19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SECTION_TITLE_AND_DESCRIPTION_1_1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7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72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72"/>
          <p:cNvSpPr txBox="1"/>
          <p:nvPr>
            <p:ph type="title"/>
          </p:nvPr>
        </p:nvSpPr>
        <p:spPr>
          <a:xfrm>
            <a:off x="1041650" y="1003422"/>
            <a:ext cx="2802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5" name="Google Shape;285;p72"/>
          <p:cNvSpPr txBox="1"/>
          <p:nvPr>
            <p:ph idx="1" type="subTitle"/>
          </p:nvPr>
        </p:nvSpPr>
        <p:spPr>
          <a:xfrm>
            <a:off x="1058450" y="1757352"/>
            <a:ext cx="2769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6" name="Google Shape;286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05240">
            <a:off x="6284102" y="2385388"/>
            <a:ext cx="1961516" cy="229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417625">
            <a:off x="4378962" y="1324630"/>
            <a:ext cx="2803901" cy="281513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2"/>
          <p:cNvSpPr txBox="1"/>
          <p:nvPr/>
        </p:nvSpPr>
        <p:spPr>
          <a:xfrm rot="420963">
            <a:off x="4549033" y="2333911"/>
            <a:ext cx="2308687" cy="14976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CREDITS: This presentation template was created by </a:t>
            </a:r>
            <a:r>
              <a:rPr b="0" i="0" lang="en" sz="1200" u="none" cap="none" strike="noStrike">
                <a:solidFill>
                  <a:schemeClr val="dk2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, including icons by </a:t>
            </a:r>
            <a:r>
              <a:rPr b="0" i="0" lang="en" sz="1200" u="none" cap="none" strike="noStrike">
                <a:solidFill>
                  <a:schemeClr val="dk2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, and infographics &amp; images by </a:t>
            </a:r>
            <a:r>
              <a:rPr b="0" i="0" lang="en" sz="1200" u="none" cap="none" strike="noStrike">
                <a:solidFill>
                  <a:schemeClr val="dk2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. </a:t>
            </a:r>
            <a:endParaRPr b="0" i="0" sz="1200" u="none" cap="none" strike="noStrike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7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APTION_ONLY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7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74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SECTION_TITLE_AND_DESCRIPTION_1_1_3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7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75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IG_NUMBER_1_1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7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76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b="1" i="0" sz="28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b="0" i="0" sz="18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b="0" i="0" sz="1400" u="none" cap="none" strike="noStrik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9.jp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Relationship Id="rId4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Relationship Id="rId4" Type="http://schemas.openxmlformats.org/officeDocument/2006/relationships/image" Target="../media/image2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ZONE 01</a:t>
            </a:r>
            <a:r>
              <a:rPr lang="en">
                <a:solidFill>
                  <a:schemeClr val="accent2"/>
                </a:solidFill>
              </a:rPr>
              <a:t> UNDERSTAND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05" name="Google Shape;305;p1"/>
          <p:cNvSpPr txBox="1"/>
          <p:nvPr>
            <p:ph idx="1" type="subTitle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/>
              <a:t>Olist · late delivery</a:t>
            </a:r>
            <a:endParaRPr b="0"/>
          </a:p>
        </p:txBody>
      </p:sp>
      <p:sp>
        <p:nvSpPr>
          <p:cNvPr id="306" name="Google Shape;306;p1"/>
          <p:cNvSpPr/>
          <p:nvPr/>
        </p:nvSpPr>
        <p:spPr>
          <a:xfrm>
            <a:off x="2640700" y="2929265"/>
            <a:ext cx="617075" cy="15875"/>
          </a:xfrm>
          <a:custGeom>
            <a:rect b="b" l="l" r="r" t="t"/>
            <a:pathLst>
              <a:path extrusionOk="0" h="635" w="24683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"/>
          <p:cNvSpPr/>
          <p:nvPr/>
        </p:nvSpPr>
        <p:spPr>
          <a:xfrm>
            <a:off x="5822625" y="2886561"/>
            <a:ext cx="613650" cy="13775"/>
          </a:xfrm>
          <a:custGeom>
            <a:rect b="b" l="l" r="r" t="t"/>
            <a:pathLst>
              <a:path extrusionOk="0" h="551" w="24546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"/>
          <p:cNvSpPr/>
          <p:nvPr/>
        </p:nvSpPr>
        <p:spPr>
          <a:xfrm>
            <a:off x="1889900" y="4413504"/>
            <a:ext cx="992850" cy="102600"/>
          </a:xfrm>
          <a:custGeom>
            <a:rect b="b" l="l" r="r" t="t"/>
            <a:pathLst>
              <a:path extrusionOk="0" h="4104" w="39714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1"/>
          <p:cNvPicPr preferRelativeResize="0"/>
          <p:nvPr/>
        </p:nvPicPr>
        <p:blipFill rotWithShape="1">
          <a:blip r:embed="rId3">
            <a:alphaModFix/>
          </a:blip>
          <a:srcRect b="21026" l="0" r="8892" t="16970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"/>
          <p:cNvPicPr preferRelativeResize="0"/>
          <p:nvPr/>
        </p:nvPicPr>
        <p:blipFill rotWithShape="1">
          <a:blip r:embed="rId4">
            <a:alphaModFix/>
          </a:blip>
          <a:srcRect b="18301" l="0" r="8892" t="16735"/>
          <a:stretch/>
        </p:blipFill>
        <p:spPr>
          <a:xfrm>
            <a:off x="6539175" y="3055100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5040" y="749808"/>
            <a:ext cx="960120" cy="749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"/>
          <p:cNvPicPr preferRelativeResize="0"/>
          <p:nvPr/>
        </p:nvPicPr>
        <p:blipFill rotWithShape="1">
          <a:blip r:embed="rId3">
            <a:alphaModFix amt="86000"/>
          </a:blip>
          <a:srcRect b="0" l="0" r="0" t="0"/>
          <a:stretch/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"/>
          <p:cNvSpPr txBox="1"/>
          <p:nvPr>
            <p:ph idx="2" type="title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18" name="Google Shape;318;p2"/>
          <p:cNvPicPr preferRelativeResize="0"/>
          <p:nvPr/>
        </p:nvPicPr>
        <p:blipFill rotWithShape="1">
          <a:blip r:embed="rId4">
            <a:alphaModFix/>
          </a:blip>
          <a:srcRect b="21026" l="0" r="8892" t="16970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"/>
          <p:cNvPicPr preferRelativeResize="0"/>
          <p:nvPr/>
        </p:nvPicPr>
        <p:blipFill rotWithShape="1">
          <a:blip r:embed="rId5">
            <a:alphaModFix/>
          </a:blip>
          <a:srcRect b="18301" l="0" r="8892" t="16735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"/>
          <p:cNvSpPr txBox="1"/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BUSINESS</a:t>
            </a:r>
            <a:endParaRPr/>
          </a:p>
        </p:txBody>
      </p:sp>
      <p:sp>
        <p:nvSpPr>
          <p:cNvPr id="321" name="Google Shape;321;p2"/>
          <p:cNvSpPr txBox="1"/>
          <p:nvPr>
            <p:ph idx="1" type="subTitle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Domain · Model · Money · Market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Basics</a:t>
            </a:r>
            <a:endParaRPr/>
          </a:p>
        </p:txBody>
      </p:sp>
      <p:sp>
        <p:nvSpPr>
          <p:cNvPr id="327" name="Google Shape;327;p3"/>
          <p:cNvSpPr/>
          <p:nvPr/>
        </p:nvSpPr>
        <p:spPr>
          <a:xfrm>
            <a:off x="7639575" y="711175"/>
            <a:ext cx="674863" cy="488424"/>
          </a:xfrm>
          <a:custGeom>
            <a:rect b="b" l="l" r="r" t="t"/>
            <a:pathLst>
              <a:path extrusionOk="0" h="25582" w="35347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7125750" y="544900"/>
            <a:ext cx="564034" cy="445373"/>
          </a:xfrm>
          <a:custGeom>
            <a:rect b="b" l="l" r="r" t="t"/>
            <a:pathLst>
              <a:path extrusionOk="0" h="30811" w="3902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"/>
          <p:cNvSpPr txBox="1"/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Marketplace</a:t>
            </a:r>
            <a:endParaRPr/>
          </a:p>
        </p:txBody>
      </p:sp>
      <p:sp>
        <p:nvSpPr>
          <p:cNvPr id="330" name="Google Shape;330;p3"/>
          <p:cNvSpPr txBox="1"/>
          <p:nvPr>
            <p:ph idx="1" type="subTitle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Platform · Buyers · Sellers</a:t>
            </a:r>
            <a:endParaRPr/>
          </a:p>
        </p:txBody>
      </p:sp>
      <p:sp>
        <p:nvSpPr>
          <p:cNvPr id="331" name="Google Shape;331;p3"/>
          <p:cNvSpPr txBox="1"/>
          <p:nvPr>
            <p:ph idx="2" type="title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Catalog</a:t>
            </a:r>
            <a:endParaRPr/>
          </a:p>
        </p:txBody>
      </p:sp>
      <p:sp>
        <p:nvSpPr>
          <p:cNvPr id="332" name="Google Shape;332;p3"/>
          <p:cNvSpPr txBox="1"/>
          <p:nvPr>
            <p:ph idx="3" type="subTitle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Products · Categories · Prices</a:t>
            </a:r>
            <a:endParaRPr/>
          </a:p>
        </p:txBody>
      </p:sp>
      <p:sp>
        <p:nvSpPr>
          <p:cNvPr id="333" name="Google Shape;333;p3"/>
          <p:cNvSpPr txBox="1"/>
          <p:nvPr>
            <p:ph idx="4" type="title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Fulfillment</a:t>
            </a:r>
            <a:endParaRPr/>
          </a:p>
        </p:txBody>
      </p:sp>
      <p:sp>
        <p:nvSpPr>
          <p:cNvPr id="334" name="Google Shape;334;p3"/>
          <p:cNvSpPr txBox="1"/>
          <p:nvPr>
            <p:ph idx="5" type="subTitle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Carriers · Shipping · Delivery</a:t>
            </a:r>
            <a:endParaRPr/>
          </a:p>
        </p:txBody>
      </p:sp>
      <p:sp>
        <p:nvSpPr>
          <p:cNvPr id="335" name="Google Shape;335;p3"/>
          <p:cNvSpPr txBox="1"/>
          <p:nvPr>
            <p:ph idx="6" type="title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Trust</a:t>
            </a:r>
            <a:endParaRPr/>
          </a:p>
        </p:txBody>
      </p:sp>
      <p:sp>
        <p:nvSpPr>
          <p:cNvPr id="336" name="Google Shape;336;p3"/>
          <p:cNvSpPr txBox="1"/>
          <p:nvPr>
            <p:ph idx="7" type="subTitle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Reviews · Ratings · Support</a:t>
            </a:r>
            <a:endParaRPr/>
          </a:p>
        </p:txBody>
      </p:sp>
      <p:pic>
        <p:nvPicPr>
          <p:cNvPr id="337" name="Google Shape;337;p3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8782544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Making Money</a:t>
            </a:r>
            <a:endParaRPr/>
          </a:p>
        </p:txBody>
      </p:sp>
      <p:sp>
        <p:nvSpPr>
          <p:cNvPr id="343" name="Google Shape;343;p4"/>
          <p:cNvSpPr/>
          <p:nvPr/>
        </p:nvSpPr>
        <p:spPr>
          <a:xfrm>
            <a:off x="3520525" y="2390625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"/>
          <p:cNvSpPr/>
          <p:nvPr/>
        </p:nvSpPr>
        <p:spPr>
          <a:xfrm>
            <a:off x="5312158" y="2390625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95467">
            <a:off x="7428349" y="264518"/>
            <a:ext cx="1323877" cy="15478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346" name="Google Shape;346;p4"/>
          <p:cNvSpPr txBox="1"/>
          <p:nvPr>
            <p:ph idx="4" type="title"/>
          </p:nvPr>
        </p:nvSpPr>
        <p:spPr>
          <a:xfrm rot="-695454">
            <a:off x="7649152" y="969396"/>
            <a:ext cx="1019797" cy="6140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4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Follow it</a:t>
            </a:r>
            <a:endParaRPr sz="16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347" name="Google Shape;347;p4"/>
          <p:cNvGrpSpPr/>
          <p:nvPr/>
        </p:nvGrpSpPr>
        <p:grpSpPr>
          <a:xfrm>
            <a:off x="7664560" y="910185"/>
            <a:ext cx="272906" cy="434118"/>
            <a:chOff x="1312450" y="4093350"/>
            <a:chExt cx="685350" cy="1090200"/>
          </a:xfrm>
        </p:grpSpPr>
        <p:sp>
          <p:nvSpPr>
            <p:cNvPr id="348" name="Google Shape;348;p4"/>
            <p:cNvSpPr/>
            <p:nvPr/>
          </p:nvSpPr>
          <p:spPr>
            <a:xfrm>
              <a:off x="1312450" y="4093350"/>
              <a:ext cx="685350" cy="1090200"/>
            </a:xfrm>
            <a:custGeom>
              <a:rect b="b" l="l" r="r" t="t"/>
              <a:pathLst>
                <a:path extrusionOk="0" h="43608" w="27414">
                  <a:moveTo>
                    <a:pt x="5201" y="10009"/>
                  </a:moveTo>
                  <a:lnTo>
                    <a:pt x="5201" y="10009"/>
                  </a:lnTo>
                  <a:cubicBezTo>
                    <a:pt x="5040" y="10996"/>
                    <a:pt x="5002" y="11987"/>
                    <a:pt x="5102" y="12937"/>
                  </a:cubicBezTo>
                  <a:cubicBezTo>
                    <a:pt x="5170" y="13571"/>
                    <a:pt x="5297" y="14196"/>
                    <a:pt x="5478" y="14807"/>
                  </a:cubicBezTo>
                  <a:cubicBezTo>
                    <a:pt x="4743" y="13294"/>
                    <a:pt x="4728" y="11634"/>
                    <a:pt x="5201" y="10009"/>
                  </a:cubicBezTo>
                  <a:close/>
                  <a:moveTo>
                    <a:pt x="15811" y="1265"/>
                  </a:moveTo>
                  <a:cubicBezTo>
                    <a:pt x="20541" y="1265"/>
                    <a:pt x="25145" y="5101"/>
                    <a:pt x="25884" y="9796"/>
                  </a:cubicBezTo>
                  <a:cubicBezTo>
                    <a:pt x="26649" y="14663"/>
                    <a:pt x="23581" y="19908"/>
                    <a:pt x="18734" y="21156"/>
                  </a:cubicBezTo>
                  <a:lnTo>
                    <a:pt x="18733" y="21156"/>
                  </a:lnTo>
                  <a:cubicBezTo>
                    <a:pt x="17919" y="21366"/>
                    <a:pt x="17082" y="21467"/>
                    <a:pt x="16245" y="21467"/>
                  </a:cubicBezTo>
                  <a:cubicBezTo>
                    <a:pt x="12150" y="21467"/>
                    <a:pt x="8059" y="19044"/>
                    <a:pt x="6641" y="15088"/>
                  </a:cubicBezTo>
                  <a:cubicBezTo>
                    <a:pt x="5469" y="11816"/>
                    <a:pt x="6172" y="7764"/>
                    <a:pt x="8270" y="4955"/>
                  </a:cubicBezTo>
                  <a:cubicBezTo>
                    <a:pt x="9623" y="3549"/>
                    <a:pt x="11222" y="2430"/>
                    <a:pt x="12774" y="1829"/>
                  </a:cubicBezTo>
                  <a:cubicBezTo>
                    <a:pt x="13408" y="1665"/>
                    <a:pt x="14061" y="1582"/>
                    <a:pt x="14715" y="1582"/>
                  </a:cubicBezTo>
                  <a:cubicBezTo>
                    <a:pt x="14773" y="1582"/>
                    <a:pt x="14831" y="1582"/>
                    <a:pt x="14889" y="1584"/>
                  </a:cubicBezTo>
                  <a:cubicBezTo>
                    <a:pt x="14890" y="1584"/>
                    <a:pt x="14891" y="1584"/>
                    <a:pt x="14891" y="1584"/>
                  </a:cubicBezTo>
                  <a:cubicBezTo>
                    <a:pt x="15042" y="1584"/>
                    <a:pt x="15084" y="1340"/>
                    <a:pt x="14936" y="1309"/>
                  </a:cubicBezTo>
                  <a:cubicBezTo>
                    <a:pt x="15228" y="1279"/>
                    <a:pt x="15519" y="1265"/>
                    <a:pt x="15811" y="1265"/>
                  </a:cubicBezTo>
                  <a:close/>
                  <a:moveTo>
                    <a:pt x="11744" y="28418"/>
                  </a:moveTo>
                  <a:lnTo>
                    <a:pt x="11744" y="28418"/>
                  </a:lnTo>
                  <a:cubicBezTo>
                    <a:pt x="12408" y="28787"/>
                    <a:pt x="13268" y="28878"/>
                    <a:pt x="14064" y="28978"/>
                  </a:cubicBezTo>
                  <a:cubicBezTo>
                    <a:pt x="13489" y="31053"/>
                    <a:pt x="12936" y="33136"/>
                    <a:pt x="12378" y="35217"/>
                  </a:cubicBezTo>
                  <a:lnTo>
                    <a:pt x="12377" y="35217"/>
                  </a:lnTo>
                  <a:lnTo>
                    <a:pt x="11752" y="37548"/>
                  </a:lnTo>
                  <a:cubicBezTo>
                    <a:pt x="11436" y="37515"/>
                    <a:pt x="11118" y="37500"/>
                    <a:pt x="10804" y="37432"/>
                  </a:cubicBezTo>
                  <a:cubicBezTo>
                    <a:pt x="10450" y="37354"/>
                    <a:pt x="10108" y="37230"/>
                    <a:pt x="9772" y="37098"/>
                  </a:cubicBezTo>
                  <a:cubicBezTo>
                    <a:pt x="9899" y="36422"/>
                    <a:pt x="10035" y="35749"/>
                    <a:pt x="10185" y="35077"/>
                  </a:cubicBezTo>
                  <a:cubicBezTo>
                    <a:pt x="10425" y="33999"/>
                    <a:pt x="10695" y="32928"/>
                    <a:pt x="10992" y="31864"/>
                  </a:cubicBezTo>
                  <a:cubicBezTo>
                    <a:pt x="11305" y="30745"/>
                    <a:pt x="11807" y="29661"/>
                    <a:pt x="11760" y="28491"/>
                  </a:cubicBezTo>
                  <a:cubicBezTo>
                    <a:pt x="11757" y="28467"/>
                    <a:pt x="11752" y="28442"/>
                    <a:pt x="11744" y="28418"/>
                  </a:cubicBezTo>
                  <a:close/>
                  <a:moveTo>
                    <a:pt x="9701" y="37483"/>
                  </a:moveTo>
                  <a:cubicBezTo>
                    <a:pt x="10246" y="37833"/>
                    <a:pt x="10942" y="38077"/>
                    <a:pt x="11595" y="38077"/>
                  </a:cubicBezTo>
                  <a:cubicBezTo>
                    <a:pt x="11600" y="38077"/>
                    <a:pt x="11605" y="38077"/>
                    <a:pt x="11609" y="38077"/>
                  </a:cubicBezTo>
                  <a:lnTo>
                    <a:pt x="11609" y="38077"/>
                  </a:lnTo>
                  <a:cubicBezTo>
                    <a:pt x="11580" y="38193"/>
                    <a:pt x="11549" y="38311"/>
                    <a:pt x="11517" y="38428"/>
                  </a:cubicBezTo>
                  <a:lnTo>
                    <a:pt x="11517" y="38427"/>
                  </a:lnTo>
                  <a:cubicBezTo>
                    <a:pt x="11470" y="38603"/>
                    <a:pt x="11418" y="38860"/>
                    <a:pt x="11359" y="39156"/>
                  </a:cubicBezTo>
                  <a:cubicBezTo>
                    <a:pt x="11204" y="39085"/>
                    <a:pt x="11033" y="39072"/>
                    <a:pt x="10858" y="39072"/>
                  </a:cubicBezTo>
                  <a:cubicBezTo>
                    <a:pt x="10752" y="39072"/>
                    <a:pt x="10645" y="39077"/>
                    <a:pt x="10540" y="39077"/>
                  </a:cubicBezTo>
                  <a:cubicBezTo>
                    <a:pt x="10481" y="39077"/>
                    <a:pt x="10423" y="39075"/>
                    <a:pt x="10366" y="39070"/>
                  </a:cubicBezTo>
                  <a:cubicBezTo>
                    <a:pt x="10056" y="39046"/>
                    <a:pt x="9752" y="38970"/>
                    <a:pt x="9446" y="38922"/>
                  </a:cubicBezTo>
                  <a:cubicBezTo>
                    <a:pt x="9465" y="38818"/>
                    <a:pt x="9482" y="38724"/>
                    <a:pt x="9492" y="38655"/>
                  </a:cubicBezTo>
                  <a:cubicBezTo>
                    <a:pt x="9556" y="38264"/>
                    <a:pt x="9631" y="37874"/>
                    <a:pt x="9701" y="37483"/>
                  </a:cubicBezTo>
                  <a:close/>
                  <a:moveTo>
                    <a:pt x="9371" y="39374"/>
                  </a:moveTo>
                  <a:cubicBezTo>
                    <a:pt x="9633" y="39480"/>
                    <a:pt x="9916" y="39543"/>
                    <a:pt x="10196" y="39580"/>
                  </a:cubicBezTo>
                  <a:cubicBezTo>
                    <a:pt x="10388" y="39606"/>
                    <a:pt x="10607" y="39642"/>
                    <a:pt x="10819" y="39642"/>
                  </a:cubicBezTo>
                  <a:cubicBezTo>
                    <a:pt x="10980" y="39642"/>
                    <a:pt x="11137" y="39622"/>
                    <a:pt x="11275" y="39560"/>
                  </a:cubicBezTo>
                  <a:lnTo>
                    <a:pt x="11275" y="39560"/>
                  </a:lnTo>
                  <a:cubicBezTo>
                    <a:pt x="11189" y="39985"/>
                    <a:pt x="11082" y="40437"/>
                    <a:pt x="10950" y="40815"/>
                  </a:cubicBezTo>
                  <a:cubicBezTo>
                    <a:pt x="10924" y="40814"/>
                    <a:pt x="10899" y="40814"/>
                    <a:pt x="10873" y="40814"/>
                  </a:cubicBezTo>
                  <a:cubicBezTo>
                    <a:pt x="10639" y="40814"/>
                    <a:pt x="10398" y="40862"/>
                    <a:pt x="10159" y="40862"/>
                  </a:cubicBezTo>
                  <a:cubicBezTo>
                    <a:pt x="10125" y="40862"/>
                    <a:pt x="10090" y="40861"/>
                    <a:pt x="10056" y="40859"/>
                  </a:cubicBezTo>
                  <a:cubicBezTo>
                    <a:pt x="9795" y="40841"/>
                    <a:pt x="9538" y="40801"/>
                    <a:pt x="9284" y="40736"/>
                  </a:cubicBezTo>
                  <a:cubicBezTo>
                    <a:pt x="9251" y="40301"/>
                    <a:pt x="9306" y="39796"/>
                    <a:pt x="9371" y="39374"/>
                  </a:cubicBezTo>
                  <a:close/>
                  <a:moveTo>
                    <a:pt x="9402" y="41289"/>
                  </a:moveTo>
                  <a:lnTo>
                    <a:pt x="9402" y="41289"/>
                  </a:lnTo>
                  <a:cubicBezTo>
                    <a:pt x="9559" y="41334"/>
                    <a:pt x="9718" y="41367"/>
                    <a:pt x="9881" y="41388"/>
                  </a:cubicBezTo>
                  <a:cubicBezTo>
                    <a:pt x="10049" y="41410"/>
                    <a:pt x="10255" y="41433"/>
                    <a:pt x="10462" y="41433"/>
                  </a:cubicBezTo>
                  <a:cubicBezTo>
                    <a:pt x="10528" y="41433"/>
                    <a:pt x="10593" y="41431"/>
                    <a:pt x="10658" y="41426"/>
                  </a:cubicBezTo>
                  <a:lnTo>
                    <a:pt x="10658" y="41426"/>
                  </a:lnTo>
                  <a:cubicBezTo>
                    <a:pt x="10569" y="41553"/>
                    <a:pt x="10471" y="41645"/>
                    <a:pt x="10362" y="41677"/>
                  </a:cubicBezTo>
                  <a:cubicBezTo>
                    <a:pt x="10234" y="41715"/>
                    <a:pt x="10121" y="41733"/>
                    <a:pt x="10020" y="41733"/>
                  </a:cubicBezTo>
                  <a:cubicBezTo>
                    <a:pt x="9703" y="41733"/>
                    <a:pt x="9511" y="41557"/>
                    <a:pt x="9402" y="41289"/>
                  </a:cubicBezTo>
                  <a:close/>
                  <a:moveTo>
                    <a:pt x="15893" y="1"/>
                  </a:moveTo>
                  <a:cubicBezTo>
                    <a:pt x="15395" y="1"/>
                    <a:pt x="14894" y="37"/>
                    <a:pt x="14392" y="112"/>
                  </a:cubicBezTo>
                  <a:cubicBezTo>
                    <a:pt x="8294" y="1027"/>
                    <a:pt x="1" y="10835"/>
                    <a:pt x="5909" y="16358"/>
                  </a:cubicBezTo>
                  <a:cubicBezTo>
                    <a:pt x="5961" y="16407"/>
                    <a:pt x="6017" y="16426"/>
                    <a:pt x="6069" y="16426"/>
                  </a:cubicBezTo>
                  <a:cubicBezTo>
                    <a:pt x="6083" y="16426"/>
                    <a:pt x="6096" y="16425"/>
                    <a:pt x="6110" y="16423"/>
                  </a:cubicBezTo>
                  <a:cubicBezTo>
                    <a:pt x="7517" y="19288"/>
                    <a:pt x="10185" y="21363"/>
                    <a:pt x="13288" y="22188"/>
                  </a:cubicBezTo>
                  <a:cubicBezTo>
                    <a:pt x="12902" y="23062"/>
                    <a:pt x="12749" y="24055"/>
                    <a:pt x="12540" y="24979"/>
                  </a:cubicBezTo>
                  <a:cubicBezTo>
                    <a:pt x="12385" y="25662"/>
                    <a:pt x="12080" y="26433"/>
                    <a:pt x="12061" y="27162"/>
                  </a:cubicBezTo>
                  <a:cubicBezTo>
                    <a:pt x="11762" y="27201"/>
                    <a:pt x="11473" y="27285"/>
                    <a:pt x="11204" y="27442"/>
                  </a:cubicBezTo>
                  <a:cubicBezTo>
                    <a:pt x="11018" y="27550"/>
                    <a:pt x="11015" y="27777"/>
                    <a:pt x="11142" y="27928"/>
                  </a:cubicBezTo>
                  <a:cubicBezTo>
                    <a:pt x="11145" y="27935"/>
                    <a:pt x="11150" y="27938"/>
                    <a:pt x="11155" y="27944"/>
                  </a:cubicBezTo>
                  <a:cubicBezTo>
                    <a:pt x="11028" y="27948"/>
                    <a:pt x="10910" y="28008"/>
                    <a:pt x="10832" y="28108"/>
                  </a:cubicBezTo>
                  <a:cubicBezTo>
                    <a:pt x="9928" y="29229"/>
                    <a:pt x="9683" y="30715"/>
                    <a:pt x="9312" y="32089"/>
                  </a:cubicBezTo>
                  <a:cubicBezTo>
                    <a:pt x="8852" y="33796"/>
                    <a:pt x="8465" y="35519"/>
                    <a:pt x="8149" y="37259"/>
                  </a:cubicBezTo>
                  <a:cubicBezTo>
                    <a:pt x="7935" y="38433"/>
                    <a:pt x="7369" y="40158"/>
                    <a:pt x="7613" y="41356"/>
                  </a:cubicBezTo>
                  <a:cubicBezTo>
                    <a:pt x="7832" y="42434"/>
                    <a:pt x="8920" y="43013"/>
                    <a:pt x="9873" y="43417"/>
                  </a:cubicBezTo>
                  <a:cubicBezTo>
                    <a:pt x="10183" y="43548"/>
                    <a:pt x="10458" y="43608"/>
                    <a:pt x="10702" y="43608"/>
                  </a:cubicBezTo>
                  <a:cubicBezTo>
                    <a:pt x="12509" y="43608"/>
                    <a:pt x="12630" y="40342"/>
                    <a:pt x="13029" y="38845"/>
                  </a:cubicBezTo>
                  <a:cubicBezTo>
                    <a:pt x="13941" y="35420"/>
                    <a:pt x="14878" y="31999"/>
                    <a:pt x="15749" y="28562"/>
                  </a:cubicBezTo>
                  <a:cubicBezTo>
                    <a:pt x="15842" y="28197"/>
                    <a:pt x="15632" y="27698"/>
                    <a:pt x="15220" y="27630"/>
                  </a:cubicBezTo>
                  <a:cubicBezTo>
                    <a:pt x="14854" y="27569"/>
                    <a:pt x="14466" y="27473"/>
                    <a:pt x="14071" y="27380"/>
                  </a:cubicBezTo>
                  <a:cubicBezTo>
                    <a:pt x="14478" y="25797"/>
                    <a:pt x="14896" y="24136"/>
                    <a:pt x="15010" y="22508"/>
                  </a:cubicBezTo>
                  <a:cubicBezTo>
                    <a:pt x="15443" y="22557"/>
                    <a:pt x="15877" y="22582"/>
                    <a:pt x="16312" y="22582"/>
                  </a:cubicBezTo>
                  <a:cubicBezTo>
                    <a:pt x="16645" y="22582"/>
                    <a:pt x="16978" y="22568"/>
                    <a:pt x="17310" y="22539"/>
                  </a:cubicBezTo>
                  <a:cubicBezTo>
                    <a:pt x="23190" y="22007"/>
                    <a:pt x="27413" y="16567"/>
                    <a:pt x="27170" y="10774"/>
                  </a:cubicBezTo>
                  <a:cubicBezTo>
                    <a:pt x="26925" y="4930"/>
                    <a:pt x="21682" y="1"/>
                    <a:pt x="15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1477975" y="4161250"/>
              <a:ext cx="487250" cy="450450"/>
            </a:xfrm>
            <a:custGeom>
              <a:rect b="b" l="l" r="r" t="t"/>
              <a:pathLst>
                <a:path extrusionOk="0" h="18018" w="19490">
                  <a:moveTo>
                    <a:pt x="1614" y="7205"/>
                  </a:moveTo>
                  <a:cubicBezTo>
                    <a:pt x="1122" y="9193"/>
                    <a:pt x="1161" y="11265"/>
                    <a:pt x="1871" y="12865"/>
                  </a:cubicBezTo>
                  <a:cubicBezTo>
                    <a:pt x="1911" y="12957"/>
                    <a:pt x="1956" y="13046"/>
                    <a:pt x="2001" y="13135"/>
                  </a:cubicBezTo>
                  <a:cubicBezTo>
                    <a:pt x="1442" y="12197"/>
                    <a:pt x="1127" y="11132"/>
                    <a:pt x="1088" y="10040"/>
                  </a:cubicBezTo>
                  <a:cubicBezTo>
                    <a:pt x="1052" y="9061"/>
                    <a:pt x="1251" y="8105"/>
                    <a:pt x="1614" y="7205"/>
                  </a:cubicBezTo>
                  <a:close/>
                  <a:moveTo>
                    <a:pt x="8769" y="1099"/>
                  </a:moveTo>
                  <a:cubicBezTo>
                    <a:pt x="10213" y="1099"/>
                    <a:pt x="11739" y="1834"/>
                    <a:pt x="12928" y="2514"/>
                  </a:cubicBezTo>
                  <a:cubicBezTo>
                    <a:pt x="15190" y="3806"/>
                    <a:pt x="17154" y="5801"/>
                    <a:pt x="17151" y="8562"/>
                  </a:cubicBezTo>
                  <a:cubicBezTo>
                    <a:pt x="17150" y="11027"/>
                    <a:pt x="16062" y="14041"/>
                    <a:pt x="14176" y="15676"/>
                  </a:cubicBezTo>
                  <a:cubicBezTo>
                    <a:pt x="13112" y="16598"/>
                    <a:pt x="11835" y="16976"/>
                    <a:pt x="10526" y="16976"/>
                  </a:cubicBezTo>
                  <a:cubicBezTo>
                    <a:pt x="8796" y="16976"/>
                    <a:pt x="7009" y="16315"/>
                    <a:pt x="5579" y="15381"/>
                  </a:cubicBezTo>
                  <a:cubicBezTo>
                    <a:pt x="2756" y="13536"/>
                    <a:pt x="1781" y="10776"/>
                    <a:pt x="2574" y="7531"/>
                  </a:cubicBezTo>
                  <a:cubicBezTo>
                    <a:pt x="2925" y="6098"/>
                    <a:pt x="3537" y="4567"/>
                    <a:pt x="4464" y="3322"/>
                  </a:cubicBezTo>
                  <a:cubicBezTo>
                    <a:pt x="4471" y="3316"/>
                    <a:pt x="4477" y="3308"/>
                    <a:pt x="4485" y="3302"/>
                  </a:cubicBezTo>
                  <a:cubicBezTo>
                    <a:pt x="5475" y="2436"/>
                    <a:pt x="6694" y="1440"/>
                    <a:pt x="8014" y="1172"/>
                  </a:cubicBezTo>
                  <a:cubicBezTo>
                    <a:pt x="8262" y="1122"/>
                    <a:pt x="8514" y="1099"/>
                    <a:pt x="8769" y="1099"/>
                  </a:cubicBezTo>
                  <a:close/>
                  <a:moveTo>
                    <a:pt x="8887" y="1"/>
                  </a:moveTo>
                  <a:cubicBezTo>
                    <a:pt x="8837" y="1"/>
                    <a:pt x="8788" y="1"/>
                    <a:pt x="8738" y="3"/>
                  </a:cubicBezTo>
                  <a:cubicBezTo>
                    <a:pt x="6181" y="71"/>
                    <a:pt x="3888" y="2245"/>
                    <a:pt x="2440" y="4180"/>
                  </a:cubicBezTo>
                  <a:cubicBezTo>
                    <a:pt x="877" y="6267"/>
                    <a:pt x="1" y="8911"/>
                    <a:pt x="661" y="11505"/>
                  </a:cubicBezTo>
                  <a:cubicBezTo>
                    <a:pt x="1175" y="13521"/>
                    <a:pt x="2542" y="15297"/>
                    <a:pt x="4474" y="15997"/>
                  </a:cubicBezTo>
                  <a:cubicBezTo>
                    <a:pt x="6169" y="17258"/>
                    <a:pt x="8337" y="18017"/>
                    <a:pt x="10414" y="18017"/>
                  </a:cubicBezTo>
                  <a:cubicBezTo>
                    <a:pt x="12074" y="18017"/>
                    <a:pt x="13676" y="17532"/>
                    <a:pt x="14932" y="16430"/>
                  </a:cubicBezTo>
                  <a:cubicBezTo>
                    <a:pt x="18721" y="13109"/>
                    <a:pt x="19489" y="6595"/>
                    <a:pt x="15668" y="3108"/>
                  </a:cubicBezTo>
                  <a:cubicBezTo>
                    <a:pt x="13933" y="1526"/>
                    <a:pt x="11308" y="1"/>
                    <a:pt x="88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1611400" y="4264325"/>
              <a:ext cx="204725" cy="224825"/>
            </a:xfrm>
            <a:custGeom>
              <a:rect b="b" l="l" r="r" t="t"/>
              <a:pathLst>
                <a:path extrusionOk="0" h="8993" w="8189">
                  <a:moveTo>
                    <a:pt x="3561" y="0"/>
                  </a:moveTo>
                  <a:cubicBezTo>
                    <a:pt x="1727" y="0"/>
                    <a:pt x="0" y="1490"/>
                    <a:pt x="935" y="3575"/>
                  </a:cubicBezTo>
                  <a:cubicBezTo>
                    <a:pt x="1077" y="3892"/>
                    <a:pt x="1311" y="4020"/>
                    <a:pt x="1557" y="4020"/>
                  </a:cubicBezTo>
                  <a:cubicBezTo>
                    <a:pt x="2000" y="4020"/>
                    <a:pt x="2483" y="3607"/>
                    <a:pt x="2546" y="3138"/>
                  </a:cubicBezTo>
                  <a:cubicBezTo>
                    <a:pt x="2652" y="2350"/>
                    <a:pt x="3006" y="2037"/>
                    <a:pt x="3405" y="2037"/>
                  </a:cubicBezTo>
                  <a:cubicBezTo>
                    <a:pt x="4054" y="2037"/>
                    <a:pt x="4819" y="2864"/>
                    <a:pt x="4821" y="3825"/>
                  </a:cubicBezTo>
                  <a:cubicBezTo>
                    <a:pt x="4825" y="5165"/>
                    <a:pt x="3942" y="6358"/>
                    <a:pt x="3228" y="7421"/>
                  </a:cubicBezTo>
                  <a:cubicBezTo>
                    <a:pt x="2689" y="8221"/>
                    <a:pt x="3437" y="8993"/>
                    <a:pt x="4195" y="8993"/>
                  </a:cubicBezTo>
                  <a:cubicBezTo>
                    <a:pt x="4522" y="8993"/>
                    <a:pt x="4850" y="8849"/>
                    <a:pt x="5078" y="8503"/>
                  </a:cubicBezTo>
                  <a:cubicBezTo>
                    <a:pt x="6537" y="6287"/>
                    <a:pt x="8188" y="2626"/>
                    <a:pt x="5438" y="602"/>
                  </a:cubicBezTo>
                  <a:cubicBezTo>
                    <a:pt x="4875" y="188"/>
                    <a:pt x="4211" y="0"/>
                    <a:pt x="35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1688575" y="4506825"/>
              <a:ext cx="60375" cy="62375"/>
            </a:xfrm>
            <a:custGeom>
              <a:rect b="b" l="l" r="r" t="t"/>
              <a:pathLst>
                <a:path extrusionOk="0" h="2495" w="2415">
                  <a:moveTo>
                    <a:pt x="1242" y="0"/>
                  </a:moveTo>
                  <a:cubicBezTo>
                    <a:pt x="1230" y="0"/>
                    <a:pt x="1219" y="1"/>
                    <a:pt x="1207" y="1"/>
                  </a:cubicBezTo>
                  <a:cubicBezTo>
                    <a:pt x="1005" y="10"/>
                    <a:pt x="807" y="63"/>
                    <a:pt x="629" y="158"/>
                  </a:cubicBezTo>
                  <a:cubicBezTo>
                    <a:pt x="403" y="277"/>
                    <a:pt x="150" y="585"/>
                    <a:pt x="103" y="841"/>
                  </a:cubicBezTo>
                  <a:cubicBezTo>
                    <a:pt x="93" y="897"/>
                    <a:pt x="83" y="952"/>
                    <a:pt x="73" y="1007"/>
                  </a:cubicBezTo>
                  <a:cubicBezTo>
                    <a:pt x="0" y="1417"/>
                    <a:pt x="50" y="1851"/>
                    <a:pt x="375" y="2151"/>
                  </a:cubicBezTo>
                  <a:cubicBezTo>
                    <a:pt x="605" y="2361"/>
                    <a:pt x="887" y="2495"/>
                    <a:pt x="1207" y="2495"/>
                  </a:cubicBezTo>
                  <a:cubicBezTo>
                    <a:pt x="1517" y="2490"/>
                    <a:pt x="1814" y="2367"/>
                    <a:pt x="2037" y="2151"/>
                  </a:cubicBezTo>
                  <a:cubicBezTo>
                    <a:pt x="2354" y="1833"/>
                    <a:pt x="2415" y="1430"/>
                    <a:pt x="2339" y="1007"/>
                  </a:cubicBezTo>
                  <a:cubicBezTo>
                    <a:pt x="2329" y="952"/>
                    <a:pt x="2319" y="897"/>
                    <a:pt x="2309" y="841"/>
                  </a:cubicBezTo>
                  <a:cubicBezTo>
                    <a:pt x="2267" y="605"/>
                    <a:pt x="2080" y="387"/>
                    <a:pt x="1900" y="247"/>
                  </a:cubicBezTo>
                  <a:cubicBezTo>
                    <a:pt x="1716" y="105"/>
                    <a:pt x="1480" y="0"/>
                    <a:pt x="1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4"/>
          <p:cNvSpPr/>
          <p:nvPr/>
        </p:nvSpPr>
        <p:spPr>
          <a:xfrm>
            <a:off x="3562600" y="2371004"/>
            <a:ext cx="401886" cy="298579"/>
          </a:xfrm>
          <a:custGeom>
            <a:rect b="b" l="l" r="r" t="t"/>
            <a:pathLst>
              <a:path extrusionOk="0" h="196111" w="285532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"/>
          <p:cNvSpPr txBox="1"/>
          <p:nvPr>
            <p:ph type="title"/>
          </p:nvPr>
        </p:nvSpPr>
        <p:spPr>
          <a:xfrm>
            <a:off x="800975" y="2010025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Commission</a:t>
            </a:r>
            <a:endParaRPr/>
          </a:p>
        </p:txBody>
      </p:sp>
      <p:sp>
        <p:nvSpPr>
          <p:cNvPr id="354" name="Google Shape;354;p4"/>
          <p:cNvSpPr txBox="1"/>
          <p:nvPr>
            <p:ph idx="1" type="subTitle"/>
          </p:nvPr>
        </p:nvSpPr>
        <p:spPr>
          <a:xfrm>
            <a:off x="801101" y="2389868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Take rate on every order</a:t>
            </a:r>
            <a:endParaRPr/>
          </a:p>
        </p:txBody>
      </p:sp>
      <p:sp>
        <p:nvSpPr>
          <p:cNvPr id="355" name="Google Shape;355;p4"/>
          <p:cNvSpPr txBox="1"/>
          <p:nvPr>
            <p:ph idx="2" type="title"/>
          </p:nvPr>
        </p:nvSpPr>
        <p:spPr>
          <a:xfrm>
            <a:off x="5850883" y="2010025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Seller Fees</a:t>
            </a:r>
            <a:endParaRPr/>
          </a:p>
        </p:txBody>
      </p:sp>
      <p:sp>
        <p:nvSpPr>
          <p:cNvPr id="356" name="Google Shape;356;p4"/>
          <p:cNvSpPr txBox="1"/>
          <p:nvPr>
            <p:ph idx="3" type="subTitle"/>
          </p:nvPr>
        </p:nvSpPr>
        <p:spPr>
          <a:xfrm>
            <a:off x="5850880" y="2389875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Subscription · Listing</a:t>
            </a:r>
            <a:endParaRPr/>
          </a:p>
        </p:txBody>
      </p:sp>
      <p:sp>
        <p:nvSpPr>
          <p:cNvPr id="357" name="Google Shape;357;p4"/>
          <p:cNvSpPr txBox="1"/>
          <p:nvPr>
            <p:ph idx="4" type="title"/>
          </p:nvPr>
        </p:nvSpPr>
        <p:spPr>
          <a:xfrm>
            <a:off x="800975" y="3449700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Freight</a:t>
            </a:r>
            <a:endParaRPr/>
          </a:p>
        </p:txBody>
      </p:sp>
      <p:sp>
        <p:nvSpPr>
          <p:cNvPr id="358" name="Google Shape;358;p4"/>
          <p:cNvSpPr txBox="1"/>
          <p:nvPr>
            <p:ph idx="5" type="subTitle"/>
          </p:nvPr>
        </p:nvSpPr>
        <p:spPr>
          <a:xfrm>
            <a:off x="801101" y="3838273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Shipping · Delivery charges</a:t>
            </a:r>
            <a:endParaRPr/>
          </a:p>
        </p:txBody>
      </p:sp>
      <p:sp>
        <p:nvSpPr>
          <p:cNvPr id="359" name="Google Shape;359;p4"/>
          <p:cNvSpPr txBox="1"/>
          <p:nvPr>
            <p:ph idx="6" type="title"/>
          </p:nvPr>
        </p:nvSpPr>
        <p:spPr>
          <a:xfrm>
            <a:off x="5850883" y="3449699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Ads</a:t>
            </a:r>
            <a:endParaRPr/>
          </a:p>
        </p:txBody>
      </p:sp>
      <p:sp>
        <p:nvSpPr>
          <p:cNvPr id="360" name="Google Shape;360;p4"/>
          <p:cNvSpPr txBox="1"/>
          <p:nvPr>
            <p:ph idx="7" type="subTitle"/>
          </p:nvPr>
        </p:nvSpPr>
        <p:spPr>
          <a:xfrm>
            <a:off x="5850880" y="3838276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Promoted products · Placement</a:t>
            </a:r>
            <a:endParaRPr/>
          </a:p>
        </p:txBody>
      </p:sp>
      <p:sp>
        <p:nvSpPr>
          <p:cNvPr id="361" name="Google Shape;361;p4"/>
          <p:cNvSpPr/>
          <p:nvPr/>
        </p:nvSpPr>
        <p:spPr>
          <a:xfrm>
            <a:off x="3520525" y="3831400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"/>
          <p:cNvSpPr/>
          <p:nvPr/>
        </p:nvSpPr>
        <p:spPr>
          <a:xfrm>
            <a:off x="5312158" y="3831400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"/>
          <p:cNvSpPr/>
          <p:nvPr/>
        </p:nvSpPr>
        <p:spPr>
          <a:xfrm>
            <a:off x="5348620" y="3793204"/>
            <a:ext cx="401886" cy="298579"/>
          </a:xfrm>
          <a:custGeom>
            <a:rect b="b" l="l" r="r" t="t"/>
            <a:pathLst>
              <a:path extrusionOk="0" h="196111" w="285532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"/>
          <p:cNvSpPr txBox="1"/>
          <p:nvPr>
            <p:ph type="title"/>
          </p:nvPr>
        </p:nvSpPr>
        <p:spPr>
          <a:xfrm>
            <a:off x="2598373" y="1548225"/>
            <a:ext cx="265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Competitors</a:t>
            </a:r>
            <a:endParaRPr/>
          </a:p>
        </p:txBody>
      </p:sp>
      <p:sp>
        <p:nvSpPr>
          <p:cNvPr id="369" name="Google Shape;369;p6"/>
          <p:cNvSpPr txBox="1"/>
          <p:nvPr>
            <p:ph idx="1" type="subTitle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Mercado Livre · Amazon · Shopee</a:t>
            </a:r>
            <a:endParaRPr/>
          </a:p>
        </p:txBody>
      </p:sp>
      <p:sp>
        <p:nvSpPr>
          <p:cNvPr id="370" name="Google Shape;370;p6"/>
          <p:cNvSpPr txBox="1"/>
          <p:nvPr>
            <p:ph idx="2" type="title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Customer Pain</a:t>
            </a:r>
            <a:endParaRPr/>
          </a:p>
        </p:txBody>
      </p:sp>
      <p:sp>
        <p:nvSpPr>
          <p:cNvPr id="371" name="Google Shape;371;p6"/>
          <p:cNvSpPr txBox="1"/>
          <p:nvPr>
            <p:ph idx="3" type="subTitle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Late · Damaged · No updates</a:t>
            </a:r>
            <a:endParaRPr/>
          </a:p>
        </p:txBody>
      </p:sp>
      <p:sp>
        <p:nvSpPr>
          <p:cNvPr id="372" name="Google Shape;372;p6"/>
          <p:cNvSpPr txBox="1"/>
          <p:nvPr>
            <p:ph idx="4" type="title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Seller Pain</a:t>
            </a:r>
            <a:endParaRPr/>
          </a:p>
        </p:txBody>
      </p:sp>
      <p:sp>
        <p:nvSpPr>
          <p:cNvPr id="373" name="Google Shape;373;p6"/>
          <p:cNvSpPr txBox="1"/>
          <p:nvPr>
            <p:ph idx="5" type="subTitle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Fees · Ratings · Returns</a:t>
            </a:r>
            <a:endParaRPr/>
          </a:p>
        </p:txBody>
      </p:sp>
      <p:sp>
        <p:nvSpPr>
          <p:cNvPr id="374" name="Google Shape;374;p6"/>
          <p:cNvSpPr txBox="1"/>
          <p:nvPr>
            <p:ph idx="6" type="title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Platform Pain</a:t>
            </a:r>
            <a:endParaRPr/>
          </a:p>
        </p:txBody>
      </p:sp>
      <p:sp>
        <p:nvSpPr>
          <p:cNvPr id="375" name="Google Shape;375;p6"/>
          <p:cNvSpPr txBox="1"/>
          <p:nvPr>
            <p:ph idx="7" type="subTitle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Support cost · Churn</a:t>
            </a:r>
            <a:endParaRPr/>
          </a:p>
        </p:txBody>
      </p:sp>
      <p:sp>
        <p:nvSpPr>
          <p:cNvPr id="376" name="Google Shape;376;p6"/>
          <p:cNvSpPr txBox="1"/>
          <p:nvPr>
            <p:ph idx="8" type="title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Market Around Us</a:t>
            </a:r>
            <a:endParaRPr/>
          </a:p>
        </p:txBody>
      </p:sp>
      <p:sp>
        <p:nvSpPr>
          <p:cNvPr id="377" name="Google Shape;377;p6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6"/>
          <p:cNvGrpSpPr/>
          <p:nvPr/>
        </p:nvGrpSpPr>
        <p:grpSpPr>
          <a:xfrm>
            <a:off x="1973772" y="3476292"/>
            <a:ext cx="391667" cy="370360"/>
            <a:chOff x="1055550" y="4082050"/>
            <a:chExt cx="241725" cy="228575"/>
          </a:xfrm>
        </p:grpSpPr>
        <p:sp>
          <p:nvSpPr>
            <p:cNvPr id="379" name="Google Shape;379;p6"/>
            <p:cNvSpPr/>
            <p:nvPr/>
          </p:nvSpPr>
          <p:spPr>
            <a:xfrm>
              <a:off x="1055550" y="4082050"/>
              <a:ext cx="241725" cy="228575"/>
            </a:xfrm>
            <a:custGeom>
              <a:rect b="b" l="l" r="r" t="t"/>
              <a:pathLst>
                <a:path extrusionOk="0" h="9143" w="9669">
                  <a:moveTo>
                    <a:pt x="6787" y="969"/>
                  </a:moveTo>
                  <a:cubicBezTo>
                    <a:pt x="6811" y="1326"/>
                    <a:pt x="6883" y="1683"/>
                    <a:pt x="6930" y="2040"/>
                  </a:cubicBezTo>
                  <a:cubicBezTo>
                    <a:pt x="6997" y="2604"/>
                    <a:pt x="6752" y="2729"/>
                    <a:pt x="6388" y="2729"/>
                  </a:cubicBezTo>
                  <a:cubicBezTo>
                    <a:pt x="6229" y="2729"/>
                    <a:pt x="6047" y="2705"/>
                    <a:pt x="5859" y="2683"/>
                  </a:cubicBezTo>
                  <a:cubicBezTo>
                    <a:pt x="5359" y="2622"/>
                    <a:pt x="4854" y="2591"/>
                    <a:pt x="4349" y="2591"/>
                  </a:cubicBezTo>
                  <a:cubicBezTo>
                    <a:pt x="3675" y="2591"/>
                    <a:pt x="3001" y="2646"/>
                    <a:pt x="2334" y="2755"/>
                  </a:cubicBezTo>
                  <a:cubicBezTo>
                    <a:pt x="2263" y="2207"/>
                    <a:pt x="2263" y="1635"/>
                    <a:pt x="2334" y="1088"/>
                  </a:cubicBezTo>
                  <a:cubicBezTo>
                    <a:pt x="3811" y="1088"/>
                    <a:pt x="5311" y="1040"/>
                    <a:pt x="6787" y="969"/>
                  </a:cubicBezTo>
                  <a:close/>
                  <a:moveTo>
                    <a:pt x="7936" y="920"/>
                  </a:moveTo>
                  <a:cubicBezTo>
                    <a:pt x="8235" y="920"/>
                    <a:pt x="8560" y="934"/>
                    <a:pt x="8597" y="1064"/>
                  </a:cubicBezTo>
                  <a:cubicBezTo>
                    <a:pt x="8645" y="1493"/>
                    <a:pt x="8645" y="1945"/>
                    <a:pt x="8574" y="2374"/>
                  </a:cubicBezTo>
                  <a:cubicBezTo>
                    <a:pt x="8550" y="2921"/>
                    <a:pt x="8550" y="3469"/>
                    <a:pt x="8597" y="4017"/>
                  </a:cubicBezTo>
                  <a:cubicBezTo>
                    <a:pt x="8669" y="4827"/>
                    <a:pt x="8716" y="5660"/>
                    <a:pt x="8716" y="6494"/>
                  </a:cubicBezTo>
                  <a:cubicBezTo>
                    <a:pt x="8716" y="6851"/>
                    <a:pt x="8716" y="7232"/>
                    <a:pt x="8693" y="7565"/>
                  </a:cubicBezTo>
                  <a:cubicBezTo>
                    <a:pt x="8645" y="8041"/>
                    <a:pt x="8621" y="8065"/>
                    <a:pt x="8121" y="8089"/>
                  </a:cubicBezTo>
                  <a:lnTo>
                    <a:pt x="7407" y="8113"/>
                  </a:lnTo>
                  <a:cubicBezTo>
                    <a:pt x="7216" y="7113"/>
                    <a:pt x="7835" y="5517"/>
                    <a:pt x="6930" y="4779"/>
                  </a:cubicBezTo>
                  <a:cubicBezTo>
                    <a:pt x="6677" y="4565"/>
                    <a:pt x="6333" y="4509"/>
                    <a:pt x="5984" y="4509"/>
                  </a:cubicBezTo>
                  <a:cubicBezTo>
                    <a:pt x="5710" y="4509"/>
                    <a:pt x="5433" y="4544"/>
                    <a:pt x="5192" y="4565"/>
                  </a:cubicBezTo>
                  <a:cubicBezTo>
                    <a:pt x="4287" y="4636"/>
                    <a:pt x="3430" y="4612"/>
                    <a:pt x="2548" y="4779"/>
                  </a:cubicBezTo>
                  <a:cubicBezTo>
                    <a:pt x="2310" y="4850"/>
                    <a:pt x="2167" y="5112"/>
                    <a:pt x="2239" y="5350"/>
                  </a:cubicBezTo>
                  <a:cubicBezTo>
                    <a:pt x="2334" y="6303"/>
                    <a:pt x="2382" y="7279"/>
                    <a:pt x="2334" y="8232"/>
                  </a:cubicBezTo>
                  <a:cubicBezTo>
                    <a:pt x="1905" y="8232"/>
                    <a:pt x="1477" y="8232"/>
                    <a:pt x="1024" y="8208"/>
                  </a:cubicBezTo>
                  <a:cubicBezTo>
                    <a:pt x="1024" y="5827"/>
                    <a:pt x="929" y="3469"/>
                    <a:pt x="929" y="1112"/>
                  </a:cubicBezTo>
                  <a:lnTo>
                    <a:pt x="1405" y="1112"/>
                  </a:lnTo>
                  <a:cubicBezTo>
                    <a:pt x="1382" y="1897"/>
                    <a:pt x="1286" y="2683"/>
                    <a:pt x="1548" y="3445"/>
                  </a:cubicBezTo>
                  <a:cubicBezTo>
                    <a:pt x="1607" y="3642"/>
                    <a:pt x="1796" y="3773"/>
                    <a:pt x="1994" y="3773"/>
                  </a:cubicBezTo>
                  <a:cubicBezTo>
                    <a:pt x="2036" y="3773"/>
                    <a:pt x="2078" y="3767"/>
                    <a:pt x="2120" y="3755"/>
                  </a:cubicBezTo>
                  <a:cubicBezTo>
                    <a:pt x="2697" y="3594"/>
                    <a:pt x="3282" y="3554"/>
                    <a:pt x="3870" y="3554"/>
                  </a:cubicBezTo>
                  <a:cubicBezTo>
                    <a:pt x="4325" y="3554"/>
                    <a:pt x="4782" y="3578"/>
                    <a:pt x="5239" y="3588"/>
                  </a:cubicBezTo>
                  <a:cubicBezTo>
                    <a:pt x="5626" y="3605"/>
                    <a:pt x="6084" y="3693"/>
                    <a:pt x="6513" y="3693"/>
                  </a:cubicBezTo>
                  <a:cubicBezTo>
                    <a:pt x="6691" y="3693"/>
                    <a:pt x="6865" y="3678"/>
                    <a:pt x="7026" y="3636"/>
                  </a:cubicBezTo>
                  <a:cubicBezTo>
                    <a:pt x="8240" y="3302"/>
                    <a:pt x="7788" y="1874"/>
                    <a:pt x="7692" y="921"/>
                  </a:cubicBezTo>
                  <a:cubicBezTo>
                    <a:pt x="7766" y="921"/>
                    <a:pt x="7850" y="920"/>
                    <a:pt x="7936" y="920"/>
                  </a:cubicBezTo>
                  <a:close/>
                  <a:moveTo>
                    <a:pt x="5422" y="5406"/>
                  </a:moveTo>
                  <a:cubicBezTo>
                    <a:pt x="5955" y="5406"/>
                    <a:pt x="6370" y="5470"/>
                    <a:pt x="6430" y="5660"/>
                  </a:cubicBezTo>
                  <a:cubicBezTo>
                    <a:pt x="6668" y="6446"/>
                    <a:pt x="6383" y="7327"/>
                    <a:pt x="6478" y="8137"/>
                  </a:cubicBezTo>
                  <a:lnTo>
                    <a:pt x="6502" y="8137"/>
                  </a:lnTo>
                  <a:cubicBezTo>
                    <a:pt x="5406" y="8184"/>
                    <a:pt x="4335" y="8232"/>
                    <a:pt x="3263" y="8232"/>
                  </a:cubicBezTo>
                  <a:cubicBezTo>
                    <a:pt x="3287" y="7351"/>
                    <a:pt x="3263" y="6470"/>
                    <a:pt x="3168" y="5612"/>
                  </a:cubicBezTo>
                  <a:cubicBezTo>
                    <a:pt x="3721" y="5529"/>
                    <a:pt x="4684" y="5406"/>
                    <a:pt x="5422" y="5406"/>
                  </a:cubicBezTo>
                  <a:close/>
                  <a:moveTo>
                    <a:pt x="7764" y="0"/>
                  </a:moveTo>
                  <a:cubicBezTo>
                    <a:pt x="7063" y="0"/>
                    <a:pt x="6347" y="111"/>
                    <a:pt x="5644" y="111"/>
                  </a:cubicBezTo>
                  <a:cubicBezTo>
                    <a:pt x="3906" y="111"/>
                    <a:pt x="2191" y="183"/>
                    <a:pt x="453" y="183"/>
                  </a:cubicBezTo>
                  <a:cubicBezTo>
                    <a:pt x="334" y="183"/>
                    <a:pt x="238" y="230"/>
                    <a:pt x="143" y="302"/>
                  </a:cubicBezTo>
                  <a:cubicBezTo>
                    <a:pt x="48" y="373"/>
                    <a:pt x="0" y="516"/>
                    <a:pt x="0" y="635"/>
                  </a:cubicBezTo>
                  <a:cubicBezTo>
                    <a:pt x="0" y="3326"/>
                    <a:pt x="119" y="5993"/>
                    <a:pt x="119" y="8637"/>
                  </a:cubicBezTo>
                  <a:cubicBezTo>
                    <a:pt x="119" y="8899"/>
                    <a:pt x="334" y="9113"/>
                    <a:pt x="572" y="9113"/>
                  </a:cubicBezTo>
                  <a:cubicBezTo>
                    <a:pt x="1018" y="9134"/>
                    <a:pt x="1465" y="9143"/>
                    <a:pt x="1911" y="9143"/>
                  </a:cubicBezTo>
                  <a:cubicBezTo>
                    <a:pt x="2989" y="9143"/>
                    <a:pt x="4066" y="9092"/>
                    <a:pt x="5144" y="9042"/>
                  </a:cubicBezTo>
                  <a:cubicBezTo>
                    <a:pt x="5906" y="9018"/>
                    <a:pt x="6668" y="8994"/>
                    <a:pt x="7430" y="8994"/>
                  </a:cubicBezTo>
                  <a:cubicBezTo>
                    <a:pt x="7657" y="8994"/>
                    <a:pt x="7954" y="9030"/>
                    <a:pt x="8246" y="9030"/>
                  </a:cubicBezTo>
                  <a:cubicBezTo>
                    <a:pt x="8538" y="9030"/>
                    <a:pt x="8824" y="8994"/>
                    <a:pt x="9026" y="8851"/>
                  </a:cubicBezTo>
                  <a:cubicBezTo>
                    <a:pt x="9621" y="8446"/>
                    <a:pt x="9621" y="7732"/>
                    <a:pt x="9645" y="7065"/>
                  </a:cubicBezTo>
                  <a:cubicBezTo>
                    <a:pt x="9669" y="6041"/>
                    <a:pt x="9645" y="5017"/>
                    <a:pt x="9550" y="3993"/>
                  </a:cubicBezTo>
                  <a:cubicBezTo>
                    <a:pt x="9502" y="3255"/>
                    <a:pt x="9502" y="2493"/>
                    <a:pt x="9526" y="1731"/>
                  </a:cubicBezTo>
                  <a:cubicBezTo>
                    <a:pt x="9574" y="921"/>
                    <a:pt x="9478" y="230"/>
                    <a:pt x="8574" y="64"/>
                  </a:cubicBezTo>
                  <a:cubicBezTo>
                    <a:pt x="8307" y="17"/>
                    <a:pt x="8036" y="0"/>
                    <a:pt x="77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1187125" y="4233225"/>
              <a:ext cx="13825" cy="42325"/>
            </a:xfrm>
            <a:custGeom>
              <a:rect b="b" l="l" r="r" t="t"/>
              <a:pathLst>
                <a:path extrusionOk="0" h="1693" w="553">
                  <a:moveTo>
                    <a:pt x="289" y="0"/>
                  </a:moveTo>
                  <a:cubicBezTo>
                    <a:pt x="191" y="0"/>
                    <a:pt x="96" y="54"/>
                    <a:pt x="72" y="161"/>
                  </a:cubicBezTo>
                  <a:cubicBezTo>
                    <a:pt x="0" y="613"/>
                    <a:pt x="0" y="1066"/>
                    <a:pt x="72" y="1518"/>
                  </a:cubicBezTo>
                  <a:cubicBezTo>
                    <a:pt x="100" y="1641"/>
                    <a:pt x="184" y="1692"/>
                    <a:pt x="273" y="1692"/>
                  </a:cubicBezTo>
                  <a:cubicBezTo>
                    <a:pt x="408" y="1692"/>
                    <a:pt x="553" y="1572"/>
                    <a:pt x="524" y="1399"/>
                  </a:cubicBezTo>
                  <a:cubicBezTo>
                    <a:pt x="453" y="994"/>
                    <a:pt x="453" y="566"/>
                    <a:pt x="524" y="161"/>
                  </a:cubicBezTo>
                  <a:cubicBezTo>
                    <a:pt x="488" y="54"/>
                    <a:pt x="387" y="0"/>
                    <a:pt x="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6"/>
          <p:cNvGrpSpPr/>
          <p:nvPr/>
        </p:nvGrpSpPr>
        <p:grpSpPr>
          <a:xfrm>
            <a:off x="1952535" y="1935834"/>
            <a:ext cx="434159" cy="412002"/>
            <a:chOff x="4536025" y="2809375"/>
            <a:chExt cx="267950" cy="254275"/>
          </a:xfrm>
        </p:grpSpPr>
        <p:sp>
          <p:nvSpPr>
            <p:cNvPr id="382" name="Google Shape;382;p6"/>
            <p:cNvSpPr/>
            <p:nvPr/>
          </p:nvSpPr>
          <p:spPr>
            <a:xfrm>
              <a:off x="4593300" y="2809375"/>
              <a:ext cx="171375" cy="93075"/>
            </a:xfrm>
            <a:custGeom>
              <a:rect b="b" l="l" r="r" t="t"/>
              <a:pathLst>
                <a:path extrusionOk="0" h="3723" w="6855">
                  <a:moveTo>
                    <a:pt x="5783" y="2389"/>
                  </a:moveTo>
                  <a:cubicBezTo>
                    <a:pt x="5831" y="2508"/>
                    <a:pt x="5854" y="2628"/>
                    <a:pt x="5854" y="2747"/>
                  </a:cubicBezTo>
                  <a:lnTo>
                    <a:pt x="5497" y="2723"/>
                  </a:lnTo>
                  <a:cubicBezTo>
                    <a:pt x="5592" y="2628"/>
                    <a:pt x="5688" y="2508"/>
                    <a:pt x="5783" y="2389"/>
                  </a:cubicBezTo>
                  <a:close/>
                  <a:moveTo>
                    <a:pt x="2880" y="1"/>
                  </a:moveTo>
                  <a:cubicBezTo>
                    <a:pt x="2805" y="1"/>
                    <a:pt x="2733" y="11"/>
                    <a:pt x="2663" y="32"/>
                  </a:cubicBezTo>
                  <a:cubicBezTo>
                    <a:pt x="1615" y="389"/>
                    <a:pt x="806" y="1818"/>
                    <a:pt x="234" y="2699"/>
                  </a:cubicBezTo>
                  <a:cubicBezTo>
                    <a:pt x="1" y="3049"/>
                    <a:pt x="327" y="3387"/>
                    <a:pt x="651" y="3387"/>
                  </a:cubicBezTo>
                  <a:cubicBezTo>
                    <a:pt x="789" y="3387"/>
                    <a:pt x="927" y="3325"/>
                    <a:pt x="1020" y="3175"/>
                  </a:cubicBezTo>
                  <a:cubicBezTo>
                    <a:pt x="1496" y="2413"/>
                    <a:pt x="2044" y="1699"/>
                    <a:pt x="2663" y="1080"/>
                  </a:cubicBezTo>
                  <a:cubicBezTo>
                    <a:pt x="2714" y="1035"/>
                    <a:pt x="2776" y="1015"/>
                    <a:pt x="2848" y="1015"/>
                  </a:cubicBezTo>
                  <a:cubicBezTo>
                    <a:pt x="3314" y="1015"/>
                    <a:pt x="4165" y="1864"/>
                    <a:pt x="4640" y="2318"/>
                  </a:cubicBezTo>
                  <a:cubicBezTo>
                    <a:pt x="4497" y="2485"/>
                    <a:pt x="4330" y="2628"/>
                    <a:pt x="4163" y="2794"/>
                  </a:cubicBezTo>
                  <a:cubicBezTo>
                    <a:pt x="3830" y="3080"/>
                    <a:pt x="4116" y="3532"/>
                    <a:pt x="4497" y="3580"/>
                  </a:cubicBezTo>
                  <a:cubicBezTo>
                    <a:pt x="5116" y="3628"/>
                    <a:pt x="5735" y="3675"/>
                    <a:pt x="6354" y="3723"/>
                  </a:cubicBezTo>
                  <a:cubicBezTo>
                    <a:pt x="6593" y="3723"/>
                    <a:pt x="6807" y="3509"/>
                    <a:pt x="6807" y="3247"/>
                  </a:cubicBezTo>
                  <a:cubicBezTo>
                    <a:pt x="6855" y="2556"/>
                    <a:pt x="6664" y="1865"/>
                    <a:pt x="6283" y="1294"/>
                  </a:cubicBezTo>
                  <a:cubicBezTo>
                    <a:pt x="6235" y="1246"/>
                    <a:pt x="6188" y="1199"/>
                    <a:pt x="6116" y="1151"/>
                  </a:cubicBezTo>
                  <a:cubicBezTo>
                    <a:pt x="6045" y="1079"/>
                    <a:pt x="5955" y="1047"/>
                    <a:pt x="5867" y="1047"/>
                  </a:cubicBezTo>
                  <a:cubicBezTo>
                    <a:pt x="5751" y="1047"/>
                    <a:pt x="5636" y="1104"/>
                    <a:pt x="5569" y="1199"/>
                  </a:cubicBezTo>
                  <a:lnTo>
                    <a:pt x="5235" y="1604"/>
                  </a:lnTo>
                  <a:cubicBezTo>
                    <a:pt x="4628" y="1039"/>
                    <a:pt x="3644" y="1"/>
                    <a:pt x="28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4536025" y="2912700"/>
              <a:ext cx="128025" cy="128525"/>
            </a:xfrm>
            <a:custGeom>
              <a:rect b="b" l="l" r="r" t="t"/>
              <a:pathLst>
                <a:path extrusionOk="0" h="5141" w="5121">
                  <a:moveTo>
                    <a:pt x="1596" y="1090"/>
                  </a:moveTo>
                  <a:cubicBezTo>
                    <a:pt x="1644" y="1209"/>
                    <a:pt x="1692" y="1328"/>
                    <a:pt x="1715" y="1448"/>
                  </a:cubicBezTo>
                  <a:cubicBezTo>
                    <a:pt x="1573" y="1376"/>
                    <a:pt x="1430" y="1352"/>
                    <a:pt x="1287" y="1305"/>
                  </a:cubicBezTo>
                  <a:cubicBezTo>
                    <a:pt x="1382" y="1209"/>
                    <a:pt x="1501" y="1138"/>
                    <a:pt x="1596" y="1090"/>
                  </a:cubicBezTo>
                  <a:close/>
                  <a:moveTo>
                    <a:pt x="1898" y="0"/>
                  </a:moveTo>
                  <a:cubicBezTo>
                    <a:pt x="1854" y="0"/>
                    <a:pt x="1809" y="6"/>
                    <a:pt x="1763" y="19"/>
                  </a:cubicBezTo>
                  <a:cubicBezTo>
                    <a:pt x="1096" y="304"/>
                    <a:pt x="453" y="638"/>
                    <a:pt x="72" y="1305"/>
                  </a:cubicBezTo>
                  <a:cubicBezTo>
                    <a:pt x="1" y="1448"/>
                    <a:pt x="1" y="1614"/>
                    <a:pt x="72" y="1733"/>
                  </a:cubicBezTo>
                  <a:cubicBezTo>
                    <a:pt x="144" y="1852"/>
                    <a:pt x="239" y="1948"/>
                    <a:pt x="382" y="1971"/>
                  </a:cubicBezTo>
                  <a:lnTo>
                    <a:pt x="810" y="2114"/>
                  </a:lnTo>
                  <a:cubicBezTo>
                    <a:pt x="549" y="3043"/>
                    <a:pt x="72" y="4162"/>
                    <a:pt x="1025" y="4829"/>
                  </a:cubicBezTo>
                  <a:cubicBezTo>
                    <a:pt x="1430" y="5091"/>
                    <a:pt x="2096" y="5091"/>
                    <a:pt x="2573" y="5115"/>
                  </a:cubicBezTo>
                  <a:cubicBezTo>
                    <a:pt x="2810" y="5133"/>
                    <a:pt x="3048" y="5137"/>
                    <a:pt x="3286" y="5137"/>
                  </a:cubicBezTo>
                  <a:cubicBezTo>
                    <a:pt x="3548" y="5137"/>
                    <a:pt x="3810" y="5132"/>
                    <a:pt x="4076" y="5132"/>
                  </a:cubicBezTo>
                  <a:cubicBezTo>
                    <a:pt x="4225" y="5132"/>
                    <a:pt x="4374" y="5133"/>
                    <a:pt x="4526" y="5139"/>
                  </a:cubicBezTo>
                  <a:cubicBezTo>
                    <a:pt x="4540" y="5140"/>
                    <a:pt x="4555" y="5141"/>
                    <a:pt x="4569" y="5141"/>
                  </a:cubicBezTo>
                  <a:cubicBezTo>
                    <a:pt x="5121" y="5141"/>
                    <a:pt x="5106" y="4257"/>
                    <a:pt x="4526" y="4234"/>
                  </a:cubicBezTo>
                  <a:cubicBezTo>
                    <a:pt x="3692" y="4186"/>
                    <a:pt x="2882" y="4234"/>
                    <a:pt x="2049" y="4162"/>
                  </a:cubicBezTo>
                  <a:cubicBezTo>
                    <a:pt x="1525" y="4115"/>
                    <a:pt x="1311" y="3972"/>
                    <a:pt x="1406" y="3424"/>
                  </a:cubicBezTo>
                  <a:cubicBezTo>
                    <a:pt x="1477" y="3091"/>
                    <a:pt x="1596" y="2757"/>
                    <a:pt x="1715" y="2424"/>
                  </a:cubicBezTo>
                  <a:cubicBezTo>
                    <a:pt x="1882" y="2495"/>
                    <a:pt x="2073" y="2567"/>
                    <a:pt x="2239" y="2638"/>
                  </a:cubicBezTo>
                  <a:cubicBezTo>
                    <a:pt x="2309" y="2673"/>
                    <a:pt x="2384" y="2689"/>
                    <a:pt x="2459" y="2689"/>
                  </a:cubicBezTo>
                  <a:cubicBezTo>
                    <a:pt x="2744" y="2689"/>
                    <a:pt x="3019" y="2454"/>
                    <a:pt x="2906" y="2114"/>
                  </a:cubicBezTo>
                  <a:cubicBezTo>
                    <a:pt x="2716" y="1519"/>
                    <a:pt x="2525" y="924"/>
                    <a:pt x="2335" y="328"/>
                  </a:cubicBezTo>
                  <a:cubicBezTo>
                    <a:pt x="2276" y="132"/>
                    <a:pt x="2103" y="0"/>
                    <a:pt x="18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4675950" y="2919025"/>
              <a:ext cx="128025" cy="144625"/>
            </a:xfrm>
            <a:custGeom>
              <a:rect b="b" l="l" r="r" t="t"/>
              <a:pathLst>
                <a:path extrusionOk="0" h="5785" w="5121">
                  <a:moveTo>
                    <a:pt x="1524" y="4124"/>
                  </a:moveTo>
                  <a:cubicBezTo>
                    <a:pt x="1524" y="4267"/>
                    <a:pt x="1500" y="4433"/>
                    <a:pt x="1500" y="4576"/>
                  </a:cubicBezTo>
                  <a:cubicBezTo>
                    <a:pt x="1405" y="4505"/>
                    <a:pt x="1310" y="4409"/>
                    <a:pt x="1215" y="4314"/>
                  </a:cubicBezTo>
                  <a:lnTo>
                    <a:pt x="1524" y="4124"/>
                  </a:lnTo>
                  <a:close/>
                  <a:moveTo>
                    <a:pt x="3794" y="1"/>
                  </a:moveTo>
                  <a:cubicBezTo>
                    <a:pt x="3517" y="1"/>
                    <a:pt x="3215" y="239"/>
                    <a:pt x="3287" y="599"/>
                  </a:cubicBezTo>
                  <a:cubicBezTo>
                    <a:pt x="3453" y="1433"/>
                    <a:pt x="3739" y="2219"/>
                    <a:pt x="3858" y="3076"/>
                  </a:cubicBezTo>
                  <a:cubicBezTo>
                    <a:pt x="3930" y="3624"/>
                    <a:pt x="3739" y="3766"/>
                    <a:pt x="3191" y="3790"/>
                  </a:cubicBezTo>
                  <a:cubicBezTo>
                    <a:pt x="3112" y="3798"/>
                    <a:pt x="3033" y="3801"/>
                    <a:pt x="2953" y="3801"/>
                  </a:cubicBezTo>
                  <a:cubicBezTo>
                    <a:pt x="2794" y="3801"/>
                    <a:pt x="2636" y="3790"/>
                    <a:pt x="2477" y="3790"/>
                  </a:cubicBezTo>
                  <a:cubicBezTo>
                    <a:pt x="2501" y="3624"/>
                    <a:pt x="2525" y="3481"/>
                    <a:pt x="2548" y="3338"/>
                  </a:cubicBezTo>
                  <a:cubicBezTo>
                    <a:pt x="2623" y="3020"/>
                    <a:pt x="2390" y="2747"/>
                    <a:pt x="2114" y="2747"/>
                  </a:cubicBezTo>
                  <a:cubicBezTo>
                    <a:pt x="2038" y="2747"/>
                    <a:pt x="1959" y="2768"/>
                    <a:pt x="1882" y="2814"/>
                  </a:cubicBezTo>
                  <a:cubicBezTo>
                    <a:pt x="1358" y="3147"/>
                    <a:pt x="834" y="3481"/>
                    <a:pt x="310" y="3814"/>
                  </a:cubicBezTo>
                  <a:cubicBezTo>
                    <a:pt x="72" y="3933"/>
                    <a:pt x="0" y="4219"/>
                    <a:pt x="143" y="4433"/>
                  </a:cubicBezTo>
                  <a:cubicBezTo>
                    <a:pt x="596" y="5029"/>
                    <a:pt x="1072" y="5553"/>
                    <a:pt x="1810" y="5767"/>
                  </a:cubicBezTo>
                  <a:cubicBezTo>
                    <a:pt x="1852" y="5779"/>
                    <a:pt x="1895" y="5785"/>
                    <a:pt x="1938" y="5785"/>
                  </a:cubicBezTo>
                  <a:cubicBezTo>
                    <a:pt x="2066" y="5785"/>
                    <a:pt x="2191" y="5731"/>
                    <a:pt x="2263" y="5624"/>
                  </a:cubicBezTo>
                  <a:cubicBezTo>
                    <a:pt x="2334" y="5529"/>
                    <a:pt x="2382" y="5433"/>
                    <a:pt x="2405" y="5314"/>
                  </a:cubicBezTo>
                  <a:lnTo>
                    <a:pt x="2405" y="4719"/>
                  </a:lnTo>
                  <a:cubicBezTo>
                    <a:pt x="2634" y="4732"/>
                    <a:pt x="2882" y="4748"/>
                    <a:pt x="3129" y="4748"/>
                  </a:cubicBezTo>
                  <a:cubicBezTo>
                    <a:pt x="3805" y="4748"/>
                    <a:pt x="4471" y="4627"/>
                    <a:pt x="4715" y="3981"/>
                  </a:cubicBezTo>
                  <a:cubicBezTo>
                    <a:pt x="5120" y="2862"/>
                    <a:pt x="4406" y="1409"/>
                    <a:pt x="4192" y="337"/>
                  </a:cubicBezTo>
                  <a:cubicBezTo>
                    <a:pt x="4145" y="102"/>
                    <a:pt x="3975" y="1"/>
                    <a:pt x="37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6"/>
          <p:cNvSpPr/>
          <p:nvPr/>
        </p:nvSpPr>
        <p:spPr>
          <a:xfrm>
            <a:off x="5232373" y="1947187"/>
            <a:ext cx="417754" cy="389277"/>
          </a:xfrm>
          <a:custGeom>
            <a:rect b="b" l="l" r="r" t="t"/>
            <a:pathLst>
              <a:path extrusionOk="0" h="9610" w="10313">
                <a:moveTo>
                  <a:pt x="4869" y="904"/>
                </a:moveTo>
                <a:cubicBezTo>
                  <a:pt x="5298" y="904"/>
                  <a:pt x="5750" y="967"/>
                  <a:pt x="6002" y="1303"/>
                </a:cubicBezTo>
                <a:cubicBezTo>
                  <a:pt x="6169" y="1565"/>
                  <a:pt x="6312" y="1874"/>
                  <a:pt x="6359" y="2184"/>
                </a:cubicBezTo>
                <a:cubicBezTo>
                  <a:pt x="6002" y="2208"/>
                  <a:pt x="5645" y="2232"/>
                  <a:pt x="5311" y="2232"/>
                </a:cubicBezTo>
                <a:cubicBezTo>
                  <a:pt x="4454" y="2232"/>
                  <a:pt x="3621" y="2255"/>
                  <a:pt x="2787" y="2279"/>
                </a:cubicBezTo>
                <a:cubicBezTo>
                  <a:pt x="2906" y="1422"/>
                  <a:pt x="3359" y="993"/>
                  <a:pt x="4359" y="922"/>
                </a:cubicBezTo>
                <a:cubicBezTo>
                  <a:pt x="4514" y="915"/>
                  <a:pt x="4689" y="904"/>
                  <a:pt x="4869" y="904"/>
                </a:cubicBezTo>
                <a:close/>
                <a:moveTo>
                  <a:pt x="7963" y="3027"/>
                </a:moveTo>
                <a:cubicBezTo>
                  <a:pt x="8293" y="3027"/>
                  <a:pt x="8561" y="3065"/>
                  <a:pt x="8598" y="3184"/>
                </a:cubicBezTo>
                <a:cubicBezTo>
                  <a:pt x="8669" y="3589"/>
                  <a:pt x="8669" y="4018"/>
                  <a:pt x="8598" y="4423"/>
                </a:cubicBezTo>
                <a:cubicBezTo>
                  <a:pt x="7764" y="4970"/>
                  <a:pt x="6836" y="5375"/>
                  <a:pt x="5859" y="5566"/>
                </a:cubicBezTo>
                <a:cubicBezTo>
                  <a:pt x="5815" y="5367"/>
                  <a:pt x="5648" y="5230"/>
                  <a:pt x="5472" y="5230"/>
                </a:cubicBezTo>
                <a:cubicBezTo>
                  <a:pt x="5458" y="5230"/>
                  <a:pt x="5444" y="5231"/>
                  <a:pt x="5431" y="5232"/>
                </a:cubicBezTo>
                <a:cubicBezTo>
                  <a:pt x="5263" y="5222"/>
                  <a:pt x="5091" y="5217"/>
                  <a:pt x="4919" y="5217"/>
                </a:cubicBezTo>
                <a:cubicBezTo>
                  <a:pt x="4675" y="5217"/>
                  <a:pt x="4429" y="5228"/>
                  <a:pt x="4192" y="5256"/>
                </a:cubicBezTo>
                <a:cubicBezTo>
                  <a:pt x="3978" y="5256"/>
                  <a:pt x="3811" y="5399"/>
                  <a:pt x="3740" y="5613"/>
                </a:cubicBezTo>
                <a:cubicBezTo>
                  <a:pt x="2763" y="5399"/>
                  <a:pt x="1835" y="5089"/>
                  <a:pt x="930" y="4637"/>
                </a:cubicBezTo>
                <a:cubicBezTo>
                  <a:pt x="930" y="4161"/>
                  <a:pt x="906" y="3708"/>
                  <a:pt x="906" y="3232"/>
                </a:cubicBezTo>
                <a:cubicBezTo>
                  <a:pt x="1668" y="3232"/>
                  <a:pt x="2430" y="3239"/>
                  <a:pt x="3190" y="3239"/>
                </a:cubicBezTo>
                <a:cubicBezTo>
                  <a:pt x="4331" y="3239"/>
                  <a:pt x="5469" y="3222"/>
                  <a:pt x="6597" y="3137"/>
                </a:cubicBezTo>
                <a:cubicBezTo>
                  <a:pt x="6758" y="3122"/>
                  <a:pt x="7439" y="3027"/>
                  <a:pt x="7963" y="3027"/>
                </a:cubicBezTo>
                <a:close/>
                <a:moveTo>
                  <a:pt x="8598" y="5518"/>
                </a:moveTo>
                <a:cubicBezTo>
                  <a:pt x="8622" y="6113"/>
                  <a:pt x="8693" y="6685"/>
                  <a:pt x="8717" y="7280"/>
                </a:cubicBezTo>
                <a:cubicBezTo>
                  <a:pt x="8741" y="7614"/>
                  <a:pt x="8717" y="7971"/>
                  <a:pt x="8669" y="8304"/>
                </a:cubicBezTo>
                <a:cubicBezTo>
                  <a:pt x="8620" y="8524"/>
                  <a:pt x="8377" y="8581"/>
                  <a:pt x="8106" y="8581"/>
                </a:cubicBezTo>
                <a:cubicBezTo>
                  <a:pt x="7850" y="8581"/>
                  <a:pt x="7569" y="8530"/>
                  <a:pt x="7407" y="8519"/>
                </a:cubicBezTo>
                <a:cubicBezTo>
                  <a:pt x="7228" y="8515"/>
                  <a:pt x="7050" y="8513"/>
                  <a:pt x="6871" y="8513"/>
                </a:cubicBezTo>
                <a:cubicBezTo>
                  <a:pt x="5187" y="8513"/>
                  <a:pt x="3502" y="8674"/>
                  <a:pt x="1804" y="8674"/>
                </a:cubicBezTo>
                <a:cubicBezTo>
                  <a:pt x="1545" y="8674"/>
                  <a:pt x="1285" y="8670"/>
                  <a:pt x="1025" y="8662"/>
                </a:cubicBezTo>
                <a:cubicBezTo>
                  <a:pt x="1025" y="7661"/>
                  <a:pt x="1001" y="6661"/>
                  <a:pt x="977" y="5637"/>
                </a:cubicBezTo>
                <a:lnTo>
                  <a:pt x="977" y="5637"/>
                </a:lnTo>
                <a:cubicBezTo>
                  <a:pt x="1858" y="6042"/>
                  <a:pt x="2811" y="6352"/>
                  <a:pt x="3764" y="6518"/>
                </a:cubicBezTo>
                <a:cubicBezTo>
                  <a:pt x="3611" y="6824"/>
                  <a:pt x="3838" y="7170"/>
                  <a:pt x="4171" y="7170"/>
                </a:cubicBezTo>
                <a:cubicBezTo>
                  <a:pt x="4201" y="7170"/>
                  <a:pt x="4232" y="7167"/>
                  <a:pt x="4264" y="7161"/>
                </a:cubicBezTo>
                <a:lnTo>
                  <a:pt x="5407" y="7161"/>
                </a:lnTo>
                <a:cubicBezTo>
                  <a:pt x="5428" y="7164"/>
                  <a:pt x="5450" y="7166"/>
                  <a:pt x="5471" y="7166"/>
                </a:cubicBezTo>
                <a:cubicBezTo>
                  <a:pt x="5794" y="7166"/>
                  <a:pt x="6017" y="6831"/>
                  <a:pt x="5883" y="6518"/>
                </a:cubicBezTo>
                <a:cubicBezTo>
                  <a:pt x="6836" y="6352"/>
                  <a:pt x="7741" y="5994"/>
                  <a:pt x="8598" y="5518"/>
                </a:cubicBezTo>
                <a:close/>
                <a:moveTo>
                  <a:pt x="4966" y="0"/>
                </a:moveTo>
                <a:cubicBezTo>
                  <a:pt x="4754" y="0"/>
                  <a:pt x="4548" y="10"/>
                  <a:pt x="4359" y="17"/>
                </a:cubicBezTo>
                <a:cubicBezTo>
                  <a:pt x="2811" y="65"/>
                  <a:pt x="2025" y="898"/>
                  <a:pt x="1858" y="2303"/>
                </a:cubicBezTo>
                <a:lnTo>
                  <a:pt x="453" y="2303"/>
                </a:lnTo>
                <a:cubicBezTo>
                  <a:pt x="334" y="2303"/>
                  <a:pt x="239" y="2351"/>
                  <a:pt x="168" y="2422"/>
                </a:cubicBezTo>
                <a:cubicBezTo>
                  <a:pt x="48" y="2494"/>
                  <a:pt x="1" y="2637"/>
                  <a:pt x="1" y="2756"/>
                </a:cubicBezTo>
                <a:cubicBezTo>
                  <a:pt x="1" y="4875"/>
                  <a:pt x="120" y="6995"/>
                  <a:pt x="120" y="9114"/>
                </a:cubicBezTo>
                <a:cubicBezTo>
                  <a:pt x="120" y="9352"/>
                  <a:pt x="310" y="9566"/>
                  <a:pt x="572" y="9590"/>
                </a:cubicBezTo>
                <a:cubicBezTo>
                  <a:pt x="965" y="9604"/>
                  <a:pt x="1359" y="9609"/>
                  <a:pt x="1754" y="9609"/>
                </a:cubicBezTo>
                <a:cubicBezTo>
                  <a:pt x="2774" y="9609"/>
                  <a:pt x="3799" y="9570"/>
                  <a:pt x="4811" y="9519"/>
                </a:cubicBezTo>
                <a:cubicBezTo>
                  <a:pt x="4999" y="9511"/>
                  <a:pt x="5190" y="9509"/>
                  <a:pt x="5382" y="9509"/>
                </a:cubicBezTo>
                <a:cubicBezTo>
                  <a:pt x="5928" y="9509"/>
                  <a:pt x="6491" y="9531"/>
                  <a:pt x="7048" y="9531"/>
                </a:cubicBezTo>
                <a:cubicBezTo>
                  <a:pt x="7542" y="9531"/>
                  <a:pt x="8031" y="9513"/>
                  <a:pt x="8503" y="9447"/>
                </a:cubicBezTo>
                <a:cubicBezTo>
                  <a:pt x="10313" y="9209"/>
                  <a:pt x="9574" y="6423"/>
                  <a:pt x="9479" y="5208"/>
                </a:cubicBezTo>
                <a:cubicBezTo>
                  <a:pt x="9431" y="4446"/>
                  <a:pt x="9598" y="3708"/>
                  <a:pt x="9479" y="2946"/>
                </a:cubicBezTo>
                <a:cubicBezTo>
                  <a:pt x="9384" y="2255"/>
                  <a:pt x="8622" y="2184"/>
                  <a:pt x="8074" y="2136"/>
                </a:cubicBezTo>
                <a:lnTo>
                  <a:pt x="7288" y="2136"/>
                </a:lnTo>
                <a:cubicBezTo>
                  <a:pt x="7121" y="1541"/>
                  <a:pt x="6955" y="946"/>
                  <a:pt x="6502" y="469"/>
                </a:cubicBezTo>
                <a:cubicBezTo>
                  <a:pt x="6122" y="71"/>
                  <a:pt x="5527" y="0"/>
                  <a:pt x="49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6"/>
          <p:cNvGrpSpPr/>
          <p:nvPr/>
        </p:nvGrpSpPr>
        <p:grpSpPr>
          <a:xfrm>
            <a:off x="5287360" y="3450761"/>
            <a:ext cx="307776" cy="421440"/>
            <a:chOff x="3428650" y="2373900"/>
            <a:chExt cx="189950" cy="260100"/>
          </a:xfrm>
        </p:grpSpPr>
        <p:sp>
          <p:nvSpPr>
            <p:cNvPr id="387" name="Google Shape;387;p6"/>
            <p:cNvSpPr/>
            <p:nvPr/>
          </p:nvSpPr>
          <p:spPr>
            <a:xfrm>
              <a:off x="3428650" y="2373900"/>
              <a:ext cx="189950" cy="260100"/>
            </a:xfrm>
            <a:custGeom>
              <a:rect b="b" l="l" r="r" t="t"/>
              <a:pathLst>
                <a:path extrusionOk="0" h="10404" w="7598">
                  <a:moveTo>
                    <a:pt x="5145" y="1019"/>
                  </a:moveTo>
                  <a:cubicBezTo>
                    <a:pt x="5454" y="1114"/>
                    <a:pt x="5740" y="1233"/>
                    <a:pt x="6002" y="1400"/>
                  </a:cubicBezTo>
                  <a:cubicBezTo>
                    <a:pt x="6645" y="1757"/>
                    <a:pt x="6812" y="2352"/>
                    <a:pt x="6812" y="2972"/>
                  </a:cubicBezTo>
                  <a:lnTo>
                    <a:pt x="6669" y="2972"/>
                  </a:lnTo>
                  <a:cubicBezTo>
                    <a:pt x="6247" y="3107"/>
                    <a:pt x="5801" y="3170"/>
                    <a:pt x="5357" y="3170"/>
                  </a:cubicBezTo>
                  <a:cubicBezTo>
                    <a:pt x="5174" y="3170"/>
                    <a:pt x="4992" y="3159"/>
                    <a:pt x="4811" y="3138"/>
                  </a:cubicBezTo>
                  <a:cubicBezTo>
                    <a:pt x="4907" y="2424"/>
                    <a:pt x="5050" y="1733"/>
                    <a:pt x="5145" y="1019"/>
                  </a:cubicBezTo>
                  <a:close/>
                  <a:moveTo>
                    <a:pt x="763" y="733"/>
                  </a:moveTo>
                  <a:lnTo>
                    <a:pt x="763" y="733"/>
                  </a:lnTo>
                  <a:cubicBezTo>
                    <a:pt x="1089" y="759"/>
                    <a:pt x="1424" y="766"/>
                    <a:pt x="1764" y="766"/>
                  </a:cubicBezTo>
                  <a:cubicBezTo>
                    <a:pt x="2095" y="766"/>
                    <a:pt x="2430" y="759"/>
                    <a:pt x="2766" y="759"/>
                  </a:cubicBezTo>
                  <a:cubicBezTo>
                    <a:pt x="3343" y="759"/>
                    <a:pt x="3920" y="778"/>
                    <a:pt x="4478" y="876"/>
                  </a:cubicBezTo>
                  <a:cubicBezTo>
                    <a:pt x="4359" y="1709"/>
                    <a:pt x="4168" y="2567"/>
                    <a:pt x="4073" y="3400"/>
                  </a:cubicBezTo>
                  <a:cubicBezTo>
                    <a:pt x="4073" y="3567"/>
                    <a:pt x="4168" y="3710"/>
                    <a:pt x="4311" y="3734"/>
                  </a:cubicBezTo>
                  <a:cubicBezTo>
                    <a:pt x="4667" y="3815"/>
                    <a:pt x="5024" y="3853"/>
                    <a:pt x="5378" y="3853"/>
                  </a:cubicBezTo>
                  <a:cubicBezTo>
                    <a:pt x="5853" y="3853"/>
                    <a:pt x="6324" y="3785"/>
                    <a:pt x="6788" y="3662"/>
                  </a:cubicBezTo>
                  <a:lnTo>
                    <a:pt x="6788" y="3662"/>
                  </a:lnTo>
                  <a:cubicBezTo>
                    <a:pt x="6740" y="4043"/>
                    <a:pt x="6669" y="4400"/>
                    <a:pt x="6621" y="4734"/>
                  </a:cubicBezTo>
                  <a:cubicBezTo>
                    <a:pt x="6455" y="6329"/>
                    <a:pt x="6574" y="7925"/>
                    <a:pt x="6455" y="9521"/>
                  </a:cubicBezTo>
                  <a:cubicBezTo>
                    <a:pt x="5320" y="9594"/>
                    <a:pt x="4186" y="9704"/>
                    <a:pt x="3057" y="9704"/>
                  </a:cubicBezTo>
                  <a:cubicBezTo>
                    <a:pt x="2361" y="9704"/>
                    <a:pt x="1668" y="9662"/>
                    <a:pt x="977" y="9544"/>
                  </a:cubicBezTo>
                  <a:cubicBezTo>
                    <a:pt x="882" y="6615"/>
                    <a:pt x="715" y="3686"/>
                    <a:pt x="763" y="733"/>
                  </a:cubicBezTo>
                  <a:close/>
                  <a:moveTo>
                    <a:pt x="465" y="1"/>
                  </a:moveTo>
                  <a:cubicBezTo>
                    <a:pt x="447" y="1"/>
                    <a:pt x="429" y="7"/>
                    <a:pt x="406" y="19"/>
                  </a:cubicBezTo>
                  <a:cubicBezTo>
                    <a:pt x="239" y="19"/>
                    <a:pt x="96" y="162"/>
                    <a:pt x="96" y="352"/>
                  </a:cubicBezTo>
                  <a:cubicBezTo>
                    <a:pt x="1" y="3519"/>
                    <a:pt x="191" y="6687"/>
                    <a:pt x="287" y="9830"/>
                  </a:cubicBezTo>
                  <a:cubicBezTo>
                    <a:pt x="287" y="9997"/>
                    <a:pt x="382" y="10140"/>
                    <a:pt x="549" y="10187"/>
                  </a:cubicBezTo>
                  <a:cubicBezTo>
                    <a:pt x="1369" y="10348"/>
                    <a:pt x="2189" y="10403"/>
                    <a:pt x="3010" y="10403"/>
                  </a:cubicBezTo>
                  <a:cubicBezTo>
                    <a:pt x="4261" y="10403"/>
                    <a:pt x="5513" y="10274"/>
                    <a:pt x="6764" y="10187"/>
                  </a:cubicBezTo>
                  <a:cubicBezTo>
                    <a:pt x="6955" y="10187"/>
                    <a:pt x="7098" y="10021"/>
                    <a:pt x="7121" y="9854"/>
                  </a:cubicBezTo>
                  <a:cubicBezTo>
                    <a:pt x="7336" y="7925"/>
                    <a:pt x="7121" y="5996"/>
                    <a:pt x="7407" y="4091"/>
                  </a:cubicBezTo>
                  <a:cubicBezTo>
                    <a:pt x="7598" y="2948"/>
                    <a:pt x="7598" y="1876"/>
                    <a:pt x="6717" y="1043"/>
                  </a:cubicBezTo>
                  <a:cubicBezTo>
                    <a:pt x="5812" y="193"/>
                    <a:pt x="4537" y="77"/>
                    <a:pt x="3249" y="77"/>
                  </a:cubicBezTo>
                  <a:cubicBezTo>
                    <a:pt x="2765" y="77"/>
                    <a:pt x="2278" y="93"/>
                    <a:pt x="1810" y="93"/>
                  </a:cubicBezTo>
                  <a:cubicBezTo>
                    <a:pt x="1360" y="93"/>
                    <a:pt x="926" y="78"/>
                    <a:pt x="525" y="19"/>
                  </a:cubicBezTo>
                  <a:cubicBezTo>
                    <a:pt x="501" y="7"/>
                    <a:pt x="483" y="1"/>
                    <a:pt x="4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3460075" y="2481500"/>
              <a:ext cx="117975" cy="27275"/>
            </a:xfrm>
            <a:custGeom>
              <a:rect b="b" l="l" r="r" t="t"/>
              <a:pathLst>
                <a:path extrusionOk="0" h="1091" w="4719">
                  <a:moveTo>
                    <a:pt x="1646" y="0"/>
                  </a:moveTo>
                  <a:cubicBezTo>
                    <a:pt x="1163" y="0"/>
                    <a:pt x="651" y="270"/>
                    <a:pt x="244" y="454"/>
                  </a:cubicBezTo>
                  <a:cubicBezTo>
                    <a:pt x="0" y="576"/>
                    <a:pt x="138" y="889"/>
                    <a:pt x="347" y="889"/>
                  </a:cubicBezTo>
                  <a:cubicBezTo>
                    <a:pt x="382" y="889"/>
                    <a:pt x="420" y="879"/>
                    <a:pt x="458" y="859"/>
                  </a:cubicBezTo>
                  <a:cubicBezTo>
                    <a:pt x="840" y="644"/>
                    <a:pt x="1244" y="525"/>
                    <a:pt x="1649" y="478"/>
                  </a:cubicBezTo>
                  <a:cubicBezTo>
                    <a:pt x="1677" y="475"/>
                    <a:pt x="1703" y="474"/>
                    <a:pt x="1730" y="474"/>
                  </a:cubicBezTo>
                  <a:cubicBezTo>
                    <a:pt x="2181" y="474"/>
                    <a:pt x="2457" y="844"/>
                    <a:pt x="2840" y="1001"/>
                  </a:cubicBezTo>
                  <a:cubicBezTo>
                    <a:pt x="3016" y="1065"/>
                    <a:pt x="3180" y="1091"/>
                    <a:pt x="3338" y="1091"/>
                  </a:cubicBezTo>
                  <a:cubicBezTo>
                    <a:pt x="3714" y="1091"/>
                    <a:pt x="4057" y="945"/>
                    <a:pt x="4459" y="811"/>
                  </a:cubicBezTo>
                  <a:cubicBezTo>
                    <a:pt x="4718" y="746"/>
                    <a:pt x="4645" y="369"/>
                    <a:pt x="4417" y="369"/>
                  </a:cubicBezTo>
                  <a:cubicBezTo>
                    <a:pt x="4393" y="369"/>
                    <a:pt x="4367" y="373"/>
                    <a:pt x="4340" y="382"/>
                  </a:cubicBezTo>
                  <a:cubicBezTo>
                    <a:pt x="3989" y="485"/>
                    <a:pt x="3700" y="605"/>
                    <a:pt x="3397" y="605"/>
                  </a:cubicBezTo>
                  <a:cubicBezTo>
                    <a:pt x="3208" y="605"/>
                    <a:pt x="3012" y="558"/>
                    <a:pt x="2792" y="430"/>
                  </a:cubicBezTo>
                  <a:cubicBezTo>
                    <a:pt x="2507" y="239"/>
                    <a:pt x="2221" y="96"/>
                    <a:pt x="1887" y="25"/>
                  </a:cubicBezTo>
                  <a:cubicBezTo>
                    <a:pt x="1808" y="8"/>
                    <a:pt x="1727" y="0"/>
                    <a:pt x="16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3460075" y="2524950"/>
              <a:ext cx="117975" cy="27300"/>
            </a:xfrm>
            <a:custGeom>
              <a:rect b="b" l="l" r="r" t="t"/>
              <a:pathLst>
                <a:path extrusionOk="0" h="1092" w="4719">
                  <a:moveTo>
                    <a:pt x="1647" y="1"/>
                  </a:moveTo>
                  <a:cubicBezTo>
                    <a:pt x="1164" y="1"/>
                    <a:pt x="652" y="274"/>
                    <a:pt x="244" y="478"/>
                  </a:cubicBezTo>
                  <a:cubicBezTo>
                    <a:pt x="0" y="580"/>
                    <a:pt x="138" y="889"/>
                    <a:pt x="346" y="889"/>
                  </a:cubicBezTo>
                  <a:cubicBezTo>
                    <a:pt x="382" y="889"/>
                    <a:pt x="420" y="880"/>
                    <a:pt x="458" y="859"/>
                  </a:cubicBezTo>
                  <a:cubicBezTo>
                    <a:pt x="840" y="668"/>
                    <a:pt x="1244" y="526"/>
                    <a:pt x="1649" y="478"/>
                  </a:cubicBezTo>
                  <a:cubicBezTo>
                    <a:pt x="1675" y="475"/>
                    <a:pt x="1701" y="474"/>
                    <a:pt x="1726" y="474"/>
                  </a:cubicBezTo>
                  <a:cubicBezTo>
                    <a:pt x="2179" y="474"/>
                    <a:pt x="2456" y="866"/>
                    <a:pt x="2840" y="1002"/>
                  </a:cubicBezTo>
                  <a:cubicBezTo>
                    <a:pt x="3019" y="1066"/>
                    <a:pt x="3184" y="1092"/>
                    <a:pt x="3344" y="1092"/>
                  </a:cubicBezTo>
                  <a:cubicBezTo>
                    <a:pt x="3717" y="1092"/>
                    <a:pt x="4059" y="952"/>
                    <a:pt x="4459" y="835"/>
                  </a:cubicBezTo>
                  <a:cubicBezTo>
                    <a:pt x="4718" y="749"/>
                    <a:pt x="4645" y="370"/>
                    <a:pt x="4416" y="370"/>
                  </a:cubicBezTo>
                  <a:cubicBezTo>
                    <a:pt x="4393" y="370"/>
                    <a:pt x="4367" y="374"/>
                    <a:pt x="4340" y="383"/>
                  </a:cubicBezTo>
                  <a:cubicBezTo>
                    <a:pt x="3996" y="498"/>
                    <a:pt x="3712" y="612"/>
                    <a:pt x="3415" y="612"/>
                  </a:cubicBezTo>
                  <a:cubicBezTo>
                    <a:pt x="3220" y="612"/>
                    <a:pt x="3019" y="563"/>
                    <a:pt x="2792" y="430"/>
                  </a:cubicBezTo>
                  <a:cubicBezTo>
                    <a:pt x="2507" y="264"/>
                    <a:pt x="2221" y="121"/>
                    <a:pt x="1887" y="25"/>
                  </a:cubicBezTo>
                  <a:cubicBezTo>
                    <a:pt x="1808" y="8"/>
                    <a:pt x="1728" y="1"/>
                    <a:pt x="16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3459925" y="2568775"/>
              <a:ext cx="118125" cy="27075"/>
            </a:xfrm>
            <a:custGeom>
              <a:rect b="b" l="l" r="r" t="t"/>
              <a:pathLst>
                <a:path extrusionOk="0" h="1083" w="4725">
                  <a:moveTo>
                    <a:pt x="1615" y="0"/>
                  </a:moveTo>
                  <a:cubicBezTo>
                    <a:pt x="1143" y="0"/>
                    <a:pt x="647" y="265"/>
                    <a:pt x="250" y="463"/>
                  </a:cubicBezTo>
                  <a:cubicBezTo>
                    <a:pt x="0" y="568"/>
                    <a:pt x="151" y="890"/>
                    <a:pt x="368" y="890"/>
                  </a:cubicBezTo>
                  <a:cubicBezTo>
                    <a:pt x="399" y="890"/>
                    <a:pt x="431" y="883"/>
                    <a:pt x="464" y="868"/>
                  </a:cubicBezTo>
                  <a:cubicBezTo>
                    <a:pt x="846" y="654"/>
                    <a:pt x="1250" y="511"/>
                    <a:pt x="1655" y="463"/>
                  </a:cubicBezTo>
                  <a:cubicBezTo>
                    <a:pt x="1669" y="463"/>
                    <a:pt x="1683" y="462"/>
                    <a:pt x="1697" y="462"/>
                  </a:cubicBezTo>
                  <a:cubicBezTo>
                    <a:pt x="2172" y="462"/>
                    <a:pt x="2453" y="849"/>
                    <a:pt x="2846" y="987"/>
                  </a:cubicBezTo>
                  <a:cubicBezTo>
                    <a:pt x="3033" y="1055"/>
                    <a:pt x="3206" y="1082"/>
                    <a:pt x="3373" y="1082"/>
                  </a:cubicBezTo>
                  <a:cubicBezTo>
                    <a:pt x="3737" y="1082"/>
                    <a:pt x="4073" y="951"/>
                    <a:pt x="4465" y="821"/>
                  </a:cubicBezTo>
                  <a:cubicBezTo>
                    <a:pt x="4724" y="734"/>
                    <a:pt x="4651" y="355"/>
                    <a:pt x="4422" y="355"/>
                  </a:cubicBezTo>
                  <a:cubicBezTo>
                    <a:pt x="4399" y="355"/>
                    <a:pt x="4373" y="359"/>
                    <a:pt x="4346" y="368"/>
                  </a:cubicBezTo>
                  <a:cubicBezTo>
                    <a:pt x="3993" y="486"/>
                    <a:pt x="3704" y="603"/>
                    <a:pt x="3400" y="603"/>
                  </a:cubicBezTo>
                  <a:cubicBezTo>
                    <a:pt x="3211" y="603"/>
                    <a:pt x="3017" y="558"/>
                    <a:pt x="2798" y="440"/>
                  </a:cubicBezTo>
                  <a:cubicBezTo>
                    <a:pt x="2513" y="249"/>
                    <a:pt x="2227" y="106"/>
                    <a:pt x="1893" y="35"/>
                  </a:cubicBezTo>
                  <a:cubicBezTo>
                    <a:pt x="1802" y="11"/>
                    <a:pt x="1709" y="0"/>
                    <a:pt x="16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"/>
          <p:cNvSpPr txBox="1"/>
          <p:nvPr>
            <p:ph idx="1" type="subTitle"/>
          </p:nvPr>
        </p:nvSpPr>
        <p:spPr>
          <a:xfrm>
            <a:off x="1629950" y="3828100"/>
            <a:ext cx="23325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Kaggle · Olist dataset</a:t>
            </a:r>
            <a:endParaRPr/>
          </a:p>
        </p:txBody>
      </p:sp>
      <p:sp>
        <p:nvSpPr>
          <p:cNvPr id="396" name="Google Shape;396;p5"/>
          <p:cNvSpPr txBox="1"/>
          <p:nvPr>
            <p:ph idx="2" type="body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Brazilian e-commerce marketplace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Connects small sellers to big channels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~100k orders · 2016–2018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Orders · Items · Payments · Reviews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Customers · Sellers · Products · Geo</a:t>
            </a:r>
            <a:endParaRPr/>
          </a:p>
        </p:txBody>
      </p:sp>
      <p:sp>
        <p:nvSpPr>
          <p:cNvPr id="397" name="Google Shape;397;p5"/>
          <p:cNvSpPr txBox="1"/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Our Case: Olist</a:t>
            </a:r>
            <a:endParaRPr/>
          </a:p>
        </p:txBody>
      </p:sp>
      <p:pic>
        <p:nvPicPr>
          <p:cNvPr id="398" name="Google Shape;3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26463">
            <a:off x="1054628" y="1956679"/>
            <a:ext cx="1780381" cy="157061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399" name="Google Shape;399;p5"/>
          <p:cNvSpPr/>
          <p:nvPr/>
        </p:nvSpPr>
        <p:spPr>
          <a:xfrm rot="-2700000">
            <a:off x="765274" y="2065491"/>
            <a:ext cx="647436" cy="266330"/>
          </a:xfrm>
          <a:custGeom>
            <a:rect b="b" l="l" r="r" t="t"/>
            <a:pathLst>
              <a:path extrusionOk="0" h="14902" w="36226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  <a:effectLst>
            <a:outerShdw blurRad="57150" rotWithShape="0" algn="bl" dir="5400000" dist="19050">
              <a:srgbClr val="000000">
                <a:alpha val="3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"/>
          <p:cNvSpPr/>
          <p:nvPr/>
        </p:nvSpPr>
        <p:spPr>
          <a:xfrm rot="-2700000">
            <a:off x="2517624" y="3175166"/>
            <a:ext cx="647436" cy="266330"/>
          </a:xfrm>
          <a:custGeom>
            <a:rect b="b" l="l" r="r" t="t"/>
            <a:pathLst>
              <a:path extrusionOk="0" h="14902" w="36226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  <a:effectLst>
            <a:outerShdw blurRad="57150" rotWithShape="0" algn="bl" dir="5400000" dist="19050">
              <a:srgbClr val="000000">
                <a:alpha val="3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5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 rot="-6023610">
            <a:off x="2786831" y="3004878"/>
            <a:ext cx="1579416" cy="716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7"/>
          <p:cNvPicPr preferRelativeResize="0"/>
          <p:nvPr/>
        </p:nvPicPr>
        <p:blipFill rotWithShape="1">
          <a:blip r:embed="rId3">
            <a:alphaModFix amt="86000"/>
          </a:blip>
          <a:srcRect b="0" l="0" r="0" t="0"/>
          <a:stretch/>
        </p:blipFill>
        <p:spPr>
          <a:xfrm flipH="1" rot="9455883">
            <a:off x="1706560" y="1268589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7"/>
          <p:cNvSpPr txBox="1"/>
          <p:nvPr>
            <p:ph type="title"/>
          </p:nvPr>
        </p:nvSpPr>
        <p:spPr>
          <a:xfrm>
            <a:off x="534900" y="2495013"/>
            <a:ext cx="3798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408" name="Google Shape;408;p7"/>
          <p:cNvSpPr txBox="1"/>
          <p:nvPr>
            <p:ph idx="1" type="subTitle"/>
          </p:nvPr>
        </p:nvSpPr>
        <p:spPr>
          <a:xfrm>
            <a:off x="799650" y="3241096"/>
            <a:ext cx="32685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Will this order arrive late?</a:t>
            </a:r>
            <a:endParaRPr/>
          </a:p>
        </p:txBody>
      </p:sp>
      <p:sp>
        <p:nvSpPr>
          <p:cNvPr id="409" name="Google Shape;409;p7"/>
          <p:cNvSpPr txBox="1"/>
          <p:nvPr>
            <p:ph idx="2" type="title"/>
          </p:nvPr>
        </p:nvSpPr>
        <p:spPr>
          <a:xfrm>
            <a:off x="1640100" y="1347913"/>
            <a:ext cx="1587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410" name="Google Shape;410;p7"/>
          <p:cNvPicPr preferRelativeResize="0"/>
          <p:nvPr/>
        </p:nvPicPr>
        <p:blipFill rotWithShape="1">
          <a:blip r:embed="rId4">
            <a:alphaModFix/>
          </a:blip>
          <a:srcRect b="0" l="11961" r="9243" t="0"/>
          <a:stretch/>
        </p:blipFill>
        <p:spPr>
          <a:xfrm rot="445223">
            <a:off x="5265536" y="1357086"/>
            <a:ext cx="2946285" cy="248850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411" name="Google Shape;411;p7"/>
          <p:cNvSpPr/>
          <p:nvPr/>
        </p:nvSpPr>
        <p:spPr>
          <a:xfrm rot="-594043">
            <a:off x="5239927" y="941885"/>
            <a:ext cx="937065" cy="552301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"/>
          <p:cNvSpPr/>
          <p:nvPr/>
        </p:nvSpPr>
        <p:spPr>
          <a:xfrm rot="-594043">
            <a:off x="7483974" y="3689665"/>
            <a:ext cx="937065" cy="552301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900" y="3899014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"/>
          <p:cNvSpPr txBox="1"/>
          <p:nvPr>
            <p:ph type="title"/>
          </p:nvPr>
        </p:nvSpPr>
        <p:spPr>
          <a:xfrm>
            <a:off x="90747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420" name="Google Shape;420;p8"/>
          <p:cNvSpPr txBox="1"/>
          <p:nvPr>
            <p:ph idx="1" type="subTitle"/>
          </p:nvPr>
        </p:nvSpPr>
        <p:spPr>
          <a:xfrm>
            <a:off x="113785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Orders arrive after the estimated delivery date</a:t>
            </a:r>
            <a:endParaRPr/>
          </a:p>
        </p:txBody>
      </p:sp>
      <p:sp>
        <p:nvSpPr>
          <p:cNvPr id="421" name="Google Shape;421;p8"/>
          <p:cNvSpPr txBox="1"/>
          <p:nvPr>
            <p:ph idx="2" type="title"/>
          </p:nvPr>
        </p:nvSpPr>
        <p:spPr>
          <a:xfrm>
            <a:off x="531873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What We Build</a:t>
            </a:r>
            <a:endParaRPr/>
          </a:p>
        </p:txBody>
      </p:sp>
      <p:sp>
        <p:nvSpPr>
          <p:cNvPr id="422" name="Google Shape;422;p8"/>
          <p:cNvSpPr txBox="1"/>
          <p:nvPr>
            <p:ph idx="3" type="subTitle"/>
          </p:nvPr>
        </p:nvSpPr>
        <p:spPr>
          <a:xfrm>
            <a:off x="554912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Predict late delivery at purchase time</a:t>
            </a:r>
            <a:endParaRPr/>
          </a:p>
        </p:txBody>
      </p:sp>
      <p:pic>
        <p:nvPicPr>
          <p:cNvPr id="423" name="Google Shape;423;p8"/>
          <p:cNvPicPr preferRelativeResize="0"/>
          <p:nvPr/>
        </p:nvPicPr>
        <p:blipFill rotWithShape="1">
          <a:blip r:embed="rId3">
            <a:alphaModFix/>
          </a:blip>
          <a:srcRect b="0" l="30777" r="0" t="0"/>
          <a:stretch/>
        </p:blipFill>
        <p:spPr>
          <a:xfrm>
            <a:off x="1506575" y="904875"/>
            <a:ext cx="1719600" cy="16581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424" name="Google Shape;424;p8"/>
          <p:cNvSpPr/>
          <p:nvPr/>
        </p:nvSpPr>
        <p:spPr>
          <a:xfrm>
            <a:off x="1506586" y="675208"/>
            <a:ext cx="1253610" cy="738785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8"/>
          <p:cNvPicPr preferRelativeResize="0"/>
          <p:nvPr/>
        </p:nvPicPr>
        <p:blipFill rotWithShape="1">
          <a:blip r:embed="rId4">
            <a:alphaModFix/>
          </a:blip>
          <a:srcRect b="0" l="15417" r="15417" t="0"/>
          <a:stretch/>
        </p:blipFill>
        <p:spPr>
          <a:xfrm>
            <a:off x="5917825" y="904875"/>
            <a:ext cx="1719600" cy="16581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426" name="Google Shape;426;p8"/>
          <p:cNvSpPr/>
          <p:nvPr/>
        </p:nvSpPr>
        <p:spPr>
          <a:xfrm rot="1736031">
            <a:off x="6283366" y="675218"/>
            <a:ext cx="1253589" cy="738773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9"/>
          <p:cNvSpPr txBox="1"/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Support</a:t>
            </a:r>
            <a:endParaRPr sz="2100"/>
          </a:p>
        </p:txBody>
      </p:sp>
      <p:sp>
        <p:nvSpPr>
          <p:cNvPr id="432" name="Google Shape;432;p9"/>
          <p:cNvSpPr txBox="1"/>
          <p:nvPr>
            <p:ph idx="1" type="subTitle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Tickets · Refunds · Extra cost</a:t>
            </a:r>
            <a:endParaRPr/>
          </a:p>
        </p:txBody>
      </p:sp>
      <p:sp>
        <p:nvSpPr>
          <p:cNvPr id="433" name="Google Shape;433;p9"/>
          <p:cNvSpPr txBox="1"/>
          <p:nvPr>
            <p:ph idx="2" type="title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Customer</a:t>
            </a:r>
            <a:endParaRPr sz="2100"/>
          </a:p>
        </p:txBody>
      </p:sp>
      <p:sp>
        <p:nvSpPr>
          <p:cNvPr id="434" name="Google Shape;434;p9"/>
          <p:cNvSpPr txBox="1"/>
          <p:nvPr>
            <p:ph idx="3" type="subTitle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Low review scores · Complaints</a:t>
            </a:r>
            <a:endParaRPr/>
          </a:p>
        </p:txBody>
      </p:sp>
      <p:sp>
        <p:nvSpPr>
          <p:cNvPr id="435" name="Google Shape;435;p9"/>
          <p:cNvSpPr txBox="1"/>
          <p:nvPr>
            <p:ph idx="4" type="title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Growth</a:t>
            </a:r>
            <a:endParaRPr sz="2100"/>
          </a:p>
        </p:txBody>
      </p:sp>
      <p:sp>
        <p:nvSpPr>
          <p:cNvPr id="436" name="Google Shape;436;p9"/>
          <p:cNvSpPr txBox="1"/>
          <p:nvPr>
            <p:ph idx="5" type="subTitle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Churn · Seller reputation</a:t>
            </a:r>
            <a:endParaRPr/>
          </a:p>
        </p:txBody>
      </p:sp>
      <p:sp>
        <p:nvSpPr>
          <p:cNvPr id="437" name="Google Shape;437;p9"/>
          <p:cNvSpPr txBox="1"/>
          <p:nvPr>
            <p:ph idx="6" type="title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Why It Hurts</a:t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6908293" y="1608513"/>
            <a:ext cx="446360" cy="322962"/>
          </a:xfrm>
          <a:custGeom>
            <a:rect b="b" l="l" r="r" t="t"/>
            <a:pathLst>
              <a:path extrusionOk="0" h="7479" w="10336">
                <a:moveTo>
                  <a:pt x="7787" y="900"/>
                </a:moveTo>
                <a:cubicBezTo>
                  <a:pt x="7073" y="1733"/>
                  <a:pt x="6311" y="2638"/>
                  <a:pt x="5263" y="2948"/>
                </a:cubicBezTo>
                <a:cubicBezTo>
                  <a:pt x="5187" y="2970"/>
                  <a:pt x="5111" y="2980"/>
                  <a:pt x="5036" y="2980"/>
                </a:cubicBezTo>
                <a:cubicBezTo>
                  <a:pt x="4384" y="2980"/>
                  <a:pt x="3780" y="2215"/>
                  <a:pt x="3310" y="1852"/>
                </a:cubicBezTo>
                <a:cubicBezTo>
                  <a:pt x="2929" y="1566"/>
                  <a:pt x="2524" y="1328"/>
                  <a:pt x="2120" y="1114"/>
                </a:cubicBezTo>
                <a:cubicBezTo>
                  <a:pt x="3596" y="1114"/>
                  <a:pt x="5120" y="1114"/>
                  <a:pt x="6597" y="995"/>
                </a:cubicBezTo>
                <a:cubicBezTo>
                  <a:pt x="6740" y="995"/>
                  <a:pt x="7287" y="900"/>
                  <a:pt x="7787" y="900"/>
                </a:cubicBezTo>
                <a:close/>
                <a:moveTo>
                  <a:pt x="8669" y="1304"/>
                </a:moveTo>
                <a:cubicBezTo>
                  <a:pt x="8716" y="1852"/>
                  <a:pt x="8550" y="2495"/>
                  <a:pt x="8573" y="3067"/>
                </a:cubicBezTo>
                <a:cubicBezTo>
                  <a:pt x="8621" y="3757"/>
                  <a:pt x="8716" y="4448"/>
                  <a:pt x="8740" y="5138"/>
                </a:cubicBezTo>
                <a:cubicBezTo>
                  <a:pt x="8740" y="5377"/>
                  <a:pt x="8740" y="5615"/>
                  <a:pt x="8716" y="5853"/>
                </a:cubicBezTo>
                <a:cubicBezTo>
                  <a:pt x="8311" y="4829"/>
                  <a:pt x="7692" y="3900"/>
                  <a:pt x="6930" y="3090"/>
                </a:cubicBezTo>
                <a:cubicBezTo>
                  <a:pt x="7549" y="2543"/>
                  <a:pt x="8121" y="1947"/>
                  <a:pt x="8669" y="1304"/>
                </a:cubicBezTo>
                <a:close/>
                <a:moveTo>
                  <a:pt x="929" y="1543"/>
                </a:moveTo>
                <a:lnTo>
                  <a:pt x="929" y="1543"/>
                </a:lnTo>
                <a:cubicBezTo>
                  <a:pt x="1739" y="1947"/>
                  <a:pt x="2477" y="2424"/>
                  <a:pt x="3191" y="2971"/>
                </a:cubicBezTo>
                <a:cubicBezTo>
                  <a:pt x="2524" y="4186"/>
                  <a:pt x="1643" y="5258"/>
                  <a:pt x="1072" y="6544"/>
                </a:cubicBezTo>
                <a:lnTo>
                  <a:pt x="1048" y="6520"/>
                </a:lnTo>
                <a:cubicBezTo>
                  <a:pt x="1024" y="4877"/>
                  <a:pt x="976" y="3210"/>
                  <a:pt x="929" y="1543"/>
                </a:cubicBezTo>
                <a:close/>
                <a:moveTo>
                  <a:pt x="3929" y="3543"/>
                </a:moveTo>
                <a:cubicBezTo>
                  <a:pt x="4276" y="3767"/>
                  <a:pt x="4675" y="3887"/>
                  <a:pt x="5096" y="3887"/>
                </a:cubicBezTo>
                <a:cubicBezTo>
                  <a:pt x="5167" y="3887"/>
                  <a:pt x="5239" y="3883"/>
                  <a:pt x="5311" y="3876"/>
                </a:cubicBezTo>
                <a:cubicBezTo>
                  <a:pt x="5573" y="3829"/>
                  <a:pt x="5858" y="3733"/>
                  <a:pt x="6120" y="3614"/>
                </a:cubicBezTo>
                <a:cubicBezTo>
                  <a:pt x="6930" y="4400"/>
                  <a:pt x="7573" y="5377"/>
                  <a:pt x="7978" y="6448"/>
                </a:cubicBezTo>
                <a:cubicBezTo>
                  <a:pt x="7764" y="6424"/>
                  <a:pt x="7549" y="6401"/>
                  <a:pt x="7430" y="6401"/>
                </a:cubicBezTo>
                <a:cubicBezTo>
                  <a:pt x="7209" y="6395"/>
                  <a:pt x="6988" y="6392"/>
                  <a:pt x="6766" y="6392"/>
                </a:cubicBezTo>
                <a:cubicBezTo>
                  <a:pt x="5202" y="6392"/>
                  <a:pt x="3637" y="6523"/>
                  <a:pt x="2072" y="6544"/>
                </a:cubicBezTo>
                <a:cubicBezTo>
                  <a:pt x="2596" y="5496"/>
                  <a:pt x="3358" y="4567"/>
                  <a:pt x="3929" y="3543"/>
                </a:cubicBezTo>
                <a:close/>
                <a:moveTo>
                  <a:pt x="7605" y="1"/>
                </a:moveTo>
                <a:cubicBezTo>
                  <a:pt x="6840" y="1"/>
                  <a:pt x="6076" y="114"/>
                  <a:pt x="5311" y="114"/>
                </a:cubicBezTo>
                <a:cubicBezTo>
                  <a:pt x="3691" y="114"/>
                  <a:pt x="2096" y="161"/>
                  <a:pt x="476" y="185"/>
                </a:cubicBezTo>
                <a:cubicBezTo>
                  <a:pt x="456" y="181"/>
                  <a:pt x="436" y="179"/>
                  <a:pt x="415" y="179"/>
                </a:cubicBezTo>
                <a:cubicBezTo>
                  <a:pt x="318" y="179"/>
                  <a:pt x="226" y="225"/>
                  <a:pt x="167" y="304"/>
                </a:cubicBezTo>
                <a:cubicBezTo>
                  <a:pt x="72" y="376"/>
                  <a:pt x="0" y="495"/>
                  <a:pt x="24" y="638"/>
                </a:cubicBezTo>
                <a:cubicBezTo>
                  <a:pt x="24" y="2757"/>
                  <a:pt x="119" y="4877"/>
                  <a:pt x="143" y="6972"/>
                </a:cubicBezTo>
                <a:cubicBezTo>
                  <a:pt x="143" y="7234"/>
                  <a:pt x="334" y="7448"/>
                  <a:pt x="595" y="7448"/>
                </a:cubicBezTo>
                <a:cubicBezTo>
                  <a:pt x="1022" y="7470"/>
                  <a:pt x="1449" y="7479"/>
                  <a:pt x="1877" y="7479"/>
                </a:cubicBezTo>
                <a:cubicBezTo>
                  <a:pt x="2857" y="7479"/>
                  <a:pt x="3840" y="7434"/>
                  <a:pt x="4834" y="7401"/>
                </a:cubicBezTo>
                <a:cubicBezTo>
                  <a:pt x="5059" y="7392"/>
                  <a:pt x="5288" y="7389"/>
                  <a:pt x="5519" y="7389"/>
                </a:cubicBezTo>
                <a:cubicBezTo>
                  <a:pt x="6011" y="7389"/>
                  <a:pt x="6514" y="7403"/>
                  <a:pt x="7014" y="7403"/>
                </a:cubicBezTo>
                <a:cubicBezTo>
                  <a:pt x="7527" y="7403"/>
                  <a:pt x="8037" y="7388"/>
                  <a:pt x="8526" y="7329"/>
                </a:cubicBezTo>
                <a:cubicBezTo>
                  <a:pt x="10336" y="7067"/>
                  <a:pt x="9597" y="4281"/>
                  <a:pt x="9502" y="3067"/>
                </a:cubicBezTo>
                <a:cubicBezTo>
                  <a:pt x="9454" y="2305"/>
                  <a:pt x="9597" y="1566"/>
                  <a:pt x="9502" y="804"/>
                </a:cubicBezTo>
                <a:cubicBezTo>
                  <a:pt x="9454" y="542"/>
                  <a:pt x="9288" y="304"/>
                  <a:pt x="9026" y="185"/>
                </a:cubicBezTo>
                <a:cubicBezTo>
                  <a:pt x="8947" y="106"/>
                  <a:pt x="8835" y="60"/>
                  <a:pt x="8718" y="60"/>
                </a:cubicBezTo>
                <a:cubicBezTo>
                  <a:pt x="8694" y="60"/>
                  <a:pt x="8669" y="62"/>
                  <a:pt x="8645" y="66"/>
                </a:cubicBezTo>
                <a:cubicBezTo>
                  <a:pt x="8454" y="42"/>
                  <a:pt x="8288" y="18"/>
                  <a:pt x="8097" y="18"/>
                </a:cubicBezTo>
                <a:cubicBezTo>
                  <a:pt x="7933" y="6"/>
                  <a:pt x="7769" y="1"/>
                  <a:pt x="760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4604357" y="2348657"/>
            <a:ext cx="381583" cy="466026"/>
          </a:xfrm>
          <a:custGeom>
            <a:rect b="b" l="l" r="r" t="t"/>
            <a:pathLst>
              <a:path extrusionOk="0" h="10792" w="8836">
                <a:moveTo>
                  <a:pt x="4591" y="1049"/>
                </a:moveTo>
                <a:cubicBezTo>
                  <a:pt x="4609" y="1049"/>
                  <a:pt x="4626" y="1049"/>
                  <a:pt x="4644" y="1050"/>
                </a:cubicBezTo>
                <a:cubicBezTo>
                  <a:pt x="6502" y="1050"/>
                  <a:pt x="6883" y="3550"/>
                  <a:pt x="5430" y="4455"/>
                </a:cubicBezTo>
                <a:cubicBezTo>
                  <a:pt x="5131" y="4652"/>
                  <a:pt x="4810" y="4740"/>
                  <a:pt x="4493" y="4740"/>
                </a:cubicBezTo>
                <a:cubicBezTo>
                  <a:pt x="3551" y="4740"/>
                  <a:pt x="2655" y="3960"/>
                  <a:pt x="2548" y="2979"/>
                </a:cubicBezTo>
                <a:cubicBezTo>
                  <a:pt x="2408" y="1760"/>
                  <a:pt x="3512" y="1049"/>
                  <a:pt x="4591" y="1049"/>
                </a:cubicBezTo>
                <a:close/>
                <a:moveTo>
                  <a:pt x="3096" y="5384"/>
                </a:moveTo>
                <a:cubicBezTo>
                  <a:pt x="3560" y="5599"/>
                  <a:pt x="4070" y="5711"/>
                  <a:pt x="4585" y="5711"/>
                </a:cubicBezTo>
                <a:cubicBezTo>
                  <a:pt x="4811" y="5711"/>
                  <a:pt x="5038" y="5689"/>
                  <a:pt x="5263" y="5646"/>
                </a:cubicBezTo>
                <a:cubicBezTo>
                  <a:pt x="5478" y="5598"/>
                  <a:pt x="5692" y="5527"/>
                  <a:pt x="5906" y="5432"/>
                </a:cubicBezTo>
                <a:cubicBezTo>
                  <a:pt x="6740" y="6313"/>
                  <a:pt x="7311" y="7432"/>
                  <a:pt x="7549" y="8623"/>
                </a:cubicBezTo>
                <a:cubicBezTo>
                  <a:pt x="7692" y="9313"/>
                  <a:pt x="5263" y="9718"/>
                  <a:pt x="4716" y="9742"/>
                </a:cubicBezTo>
                <a:cubicBezTo>
                  <a:pt x="4577" y="9754"/>
                  <a:pt x="4438" y="9760"/>
                  <a:pt x="4300" y="9760"/>
                </a:cubicBezTo>
                <a:cubicBezTo>
                  <a:pt x="3346" y="9760"/>
                  <a:pt x="2407" y="9476"/>
                  <a:pt x="1596" y="8956"/>
                </a:cubicBezTo>
                <a:cubicBezTo>
                  <a:pt x="1215" y="8718"/>
                  <a:pt x="1310" y="8980"/>
                  <a:pt x="1358" y="8623"/>
                </a:cubicBezTo>
                <a:lnTo>
                  <a:pt x="1382" y="8599"/>
                </a:lnTo>
                <a:cubicBezTo>
                  <a:pt x="1453" y="8265"/>
                  <a:pt x="1548" y="7908"/>
                  <a:pt x="1667" y="7599"/>
                </a:cubicBezTo>
                <a:cubicBezTo>
                  <a:pt x="1977" y="6765"/>
                  <a:pt x="2453" y="6003"/>
                  <a:pt x="3096" y="5384"/>
                </a:cubicBezTo>
                <a:close/>
                <a:moveTo>
                  <a:pt x="4754" y="0"/>
                </a:moveTo>
                <a:cubicBezTo>
                  <a:pt x="4725" y="0"/>
                  <a:pt x="4697" y="1"/>
                  <a:pt x="4668" y="2"/>
                </a:cubicBezTo>
                <a:cubicBezTo>
                  <a:pt x="3001" y="2"/>
                  <a:pt x="1620" y="1050"/>
                  <a:pt x="1501" y="2741"/>
                </a:cubicBezTo>
                <a:cubicBezTo>
                  <a:pt x="1429" y="3503"/>
                  <a:pt x="1691" y="4241"/>
                  <a:pt x="2215" y="4789"/>
                </a:cubicBezTo>
                <a:cubicBezTo>
                  <a:pt x="1596" y="5432"/>
                  <a:pt x="1120" y="6170"/>
                  <a:pt x="786" y="6980"/>
                </a:cubicBezTo>
                <a:cubicBezTo>
                  <a:pt x="572" y="7527"/>
                  <a:pt x="0" y="8647"/>
                  <a:pt x="357" y="9218"/>
                </a:cubicBezTo>
                <a:cubicBezTo>
                  <a:pt x="1089" y="10499"/>
                  <a:pt x="3205" y="10791"/>
                  <a:pt x="4553" y="10791"/>
                </a:cubicBezTo>
                <a:cubicBezTo>
                  <a:pt x="4609" y="10791"/>
                  <a:pt x="4663" y="10791"/>
                  <a:pt x="4716" y="10790"/>
                </a:cubicBezTo>
                <a:cubicBezTo>
                  <a:pt x="5930" y="10766"/>
                  <a:pt x="7907" y="10361"/>
                  <a:pt x="8502" y="9147"/>
                </a:cubicBezTo>
                <a:cubicBezTo>
                  <a:pt x="8835" y="8504"/>
                  <a:pt x="8335" y="7456"/>
                  <a:pt x="8073" y="6837"/>
                </a:cubicBezTo>
                <a:cubicBezTo>
                  <a:pt x="7740" y="6051"/>
                  <a:pt x="7288" y="5336"/>
                  <a:pt x="6668" y="4741"/>
                </a:cubicBezTo>
                <a:cubicBezTo>
                  <a:pt x="7145" y="4098"/>
                  <a:pt x="7383" y="3336"/>
                  <a:pt x="7359" y="2526"/>
                </a:cubicBezTo>
                <a:cubicBezTo>
                  <a:pt x="7312" y="1126"/>
                  <a:pt x="6145" y="0"/>
                  <a:pt x="47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9"/>
          <p:cNvGrpSpPr/>
          <p:nvPr/>
        </p:nvGrpSpPr>
        <p:grpSpPr>
          <a:xfrm>
            <a:off x="2233194" y="1585547"/>
            <a:ext cx="457718" cy="368908"/>
            <a:chOff x="1634225" y="2385300"/>
            <a:chExt cx="264975" cy="213575"/>
          </a:xfrm>
        </p:grpSpPr>
        <p:sp>
          <p:nvSpPr>
            <p:cNvPr id="442" name="Google Shape;442;p9"/>
            <p:cNvSpPr/>
            <p:nvPr/>
          </p:nvSpPr>
          <p:spPr>
            <a:xfrm>
              <a:off x="1634225" y="2385300"/>
              <a:ext cx="264975" cy="213575"/>
            </a:xfrm>
            <a:custGeom>
              <a:rect b="b" l="l" r="r" t="t"/>
              <a:pathLst>
                <a:path extrusionOk="0" h="8543" w="10599">
                  <a:moveTo>
                    <a:pt x="1287" y="944"/>
                  </a:moveTo>
                  <a:cubicBezTo>
                    <a:pt x="2532" y="944"/>
                    <a:pt x="3776" y="1089"/>
                    <a:pt x="5040" y="1089"/>
                  </a:cubicBezTo>
                  <a:cubicBezTo>
                    <a:pt x="5131" y="1089"/>
                    <a:pt x="5221" y="1088"/>
                    <a:pt x="5312" y="1087"/>
                  </a:cubicBezTo>
                  <a:cubicBezTo>
                    <a:pt x="6417" y="1065"/>
                    <a:pt x="7522" y="965"/>
                    <a:pt x="8627" y="965"/>
                  </a:cubicBezTo>
                  <a:cubicBezTo>
                    <a:pt x="8736" y="965"/>
                    <a:pt x="8846" y="966"/>
                    <a:pt x="8955" y="968"/>
                  </a:cubicBezTo>
                  <a:cubicBezTo>
                    <a:pt x="9622" y="992"/>
                    <a:pt x="9265" y="2968"/>
                    <a:pt x="9265" y="3468"/>
                  </a:cubicBezTo>
                  <a:cubicBezTo>
                    <a:pt x="9289" y="4849"/>
                    <a:pt x="9551" y="6231"/>
                    <a:pt x="9312" y="7588"/>
                  </a:cubicBezTo>
                  <a:lnTo>
                    <a:pt x="9312" y="7564"/>
                  </a:lnTo>
                  <a:cubicBezTo>
                    <a:pt x="8375" y="7466"/>
                    <a:pt x="7449" y="7412"/>
                    <a:pt x="6519" y="7412"/>
                  </a:cubicBezTo>
                  <a:cubicBezTo>
                    <a:pt x="6102" y="7412"/>
                    <a:pt x="5684" y="7423"/>
                    <a:pt x="5264" y="7445"/>
                  </a:cubicBezTo>
                  <a:cubicBezTo>
                    <a:pt x="4396" y="7524"/>
                    <a:pt x="3512" y="7570"/>
                    <a:pt x="2624" y="7570"/>
                  </a:cubicBezTo>
                  <a:cubicBezTo>
                    <a:pt x="2441" y="7570"/>
                    <a:pt x="2257" y="7568"/>
                    <a:pt x="2073" y="7564"/>
                  </a:cubicBezTo>
                  <a:cubicBezTo>
                    <a:pt x="1501" y="7540"/>
                    <a:pt x="1263" y="7540"/>
                    <a:pt x="1287" y="6969"/>
                  </a:cubicBezTo>
                  <a:cubicBezTo>
                    <a:pt x="1287" y="6469"/>
                    <a:pt x="1382" y="5969"/>
                    <a:pt x="1382" y="5469"/>
                  </a:cubicBezTo>
                  <a:cubicBezTo>
                    <a:pt x="1382" y="3968"/>
                    <a:pt x="1287" y="2444"/>
                    <a:pt x="1287" y="944"/>
                  </a:cubicBezTo>
                  <a:close/>
                  <a:moveTo>
                    <a:pt x="1693" y="0"/>
                  </a:moveTo>
                  <a:cubicBezTo>
                    <a:pt x="1399" y="0"/>
                    <a:pt x="1105" y="4"/>
                    <a:pt x="811" y="15"/>
                  </a:cubicBezTo>
                  <a:cubicBezTo>
                    <a:pt x="715" y="15"/>
                    <a:pt x="644" y="39"/>
                    <a:pt x="573" y="87"/>
                  </a:cubicBezTo>
                  <a:cubicBezTo>
                    <a:pt x="430" y="158"/>
                    <a:pt x="334" y="301"/>
                    <a:pt x="358" y="468"/>
                  </a:cubicBezTo>
                  <a:cubicBezTo>
                    <a:pt x="358" y="2254"/>
                    <a:pt x="525" y="4040"/>
                    <a:pt x="453" y="5826"/>
                  </a:cubicBezTo>
                  <a:cubicBezTo>
                    <a:pt x="406" y="6659"/>
                    <a:pt x="1" y="7921"/>
                    <a:pt x="1049" y="8303"/>
                  </a:cubicBezTo>
                  <a:cubicBezTo>
                    <a:pt x="1524" y="8486"/>
                    <a:pt x="2063" y="8542"/>
                    <a:pt x="2614" y="8542"/>
                  </a:cubicBezTo>
                  <a:cubicBezTo>
                    <a:pt x="3279" y="8542"/>
                    <a:pt x="3962" y="8461"/>
                    <a:pt x="4573" y="8422"/>
                  </a:cubicBezTo>
                  <a:cubicBezTo>
                    <a:pt x="5212" y="8377"/>
                    <a:pt x="5853" y="8355"/>
                    <a:pt x="6496" y="8355"/>
                  </a:cubicBezTo>
                  <a:cubicBezTo>
                    <a:pt x="7555" y="8355"/>
                    <a:pt x="8617" y="8413"/>
                    <a:pt x="9670" y="8517"/>
                  </a:cubicBezTo>
                  <a:cubicBezTo>
                    <a:pt x="9884" y="8517"/>
                    <a:pt x="10074" y="8374"/>
                    <a:pt x="10122" y="8183"/>
                  </a:cubicBezTo>
                  <a:cubicBezTo>
                    <a:pt x="10527" y="6636"/>
                    <a:pt x="10265" y="5040"/>
                    <a:pt x="10194" y="3468"/>
                  </a:cubicBezTo>
                  <a:cubicBezTo>
                    <a:pt x="10170" y="2587"/>
                    <a:pt x="10598" y="1087"/>
                    <a:pt x="9908" y="372"/>
                  </a:cubicBezTo>
                  <a:cubicBezTo>
                    <a:pt x="9574" y="63"/>
                    <a:pt x="9193" y="63"/>
                    <a:pt x="8765" y="39"/>
                  </a:cubicBezTo>
                  <a:cubicBezTo>
                    <a:pt x="8304" y="39"/>
                    <a:pt x="7844" y="28"/>
                    <a:pt x="7391" y="28"/>
                  </a:cubicBezTo>
                  <a:cubicBezTo>
                    <a:pt x="7164" y="28"/>
                    <a:pt x="6939" y="31"/>
                    <a:pt x="6717" y="39"/>
                  </a:cubicBezTo>
                  <a:cubicBezTo>
                    <a:pt x="6270" y="66"/>
                    <a:pt x="5824" y="76"/>
                    <a:pt x="5380" y="76"/>
                  </a:cubicBezTo>
                  <a:cubicBezTo>
                    <a:pt x="4150" y="76"/>
                    <a:pt x="2925" y="0"/>
                    <a:pt x="16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1681875" y="2427900"/>
              <a:ext cx="75025" cy="88825"/>
            </a:xfrm>
            <a:custGeom>
              <a:rect b="b" l="l" r="r" t="t"/>
              <a:pathLst>
                <a:path extrusionOk="0" h="3553" w="3001">
                  <a:moveTo>
                    <a:pt x="1548" y="478"/>
                  </a:moveTo>
                  <a:cubicBezTo>
                    <a:pt x="2048" y="478"/>
                    <a:pt x="2143" y="1169"/>
                    <a:pt x="1762" y="1407"/>
                  </a:cubicBezTo>
                  <a:cubicBezTo>
                    <a:pt x="1672" y="1465"/>
                    <a:pt x="1575" y="1492"/>
                    <a:pt x="1481" y="1492"/>
                  </a:cubicBezTo>
                  <a:cubicBezTo>
                    <a:pt x="1225" y="1492"/>
                    <a:pt x="987" y="1298"/>
                    <a:pt x="953" y="1002"/>
                  </a:cubicBezTo>
                  <a:cubicBezTo>
                    <a:pt x="905" y="669"/>
                    <a:pt x="1238" y="478"/>
                    <a:pt x="1548" y="478"/>
                  </a:cubicBezTo>
                  <a:close/>
                  <a:moveTo>
                    <a:pt x="1072" y="1836"/>
                  </a:moveTo>
                  <a:cubicBezTo>
                    <a:pt x="1215" y="1899"/>
                    <a:pt x="1368" y="1931"/>
                    <a:pt x="1525" y="1931"/>
                  </a:cubicBezTo>
                  <a:cubicBezTo>
                    <a:pt x="1604" y="1931"/>
                    <a:pt x="1683" y="1923"/>
                    <a:pt x="1762" y="1907"/>
                  </a:cubicBezTo>
                  <a:cubicBezTo>
                    <a:pt x="1810" y="1907"/>
                    <a:pt x="1881" y="1883"/>
                    <a:pt x="1929" y="1859"/>
                  </a:cubicBezTo>
                  <a:cubicBezTo>
                    <a:pt x="2143" y="2121"/>
                    <a:pt x="2310" y="2431"/>
                    <a:pt x="2382" y="2764"/>
                  </a:cubicBezTo>
                  <a:cubicBezTo>
                    <a:pt x="2429" y="2931"/>
                    <a:pt x="1715" y="3050"/>
                    <a:pt x="1572" y="3050"/>
                  </a:cubicBezTo>
                  <a:cubicBezTo>
                    <a:pt x="1511" y="3058"/>
                    <a:pt x="1450" y="3062"/>
                    <a:pt x="1390" y="3062"/>
                  </a:cubicBezTo>
                  <a:cubicBezTo>
                    <a:pt x="1102" y="3062"/>
                    <a:pt x="832" y="2970"/>
                    <a:pt x="595" y="2812"/>
                  </a:cubicBezTo>
                  <a:cubicBezTo>
                    <a:pt x="595" y="2788"/>
                    <a:pt x="595" y="2764"/>
                    <a:pt x="595" y="2764"/>
                  </a:cubicBezTo>
                  <a:cubicBezTo>
                    <a:pt x="619" y="2669"/>
                    <a:pt x="643" y="2574"/>
                    <a:pt x="667" y="2479"/>
                  </a:cubicBezTo>
                  <a:cubicBezTo>
                    <a:pt x="762" y="2240"/>
                    <a:pt x="905" y="2026"/>
                    <a:pt x="1072" y="1836"/>
                  </a:cubicBezTo>
                  <a:close/>
                  <a:moveTo>
                    <a:pt x="1502" y="1"/>
                  </a:moveTo>
                  <a:cubicBezTo>
                    <a:pt x="974" y="1"/>
                    <a:pt x="523" y="398"/>
                    <a:pt x="476" y="931"/>
                  </a:cubicBezTo>
                  <a:cubicBezTo>
                    <a:pt x="453" y="1169"/>
                    <a:pt x="524" y="1407"/>
                    <a:pt x="691" y="1574"/>
                  </a:cubicBezTo>
                  <a:cubicBezTo>
                    <a:pt x="381" y="1931"/>
                    <a:pt x="0" y="2526"/>
                    <a:pt x="119" y="2955"/>
                  </a:cubicBezTo>
                  <a:cubicBezTo>
                    <a:pt x="238" y="3384"/>
                    <a:pt x="1072" y="3526"/>
                    <a:pt x="1429" y="3550"/>
                  </a:cubicBezTo>
                  <a:cubicBezTo>
                    <a:pt x="1456" y="3552"/>
                    <a:pt x="1484" y="3553"/>
                    <a:pt x="1514" y="3553"/>
                  </a:cubicBezTo>
                  <a:cubicBezTo>
                    <a:pt x="1917" y="3553"/>
                    <a:pt x="2611" y="3401"/>
                    <a:pt x="2810" y="3003"/>
                  </a:cubicBezTo>
                  <a:cubicBezTo>
                    <a:pt x="3001" y="2574"/>
                    <a:pt x="2596" y="1931"/>
                    <a:pt x="2263" y="1550"/>
                  </a:cubicBezTo>
                  <a:cubicBezTo>
                    <a:pt x="2405" y="1359"/>
                    <a:pt x="2453" y="1121"/>
                    <a:pt x="2453" y="859"/>
                  </a:cubicBezTo>
                  <a:cubicBezTo>
                    <a:pt x="2429" y="383"/>
                    <a:pt x="2024" y="2"/>
                    <a:pt x="1548" y="2"/>
                  </a:cubicBezTo>
                  <a:cubicBezTo>
                    <a:pt x="1533" y="1"/>
                    <a:pt x="1517" y="1"/>
                    <a:pt x="15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1775600" y="2447875"/>
              <a:ext cx="69925" cy="19450"/>
            </a:xfrm>
            <a:custGeom>
              <a:rect b="b" l="l" r="r" t="t"/>
              <a:pathLst>
                <a:path extrusionOk="0" h="778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6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5" y="463"/>
                  </a:cubicBezTo>
                  <a:cubicBezTo>
                    <a:pt x="1293" y="463"/>
                    <a:pt x="1453" y="659"/>
                    <a:pt x="1633" y="727"/>
                  </a:cubicBezTo>
                  <a:cubicBezTo>
                    <a:pt x="1747" y="762"/>
                    <a:pt x="1860" y="778"/>
                    <a:pt x="1973" y="778"/>
                  </a:cubicBezTo>
                  <a:cubicBezTo>
                    <a:pt x="2167" y="778"/>
                    <a:pt x="2357" y="731"/>
                    <a:pt x="2538" y="656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775600" y="2483600"/>
              <a:ext cx="69925" cy="19750"/>
            </a:xfrm>
            <a:custGeom>
              <a:rect b="b" l="l" r="r" t="t"/>
              <a:pathLst>
                <a:path extrusionOk="0" h="790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5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4" y="463"/>
                  </a:cubicBezTo>
                  <a:cubicBezTo>
                    <a:pt x="1293" y="463"/>
                    <a:pt x="1453" y="660"/>
                    <a:pt x="1633" y="751"/>
                  </a:cubicBezTo>
                  <a:cubicBezTo>
                    <a:pt x="1744" y="776"/>
                    <a:pt x="1855" y="790"/>
                    <a:pt x="1965" y="790"/>
                  </a:cubicBezTo>
                  <a:cubicBezTo>
                    <a:pt x="2162" y="790"/>
                    <a:pt x="2355" y="747"/>
                    <a:pt x="2538" y="655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708425" y="2525550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8"/>
                  </a:cubicBezTo>
                  <a:cubicBezTo>
                    <a:pt x="1" y="579"/>
                    <a:pt x="141" y="889"/>
                    <a:pt x="350" y="889"/>
                  </a:cubicBezTo>
                  <a:cubicBezTo>
                    <a:pt x="386" y="889"/>
                    <a:pt x="424" y="880"/>
                    <a:pt x="462" y="859"/>
                  </a:cubicBezTo>
                  <a:cubicBezTo>
                    <a:pt x="819" y="668"/>
                    <a:pt x="1224" y="525"/>
                    <a:pt x="1653" y="478"/>
                  </a:cubicBezTo>
                  <a:cubicBezTo>
                    <a:pt x="1678" y="475"/>
                    <a:pt x="1702" y="474"/>
                    <a:pt x="1726" y="474"/>
                  </a:cubicBezTo>
                  <a:cubicBezTo>
                    <a:pt x="2162" y="474"/>
                    <a:pt x="2460" y="866"/>
                    <a:pt x="2844" y="1002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2" y="1096"/>
                    <a:pt x="4047" y="966"/>
                    <a:pt x="4439" y="835"/>
                  </a:cubicBezTo>
                  <a:cubicBezTo>
                    <a:pt x="4698" y="749"/>
                    <a:pt x="4625" y="369"/>
                    <a:pt x="4396" y="369"/>
                  </a:cubicBezTo>
                  <a:cubicBezTo>
                    <a:pt x="4373" y="369"/>
                    <a:pt x="4347" y="374"/>
                    <a:pt x="4320" y="383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3"/>
                    <a:pt x="2772" y="430"/>
                  </a:cubicBezTo>
                  <a:cubicBezTo>
                    <a:pt x="2510" y="263"/>
                    <a:pt x="2201" y="121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7" name="Google Shape;4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011150" y="3560301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"/>
          <p:cNvSpPr txBox="1"/>
          <p:nvPr>
            <p:ph idx="6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We Win</a:t>
            </a:r>
            <a:endParaRPr/>
          </a:p>
        </p:txBody>
      </p:sp>
      <p:grpSp>
        <p:nvGrpSpPr>
          <p:cNvPr id="453" name="Google Shape;453;p10"/>
          <p:cNvGrpSpPr/>
          <p:nvPr/>
        </p:nvGrpSpPr>
        <p:grpSpPr>
          <a:xfrm>
            <a:off x="1448811" y="1982208"/>
            <a:ext cx="2140289" cy="2169401"/>
            <a:chOff x="-331425" y="1579700"/>
            <a:chExt cx="1880250" cy="1905825"/>
          </a:xfrm>
        </p:grpSpPr>
        <p:sp>
          <p:nvSpPr>
            <p:cNvPr id="454" name="Google Shape;454;p10"/>
            <p:cNvSpPr/>
            <p:nvPr/>
          </p:nvSpPr>
          <p:spPr>
            <a:xfrm>
              <a:off x="-72650" y="1864050"/>
              <a:ext cx="1621475" cy="1621475"/>
            </a:xfrm>
            <a:custGeom>
              <a:rect b="b" l="l" r="r" t="t"/>
              <a:pathLst>
                <a:path extrusionOk="0" h="64859" w="64859">
                  <a:moveTo>
                    <a:pt x="7060" y="1"/>
                  </a:moveTo>
                  <a:lnTo>
                    <a:pt x="1" y="57794"/>
                  </a:lnTo>
                  <a:lnTo>
                    <a:pt x="57800" y="64858"/>
                  </a:lnTo>
                  <a:lnTo>
                    <a:pt x="64858" y="7060"/>
                  </a:lnTo>
                  <a:lnTo>
                    <a:pt x="58170" y="6238"/>
                  </a:lnTo>
                  <a:lnTo>
                    <a:pt x="58170" y="6238"/>
                  </a:lnTo>
                  <a:cubicBezTo>
                    <a:pt x="59249" y="7937"/>
                    <a:pt x="58324" y="10802"/>
                    <a:pt x="55874" y="10802"/>
                  </a:cubicBezTo>
                  <a:cubicBezTo>
                    <a:pt x="55742" y="10802"/>
                    <a:pt x="55605" y="10794"/>
                    <a:pt x="55465" y="10777"/>
                  </a:cubicBezTo>
                  <a:cubicBezTo>
                    <a:pt x="52716" y="10439"/>
                    <a:pt x="52395" y="7185"/>
                    <a:pt x="53935" y="5721"/>
                  </a:cubicBezTo>
                  <a:lnTo>
                    <a:pt x="48068" y="5008"/>
                  </a:lnTo>
                  <a:lnTo>
                    <a:pt x="48068" y="5008"/>
                  </a:lnTo>
                  <a:cubicBezTo>
                    <a:pt x="48897" y="6661"/>
                    <a:pt x="47978" y="9180"/>
                    <a:pt x="45724" y="9180"/>
                  </a:cubicBezTo>
                  <a:cubicBezTo>
                    <a:pt x="45596" y="9180"/>
                    <a:pt x="45463" y="9172"/>
                    <a:pt x="45325" y="9155"/>
                  </a:cubicBezTo>
                  <a:cubicBezTo>
                    <a:pt x="42784" y="8845"/>
                    <a:pt x="42397" y="5955"/>
                    <a:pt x="43671" y="4464"/>
                  </a:cubicBezTo>
                  <a:lnTo>
                    <a:pt x="37369" y="3702"/>
                  </a:lnTo>
                  <a:lnTo>
                    <a:pt x="37369" y="3702"/>
                  </a:lnTo>
                  <a:cubicBezTo>
                    <a:pt x="37603" y="3974"/>
                    <a:pt x="37782" y="4284"/>
                    <a:pt x="37907" y="4621"/>
                  </a:cubicBezTo>
                  <a:cubicBezTo>
                    <a:pt x="38098" y="5062"/>
                    <a:pt x="38169" y="5547"/>
                    <a:pt x="38109" y="6026"/>
                  </a:cubicBezTo>
                  <a:lnTo>
                    <a:pt x="37929" y="6728"/>
                  </a:lnTo>
                  <a:cubicBezTo>
                    <a:pt x="37487" y="7799"/>
                    <a:pt x="36466" y="8409"/>
                    <a:pt x="35415" y="8409"/>
                  </a:cubicBezTo>
                  <a:cubicBezTo>
                    <a:pt x="34849" y="8409"/>
                    <a:pt x="34274" y="8232"/>
                    <a:pt x="33777" y="7854"/>
                  </a:cubicBezTo>
                  <a:cubicBezTo>
                    <a:pt x="33472" y="7647"/>
                    <a:pt x="33211" y="7392"/>
                    <a:pt x="32998" y="7092"/>
                  </a:cubicBezTo>
                  <a:cubicBezTo>
                    <a:pt x="32558" y="6494"/>
                    <a:pt x="32340" y="5802"/>
                    <a:pt x="32432" y="5051"/>
                  </a:cubicBezTo>
                  <a:cubicBezTo>
                    <a:pt x="32519" y="4333"/>
                    <a:pt x="32884" y="3674"/>
                    <a:pt x="33450" y="3223"/>
                  </a:cubicBezTo>
                  <a:lnTo>
                    <a:pt x="26761" y="2406"/>
                  </a:lnTo>
                  <a:lnTo>
                    <a:pt x="26761" y="2406"/>
                  </a:lnTo>
                  <a:cubicBezTo>
                    <a:pt x="27618" y="4006"/>
                    <a:pt x="26733" y="6506"/>
                    <a:pt x="24519" y="6506"/>
                  </a:cubicBezTo>
                  <a:cubicBezTo>
                    <a:pt x="24398" y="6506"/>
                    <a:pt x="24273" y="6498"/>
                    <a:pt x="24144" y="6483"/>
                  </a:cubicBezTo>
                  <a:cubicBezTo>
                    <a:pt x="21662" y="6178"/>
                    <a:pt x="21303" y="3315"/>
                    <a:pt x="22587" y="1895"/>
                  </a:cubicBezTo>
                  <a:lnTo>
                    <a:pt x="17493" y="1274"/>
                  </a:lnTo>
                  <a:lnTo>
                    <a:pt x="17493" y="1274"/>
                  </a:lnTo>
                  <a:cubicBezTo>
                    <a:pt x="17536" y="1405"/>
                    <a:pt x="17564" y="1541"/>
                    <a:pt x="17585" y="1677"/>
                  </a:cubicBezTo>
                  <a:cubicBezTo>
                    <a:pt x="17607" y="2194"/>
                    <a:pt x="17651" y="2787"/>
                    <a:pt x="17389" y="3266"/>
                  </a:cubicBezTo>
                  <a:cubicBezTo>
                    <a:pt x="17134" y="3729"/>
                    <a:pt x="16927" y="4164"/>
                    <a:pt x="16464" y="4469"/>
                  </a:cubicBezTo>
                  <a:cubicBezTo>
                    <a:pt x="16002" y="4779"/>
                    <a:pt x="15577" y="5030"/>
                    <a:pt x="15011" y="5089"/>
                  </a:cubicBezTo>
                  <a:cubicBezTo>
                    <a:pt x="14876" y="5109"/>
                    <a:pt x="14739" y="5118"/>
                    <a:pt x="14603" y="5118"/>
                  </a:cubicBezTo>
                  <a:cubicBezTo>
                    <a:pt x="14237" y="5118"/>
                    <a:pt x="13872" y="5049"/>
                    <a:pt x="13531" y="4910"/>
                  </a:cubicBezTo>
                  <a:cubicBezTo>
                    <a:pt x="11838" y="4213"/>
                    <a:pt x="11256" y="2112"/>
                    <a:pt x="12355" y="648"/>
                  </a:cubicBezTo>
                  <a:lnTo>
                    <a:pt x="7060" y="1"/>
                  </a:lnTo>
                  <a:close/>
                </a:path>
              </a:pathLst>
            </a:custGeom>
            <a:solidFill>
              <a:schemeClr val="dk1">
                <a:alpha val="2666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-82425" y="1854000"/>
              <a:ext cx="1621450" cy="1621725"/>
            </a:xfrm>
            <a:custGeom>
              <a:rect b="b" l="l" r="r" t="t"/>
              <a:pathLst>
                <a:path extrusionOk="0" h="64869" w="64858">
                  <a:moveTo>
                    <a:pt x="7064" y="0"/>
                  </a:moveTo>
                  <a:lnTo>
                    <a:pt x="0" y="57810"/>
                  </a:lnTo>
                  <a:lnTo>
                    <a:pt x="57799" y="64868"/>
                  </a:lnTo>
                  <a:lnTo>
                    <a:pt x="64857" y="7064"/>
                  </a:lnTo>
                  <a:lnTo>
                    <a:pt x="58169" y="6248"/>
                  </a:lnTo>
                  <a:lnTo>
                    <a:pt x="58169" y="6248"/>
                  </a:lnTo>
                  <a:cubicBezTo>
                    <a:pt x="59248" y="7947"/>
                    <a:pt x="58323" y="10812"/>
                    <a:pt x="55873" y="10812"/>
                  </a:cubicBezTo>
                  <a:cubicBezTo>
                    <a:pt x="55741" y="10812"/>
                    <a:pt x="55605" y="10804"/>
                    <a:pt x="55464" y="10787"/>
                  </a:cubicBezTo>
                  <a:cubicBezTo>
                    <a:pt x="52715" y="10449"/>
                    <a:pt x="52394" y="7195"/>
                    <a:pt x="53935" y="5731"/>
                  </a:cubicBezTo>
                  <a:lnTo>
                    <a:pt x="48068" y="5018"/>
                  </a:lnTo>
                  <a:lnTo>
                    <a:pt x="48068" y="5018"/>
                  </a:lnTo>
                  <a:cubicBezTo>
                    <a:pt x="48897" y="6671"/>
                    <a:pt x="47982" y="9190"/>
                    <a:pt x="45724" y="9190"/>
                  </a:cubicBezTo>
                  <a:cubicBezTo>
                    <a:pt x="45595" y="9190"/>
                    <a:pt x="45462" y="9182"/>
                    <a:pt x="45325" y="9165"/>
                  </a:cubicBezTo>
                  <a:cubicBezTo>
                    <a:pt x="42783" y="8849"/>
                    <a:pt x="42397" y="5965"/>
                    <a:pt x="43670" y="4474"/>
                  </a:cubicBezTo>
                  <a:lnTo>
                    <a:pt x="37368" y="3701"/>
                  </a:lnTo>
                  <a:lnTo>
                    <a:pt x="37368" y="3701"/>
                  </a:lnTo>
                  <a:cubicBezTo>
                    <a:pt x="37602" y="3973"/>
                    <a:pt x="37781" y="4289"/>
                    <a:pt x="37907" y="4621"/>
                  </a:cubicBezTo>
                  <a:cubicBezTo>
                    <a:pt x="38097" y="5061"/>
                    <a:pt x="38168" y="5551"/>
                    <a:pt x="38108" y="6025"/>
                  </a:cubicBezTo>
                  <a:cubicBezTo>
                    <a:pt x="38048" y="6264"/>
                    <a:pt x="37988" y="6498"/>
                    <a:pt x="37928" y="6732"/>
                  </a:cubicBezTo>
                  <a:cubicBezTo>
                    <a:pt x="37486" y="7801"/>
                    <a:pt x="36463" y="8410"/>
                    <a:pt x="35412" y="8410"/>
                  </a:cubicBezTo>
                  <a:cubicBezTo>
                    <a:pt x="34846" y="8410"/>
                    <a:pt x="34272" y="8234"/>
                    <a:pt x="33776" y="7859"/>
                  </a:cubicBezTo>
                  <a:cubicBezTo>
                    <a:pt x="33471" y="7652"/>
                    <a:pt x="33210" y="7396"/>
                    <a:pt x="32998" y="7097"/>
                  </a:cubicBezTo>
                  <a:cubicBezTo>
                    <a:pt x="32557" y="6498"/>
                    <a:pt x="32339" y="5802"/>
                    <a:pt x="32432" y="5056"/>
                  </a:cubicBezTo>
                  <a:cubicBezTo>
                    <a:pt x="32519" y="4332"/>
                    <a:pt x="32889" y="3679"/>
                    <a:pt x="33455" y="3222"/>
                  </a:cubicBezTo>
                  <a:lnTo>
                    <a:pt x="26766" y="2406"/>
                  </a:lnTo>
                  <a:lnTo>
                    <a:pt x="26766" y="2406"/>
                  </a:lnTo>
                  <a:cubicBezTo>
                    <a:pt x="27623" y="4005"/>
                    <a:pt x="26737" y="6505"/>
                    <a:pt x="24523" y="6505"/>
                  </a:cubicBezTo>
                  <a:cubicBezTo>
                    <a:pt x="24402" y="6505"/>
                    <a:pt x="24277" y="6497"/>
                    <a:pt x="24148" y="6482"/>
                  </a:cubicBezTo>
                  <a:cubicBezTo>
                    <a:pt x="21666" y="6177"/>
                    <a:pt x="21307" y="3320"/>
                    <a:pt x="22592" y="1899"/>
                  </a:cubicBezTo>
                  <a:lnTo>
                    <a:pt x="17497" y="1274"/>
                  </a:lnTo>
                  <a:lnTo>
                    <a:pt x="17497" y="1274"/>
                  </a:lnTo>
                  <a:cubicBezTo>
                    <a:pt x="17541" y="1410"/>
                    <a:pt x="17568" y="1540"/>
                    <a:pt x="17590" y="1676"/>
                  </a:cubicBezTo>
                  <a:cubicBezTo>
                    <a:pt x="17612" y="2193"/>
                    <a:pt x="17655" y="2787"/>
                    <a:pt x="17394" y="3265"/>
                  </a:cubicBezTo>
                  <a:cubicBezTo>
                    <a:pt x="17138" y="3728"/>
                    <a:pt x="16931" y="4163"/>
                    <a:pt x="16469" y="4474"/>
                  </a:cubicBezTo>
                  <a:cubicBezTo>
                    <a:pt x="16006" y="4778"/>
                    <a:pt x="15582" y="5029"/>
                    <a:pt x="15016" y="5089"/>
                  </a:cubicBezTo>
                  <a:cubicBezTo>
                    <a:pt x="14879" y="5110"/>
                    <a:pt x="14741" y="5120"/>
                    <a:pt x="14604" y="5120"/>
                  </a:cubicBezTo>
                  <a:cubicBezTo>
                    <a:pt x="14238" y="5120"/>
                    <a:pt x="13875" y="5047"/>
                    <a:pt x="13535" y="4909"/>
                  </a:cubicBezTo>
                  <a:cubicBezTo>
                    <a:pt x="11843" y="4218"/>
                    <a:pt x="11260" y="2112"/>
                    <a:pt x="12360" y="648"/>
                  </a:cubicBezTo>
                  <a:lnTo>
                    <a:pt x="70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2863" rotWithShape="0" algn="bl" dir="2160000" dist="3810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0"/>
            <p:cNvSpPr/>
            <p:nvPr/>
          </p:nvSpPr>
          <p:spPr>
            <a:xfrm>
              <a:off x="-331425" y="1579700"/>
              <a:ext cx="1101300" cy="649025"/>
            </a:xfrm>
            <a:custGeom>
              <a:rect b="b" l="l" r="r" t="t"/>
              <a:pathLst>
                <a:path extrusionOk="0" h="25961" w="44052">
                  <a:moveTo>
                    <a:pt x="40035" y="0"/>
                  </a:moveTo>
                  <a:lnTo>
                    <a:pt x="0" y="15402"/>
                  </a:lnTo>
                  <a:cubicBezTo>
                    <a:pt x="0" y="15402"/>
                    <a:pt x="1513" y="15761"/>
                    <a:pt x="1873" y="16638"/>
                  </a:cubicBezTo>
                  <a:cubicBezTo>
                    <a:pt x="2237" y="17514"/>
                    <a:pt x="1524" y="18526"/>
                    <a:pt x="1524" y="18526"/>
                  </a:cubicBezTo>
                  <a:cubicBezTo>
                    <a:pt x="1524" y="18526"/>
                    <a:pt x="2999" y="18885"/>
                    <a:pt x="3380" y="19816"/>
                  </a:cubicBezTo>
                  <a:cubicBezTo>
                    <a:pt x="3767" y="20752"/>
                    <a:pt x="2885" y="22439"/>
                    <a:pt x="2885" y="22439"/>
                  </a:cubicBezTo>
                  <a:cubicBezTo>
                    <a:pt x="2885" y="22439"/>
                    <a:pt x="4447" y="23011"/>
                    <a:pt x="4703" y="23631"/>
                  </a:cubicBezTo>
                  <a:cubicBezTo>
                    <a:pt x="4958" y="24252"/>
                    <a:pt x="4327" y="25960"/>
                    <a:pt x="4327" y="25960"/>
                  </a:cubicBezTo>
                  <a:lnTo>
                    <a:pt x="44051" y="10684"/>
                  </a:lnTo>
                  <a:cubicBezTo>
                    <a:pt x="41510" y="9791"/>
                    <a:pt x="42609" y="7168"/>
                    <a:pt x="42609" y="7168"/>
                  </a:cubicBezTo>
                  <a:cubicBezTo>
                    <a:pt x="42609" y="7168"/>
                    <a:pt x="41521" y="6466"/>
                    <a:pt x="41047" y="5753"/>
                  </a:cubicBezTo>
                  <a:cubicBezTo>
                    <a:pt x="40574" y="5040"/>
                    <a:pt x="41434" y="3418"/>
                    <a:pt x="41434" y="3418"/>
                  </a:cubicBezTo>
                  <a:cubicBezTo>
                    <a:pt x="41434" y="3418"/>
                    <a:pt x="39806" y="2993"/>
                    <a:pt x="39491" y="2221"/>
                  </a:cubicBezTo>
                  <a:cubicBezTo>
                    <a:pt x="39175" y="1442"/>
                    <a:pt x="40035" y="0"/>
                    <a:pt x="40035" y="0"/>
                  </a:cubicBezTo>
                  <a:close/>
                </a:path>
              </a:pathLst>
            </a:custGeom>
            <a:solidFill>
              <a:schemeClr val="dk1">
                <a:alpha val="2666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p10"/>
          <p:cNvSpPr txBox="1"/>
          <p:nvPr>
            <p:ph idx="4294967295" type="body"/>
          </p:nvPr>
        </p:nvSpPr>
        <p:spPr>
          <a:xfrm rot="390862">
            <a:off x="1931498" y="2725345"/>
            <a:ext cx="1438488" cy="113140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dk2"/>
                </a:solidFill>
              </a:rPr>
              <a:t>Fewer surprises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458" name="Google Shape;458;p10"/>
          <p:cNvSpPr txBox="1"/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Warn Early</a:t>
            </a:r>
            <a:endParaRPr/>
          </a:p>
        </p:txBody>
      </p:sp>
      <p:sp>
        <p:nvSpPr>
          <p:cNvPr id="459" name="Google Shape;459;p10"/>
          <p:cNvSpPr txBox="1"/>
          <p:nvPr>
            <p:ph idx="1" type="subTitle"/>
          </p:nvPr>
        </p:nvSpPr>
        <p:spPr>
          <a:xfrm>
            <a:off x="6013614" y="1199352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Tell the customer first</a:t>
            </a:r>
            <a:endParaRPr/>
          </a:p>
        </p:txBody>
      </p:sp>
      <p:sp>
        <p:nvSpPr>
          <p:cNvPr id="460" name="Google Shape;460;p10"/>
          <p:cNvSpPr txBox="1"/>
          <p:nvPr>
            <p:ph idx="2" type="title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Better Promises</a:t>
            </a:r>
            <a:endParaRPr/>
          </a:p>
        </p:txBody>
      </p:sp>
      <p:sp>
        <p:nvSpPr>
          <p:cNvPr id="461" name="Google Shape;461;p10"/>
          <p:cNvSpPr txBox="1"/>
          <p:nvPr>
            <p:ph idx="3" type="subTitle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Smarter delivery dates</a:t>
            </a:r>
            <a:endParaRPr/>
          </a:p>
        </p:txBody>
      </p:sp>
      <p:sp>
        <p:nvSpPr>
          <p:cNvPr id="462" name="Google Shape;462;p10"/>
          <p:cNvSpPr txBox="1"/>
          <p:nvPr>
            <p:ph idx="4" type="title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Act First</a:t>
            </a:r>
            <a:endParaRPr/>
          </a:p>
        </p:txBody>
      </p:sp>
      <p:sp>
        <p:nvSpPr>
          <p:cNvPr id="463" name="Google Shape;463;p10"/>
          <p:cNvSpPr txBox="1"/>
          <p:nvPr>
            <p:ph idx="5" type="subTitle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Support before the bad review</a:t>
            </a:r>
            <a:endParaRPr/>
          </a:p>
        </p:txBody>
      </p:sp>
      <p:grpSp>
        <p:nvGrpSpPr>
          <p:cNvPr id="464" name="Google Shape;464;p10"/>
          <p:cNvGrpSpPr/>
          <p:nvPr/>
        </p:nvGrpSpPr>
        <p:grpSpPr>
          <a:xfrm>
            <a:off x="5172077" y="1048595"/>
            <a:ext cx="611754" cy="643200"/>
            <a:chOff x="1183375" y="2536600"/>
            <a:chExt cx="1060600" cy="1114925"/>
          </a:xfrm>
        </p:grpSpPr>
        <p:sp>
          <p:nvSpPr>
            <p:cNvPr id="465" name="Google Shape;465;p10"/>
            <p:cNvSpPr/>
            <p:nvPr/>
          </p:nvSpPr>
          <p:spPr>
            <a:xfrm>
              <a:off x="1393275" y="2759625"/>
              <a:ext cx="850700" cy="891900"/>
            </a:xfrm>
            <a:custGeom>
              <a:rect b="b" l="l" r="r" t="t"/>
              <a:pathLst>
                <a:path extrusionOk="0" h="35676" w="34028">
                  <a:moveTo>
                    <a:pt x="7050" y="3261"/>
                  </a:moveTo>
                  <a:cubicBezTo>
                    <a:pt x="5550" y="4510"/>
                    <a:pt x="4275" y="6086"/>
                    <a:pt x="3456" y="7646"/>
                  </a:cubicBezTo>
                  <a:cubicBezTo>
                    <a:pt x="1581" y="11215"/>
                    <a:pt x="2769" y="16037"/>
                    <a:pt x="5426" y="19346"/>
                  </a:cubicBezTo>
                  <a:cubicBezTo>
                    <a:pt x="5373" y="19294"/>
                    <a:pt x="5318" y="19243"/>
                    <a:pt x="5266" y="19190"/>
                  </a:cubicBezTo>
                  <a:cubicBezTo>
                    <a:pt x="3529" y="17393"/>
                    <a:pt x="2597" y="14904"/>
                    <a:pt x="2490" y="12427"/>
                  </a:cubicBezTo>
                  <a:cubicBezTo>
                    <a:pt x="2328" y="8626"/>
                    <a:pt x="4066" y="5198"/>
                    <a:pt x="7050" y="3261"/>
                  </a:cubicBezTo>
                  <a:close/>
                  <a:moveTo>
                    <a:pt x="12872" y="1594"/>
                  </a:moveTo>
                  <a:cubicBezTo>
                    <a:pt x="17362" y="1594"/>
                    <a:pt x="21289" y="4320"/>
                    <a:pt x="23215" y="8558"/>
                  </a:cubicBezTo>
                  <a:cubicBezTo>
                    <a:pt x="24531" y="11450"/>
                    <a:pt x="24911" y="14570"/>
                    <a:pt x="25312" y="17686"/>
                  </a:cubicBezTo>
                  <a:cubicBezTo>
                    <a:pt x="25632" y="20187"/>
                    <a:pt x="26126" y="22619"/>
                    <a:pt x="27636" y="24638"/>
                  </a:cubicBezTo>
                  <a:cubicBezTo>
                    <a:pt x="27210" y="25057"/>
                    <a:pt x="26813" y="25609"/>
                    <a:pt x="26440" y="26086"/>
                  </a:cubicBezTo>
                  <a:cubicBezTo>
                    <a:pt x="24902" y="23863"/>
                    <a:pt x="23078" y="21809"/>
                    <a:pt x="21412" y="19679"/>
                  </a:cubicBezTo>
                  <a:cubicBezTo>
                    <a:pt x="19699" y="17487"/>
                    <a:pt x="18109" y="14675"/>
                    <a:pt x="15926" y="12927"/>
                  </a:cubicBezTo>
                  <a:cubicBezTo>
                    <a:pt x="15858" y="12873"/>
                    <a:pt x="15784" y="12849"/>
                    <a:pt x="15714" y="12849"/>
                  </a:cubicBezTo>
                  <a:cubicBezTo>
                    <a:pt x="15506" y="12849"/>
                    <a:pt x="15331" y="13055"/>
                    <a:pt x="15448" y="13295"/>
                  </a:cubicBezTo>
                  <a:cubicBezTo>
                    <a:pt x="16616" y="15684"/>
                    <a:pt x="18827" y="17675"/>
                    <a:pt x="20505" y="19712"/>
                  </a:cubicBezTo>
                  <a:cubicBezTo>
                    <a:pt x="22338" y="21940"/>
                    <a:pt x="24054" y="24326"/>
                    <a:pt x="26013" y="26442"/>
                  </a:cubicBezTo>
                  <a:cubicBezTo>
                    <a:pt x="26037" y="26468"/>
                    <a:pt x="26065" y="26488"/>
                    <a:pt x="26097" y="26503"/>
                  </a:cubicBezTo>
                  <a:lnTo>
                    <a:pt x="26096" y="26504"/>
                  </a:lnTo>
                  <a:cubicBezTo>
                    <a:pt x="25736" y="26915"/>
                    <a:pt x="25293" y="27348"/>
                    <a:pt x="24854" y="27802"/>
                  </a:cubicBezTo>
                  <a:cubicBezTo>
                    <a:pt x="24840" y="27734"/>
                    <a:pt x="24803" y="27675"/>
                    <a:pt x="24747" y="27632"/>
                  </a:cubicBezTo>
                  <a:cubicBezTo>
                    <a:pt x="23632" y="26743"/>
                    <a:pt x="22473" y="25958"/>
                    <a:pt x="21485" y="24915"/>
                  </a:cubicBezTo>
                  <a:cubicBezTo>
                    <a:pt x="20557" y="23934"/>
                    <a:pt x="19757" y="22841"/>
                    <a:pt x="18913" y="21790"/>
                  </a:cubicBezTo>
                  <a:cubicBezTo>
                    <a:pt x="17213" y="19678"/>
                    <a:pt x="15464" y="17264"/>
                    <a:pt x="13199" y="15723"/>
                  </a:cubicBezTo>
                  <a:cubicBezTo>
                    <a:pt x="13148" y="15688"/>
                    <a:pt x="13091" y="15673"/>
                    <a:pt x="13036" y="15673"/>
                  </a:cubicBezTo>
                  <a:cubicBezTo>
                    <a:pt x="12787" y="15673"/>
                    <a:pt x="12543" y="15976"/>
                    <a:pt x="12717" y="16206"/>
                  </a:cubicBezTo>
                  <a:cubicBezTo>
                    <a:pt x="14441" y="18486"/>
                    <a:pt x="16715" y="20352"/>
                    <a:pt x="18522" y="22581"/>
                  </a:cubicBezTo>
                  <a:cubicBezTo>
                    <a:pt x="20195" y="24645"/>
                    <a:pt x="21902" y="26941"/>
                    <a:pt x="24320" y="28186"/>
                  </a:cubicBezTo>
                  <a:cubicBezTo>
                    <a:pt x="24364" y="28208"/>
                    <a:pt x="24412" y="28221"/>
                    <a:pt x="24461" y="28221"/>
                  </a:cubicBezTo>
                  <a:cubicBezTo>
                    <a:pt x="24065" y="28658"/>
                    <a:pt x="23695" y="29112"/>
                    <a:pt x="23428" y="29587"/>
                  </a:cubicBezTo>
                  <a:cubicBezTo>
                    <a:pt x="21392" y="26023"/>
                    <a:pt x="16324" y="24531"/>
                    <a:pt x="12758" y="23278"/>
                  </a:cubicBezTo>
                  <a:cubicBezTo>
                    <a:pt x="11285" y="22760"/>
                    <a:pt x="9776" y="22205"/>
                    <a:pt x="8379" y="21462"/>
                  </a:cubicBezTo>
                  <a:cubicBezTo>
                    <a:pt x="4075" y="18540"/>
                    <a:pt x="1276" y="12017"/>
                    <a:pt x="4103" y="7401"/>
                  </a:cubicBezTo>
                  <a:cubicBezTo>
                    <a:pt x="5380" y="5314"/>
                    <a:pt x="7446" y="3169"/>
                    <a:pt x="9759" y="2031"/>
                  </a:cubicBezTo>
                  <a:cubicBezTo>
                    <a:pt x="10018" y="1957"/>
                    <a:pt x="10281" y="1890"/>
                    <a:pt x="10551" y="1834"/>
                  </a:cubicBezTo>
                  <a:cubicBezTo>
                    <a:pt x="11336" y="1672"/>
                    <a:pt x="12112" y="1594"/>
                    <a:pt x="12872" y="1594"/>
                  </a:cubicBezTo>
                  <a:close/>
                  <a:moveTo>
                    <a:pt x="29133" y="26040"/>
                  </a:moveTo>
                  <a:cubicBezTo>
                    <a:pt x="29564" y="26323"/>
                    <a:pt x="29961" y="26654"/>
                    <a:pt x="30318" y="27026"/>
                  </a:cubicBezTo>
                  <a:cubicBezTo>
                    <a:pt x="29283" y="27507"/>
                    <a:pt x="28326" y="28252"/>
                    <a:pt x="27387" y="28869"/>
                  </a:cubicBezTo>
                  <a:cubicBezTo>
                    <a:pt x="26859" y="29217"/>
                    <a:pt x="26292" y="29555"/>
                    <a:pt x="25748" y="29924"/>
                  </a:cubicBezTo>
                  <a:cubicBezTo>
                    <a:pt x="26169" y="29433"/>
                    <a:pt x="26578" y="28931"/>
                    <a:pt x="26993" y="28463"/>
                  </a:cubicBezTo>
                  <a:cubicBezTo>
                    <a:pt x="27709" y="27658"/>
                    <a:pt x="28423" y="26849"/>
                    <a:pt x="29133" y="26040"/>
                  </a:cubicBezTo>
                  <a:close/>
                  <a:moveTo>
                    <a:pt x="28241" y="25335"/>
                  </a:moveTo>
                  <a:cubicBezTo>
                    <a:pt x="28315" y="25383"/>
                    <a:pt x="28401" y="25413"/>
                    <a:pt x="28490" y="25419"/>
                  </a:cubicBezTo>
                  <a:cubicBezTo>
                    <a:pt x="28464" y="25502"/>
                    <a:pt x="28470" y="25592"/>
                    <a:pt x="28527" y="25664"/>
                  </a:cubicBezTo>
                  <a:cubicBezTo>
                    <a:pt x="27790" y="26500"/>
                    <a:pt x="27057" y="27339"/>
                    <a:pt x="26325" y="28180"/>
                  </a:cubicBezTo>
                  <a:cubicBezTo>
                    <a:pt x="25623" y="28987"/>
                    <a:pt x="24828" y="29774"/>
                    <a:pt x="24179" y="30643"/>
                  </a:cubicBezTo>
                  <a:cubicBezTo>
                    <a:pt x="24054" y="30542"/>
                    <a:pt x="23927" y="30447"/>
                    <a:pt x="23798" y="30352"/>
                  </a:cubicBezTo>
                  <a:lnTo>
                    <a:pt x="23797" y="30352"/>
                  </a:lnTo>
                  <a:cubicBezTo>
                    <a:pt x="23778" y="30306"/>
                    <a:pt x="23761" y="30258"/>
                    <a:pt x="23740" y="30212"/>
                  </a:cubicBezTo>
                  <a:cubicBezTo>
                    <a:pt x="24654" y="29614"/>
                    <a:pt x="25367" y="28535"/>
                    <a:pt x="26069" y="27753"/>
                  </a:cubicBezTo>
                  <a:lnTo>
                    <a:pt x="27428" y="26241"/>
                  </a:lnTo>
                  <a:cubicBezTo>
                    <a:pt x="27630" y="26017"/>
                    <a:pt x="27830" y="25793"/>
                    <a:pt x="28032" y="25569"/>
                  </a:cubicBezTo>
                  <a:cubicBezTo>
                    <a:pt x="28101" y="25491"/>
                    <a:pt x="28172" y="25413"/>
                    <a:pt x="28241" y="25335"/>
                  </a:cubicBezTo>
                  <a:close/>
                  <a:moveTo>
                    <a:pt x="30826" y="27651"/>
                  </a:moveTo>
                  <a:cubicBezTo>
                    <a:pt x="30961" y="27858"/>
                    <a:pt x="31094" y="28068"/>
                    <a:pt x="31226" y="28280"/>
                  </a:cubicBezTo>
                  <a:cubicBezTo>
                    <a:pt x="30178" y="28962"/>
                    <a:pt x="29152" y="29677"/>
                    <a:pt x="28117" y="30379"/>
                  </a:cubicBezTo>
                  <a:cubicBezTo>
                    <a:pt x="27342" y="30905"/>
                    <a:pt x="26523" y="31406"/>
                    <a:pt x="25798" y="32010"/>
                  </a:cubicBezTo>
                  <a:cubicBezTo>
                    <a:pt x="25513" y="31764"/>
                    <a:pt x="25227" y="31514"/>
                    <a:pt x="24937" y="31265"/>
                  </a:cubicBezTo>
                  <a:cubicBezTo>
                    <a:pt x="25953" y="30849"/>
                    <a:pt x="26898" y="30175"/>
                    <a:pt x="27818" y="29608"/>
                  </a:cubicBezTo>
                  <a:cubicBezTo>
                    <a:pt x="28809" y="28997"/>
                    <a:pt x="29939" y="28426"/>
                    <a:pt x="30826" y="27651"/>
                  </a:cubicBezTo>
                  <a:close/>
                  <a:moveTo>
                    <a:pt x="31618" y="29042"/>
                  </a:moveTo>
                  <a:cubicBezTo>
                    <a:pt x="31638" y="29052"/>
                    <a:pt x="31652" y="29066"/>
                    <a:pt x="31674" y="29073"/>
                  </a:cubicBezTo>
                  <a:lnTo>
                    <a:pt x="31696" y="29078"/>
                  </a:lnTo>
                  <a:cubicBezTo>
                    <a:pt x="31983" y="29745"/>
                    <a:pt x="32137" y="30443"/>
                    <a:pt x="32111" y="31120"/>
                  </a:cubicBezTo>
                  <a:cubicBezTo>
                    <a:pt x="31133" y="31435"/>
                    <a:pt x="30224" y="31985"/>
                    <a:pt x="29308" y="32447"/>
                  </a:cubicBezTo>
                  <a:cubicBezTo>
                    <a:pt x="28689" y="32760"/>
                    <a:pt x="28039" y="33048"/>
                    <a:pt x="27443" y="33412"/>
                  </a:cubicBezTo>
                  <a:cubicBezTo>
                    <a:pt x="27080" y="33118"/>
                    <a:pt x="26731" y="32805"/>
                    <a:pt x="26382" y="32506"/>
                  </a:cubicBezTo>
                  <a:lnTo>
                    <a:pt x="26381" y="32505"/>
                  </a:lnTo>
                  <a:cubicBezTo>
                    <a:pt x="27135" y="32098"/>
                    <a:pt x="27845" y="31602"/>
                    <a:pt x="28563" y="31140"/>
                  </a:cubicBezTo>
                  <a:lnTo>
                    <a:pt x="30290" y="30028"/>
                  </a:lnTo>
                  <a:lnTo>
                    <a:pt x="31154" y="29471"/>
                  </a:lnTo>
                  <a:cubicBezTo>
                    <a:pt x="31460" y="29395"/>
                    <a:pt x="31612" y="29252"/>
                    <a:pt x="31618" y="29042"/>
                  </a:cubicBezTo>
                  <a:close/>
                  <a:moveTo>
                    <a:pt x="31974" y="31968"/>
                  </a:moveTo>
                  <a:lnTo>
                    <a:pt x="31974" y="31968"/>
                  </a:lnTo>
                  <a:cubicBezTo>
                    <a:pt x="31753" y="32724"/>
                    <a:pt x="31259" y="33426"/>
                    <a:pt x="30408" y="33994"/>
                  </a:cubicBezTo>
                  <a:lnTo>
                    <a:pt x="30407" y="33994"/>
                  </a:lnTo>
                  <a:cubicBezTo>
                    <a:pt x="30206" y="34129"/>
                    <a:pt x="30130" y="34322"/>
                    <a:pt x="30138" y="34510"/>
                  </a:cubicBezTo>
                  <a:cubicBezTo>
                    <a:pt x="30126" y="34519"/>
                    <a:pt x="30113" y="34524"/>
                    <a:pt x="30101" y="34531"/>
                  </a:cubicBezTo>
                  <a:cubicBezTo>
                    <a:pt x="30027" y="34539"/>
                    <a:pt x="29951" y="34542"/>
                    <a:pt x="29875" y="34542"/>
                  </a:cubicBezTo>
                  <a:cubicBezTo>
                    <a:pt x="29405" y="34542"/>
                    <a:pt x="28908" y="34400"/>
                    <a:pt x="28479" y="34150"/>
                  </a:cubicBezTo>
                  <a:cubicBezTo>
                    <a:pt x="28329" y="34062"/>
                    <a:pt x="28182" y="33964"/>
                    <a:pt x="28037" y="33864"/>
                  </a:cubicBezTo>
                  <a:cubicBezTo>
                    <a:pt x="28528" y="33651"/>
                    <a:pt x="29005" y="33399"/>
                    <a:pt x="29482" y="33172"/>
                  </a:cubicBezTo>
                  <a:cubicBezTo>
                    <a:pt x="30302" y="32784"/>
                    <a:pt x="31186" y="32436"/>
                    <a:pt x="31974" y="31968"/>
                  </a:cubicBezTo>
                  <a:close/>
                  <a:moveTo>
                    <a:pt x="12895" y="1"/>
                  </a:moveTo>
                  <a:cubicBezTo>
                    <a:pt x="12461" y="1"/>
                    <a:pt x="12022" y="23"/>
                    <a:pt x="11577" y="68"/>
                  </a:cubicBezTo>
                  <a:cubicBezTo>
                    <a:pt x="6648" y="567"/>
                    <a:pt x="2492" y="3825"/>
                    <a:pt x="1243" y="8687"/>
                  </a:cubicBezTo>
                  <a:cubicBezTo>
                    <a:pt x="0" y="13524"/>
                    <a:pt x="1648" y="18791"/>
                    <a:pt x="5726" y="21751"/>
                  </a:cubicBezTo>
                  <a:cubicBezTo>
                    <a:pt x="8537" y="23793"/>
                    <a:pt x="11959" y="24684"/>
                    <a:pt x="15175" y="25869"/>
                  </a:cubicBezTo>
                  <a:cubicBezTo>
                    <a:pt x="18563" y="27118"/>
                    <a:pt x="21162" y="28844"/>
                    <a:pt x="23541" y="31551"/>
                  </a:cubicBezTo>
                  <a:cubicBezTo>
                    <a:pt x="23593" y="31612"/>
                    <a:pt x="23668" y="31649"/>
                    <a:pt x="23749" y="31651"/>
                  </a:cubicBezTo>
                  <a:cubicBezTo>
                    <a:pt x="23773" y="31666"/>
                    <a:pt x="23801" y="31677"/>
                    <a:pt x="23829" y="31683"/>
                  </a:cubicBezTo>
                  <a:cubicBezTo>
                    <a:pt x="25011" y="33438"/>
                    <a:pt x="27308" y="35675"/>
                    <a:pt x="29358" y="35675"/>
                  </a:cubicBezTo>
                  <a:cubicBezTo>
                    <a:pt x="29938" y="35675"/>
                    <a:pt x="30499" y="35496"/>
                    <a:pt x="31008" y="35077"/>
                  </a:cubicBezTo>
                  <a:cubicBezTo>
                    <a:pt x="31069" y="35053"/>
                    <a:pt x="31125" y="35026"/>
                    <a:pt x="31181" y="34999"/>
                  </a:cubicBezTo>
                  <a:cubicBezTo>
                    <a:pt x="31335" y="35056"/>
                    <a:pt x="31499" y="35085"/>
                    <a:pt x="31664" y="35085"/>
                  </a:cubicBezTo>
                  <a:cubicBezTo>
                    <a:pt x="31927" y="35085"/>
                    <a:pt x="32189" y="35011"/>
                    <a:pt x="32405" y="34855"/>
                  </a:cubicBezTo>
                  <a:cubicBezTo>
                    <a:pt x="32740" y="34614"/>
                    <a:pt x="32909" y="34198"/>
                    <a:pt x="32910" y="33794"/>
                  </a:cubicBezTo>
                  <a:cubicBezTo>
                    <a:pt x="32912" y="33593"/>
                    <a:pt x="32865" y="33350"/>
                    <a:pt x="32759" y="33155"/>
                  </a:cubicBezTo>
                  <a:cubicBezTo>
                    <a:pt x="34028" y="30698"/>
                    <a:pt x="32829" y="27368"/>
                    <a:pt x="30389" y="25854"/>
                  </a:cubicBezTo>
                  <a:cubicBezTo>
                    <a:pt x="30210" y="25648"/>
                    <a:pt x="30019" y="25444"/>
                    <a:pt x="29815" y="25267"/>
                  </a:cubicBezTo>
                  <a:lnTo>
                    <a:pt x="29866" y="25210"/>
                  </a:lnTo>
                  <a:cubicBezTo>
                    <a:pt x="30035" y="25017"/>
                    <a:pt x="29982" y="24685"/>
                    <a:pt x="29709" y="24617"/>
                  </a:cubicBezTo>
                  <a:cubicBezTo>
                    <a:pt x="29506" y="24583"/>
                    <a:pt x="29308" y="24519"/>
                    <a:pt x="29126" y="24422"/>
                  </a:cubicBezTo>
                  <a:cubicBezTo>
                    <a:pt x="29100" y="24374"/>
                    <a:pt x="29068" y="24328"/>
                    <a:pt x="29032" y="24288"/>
                  </a:cubicBezTo>
                  <a:cubicBezTo>
                    <a:pt x="26794" y="21773"/>
                    <a:pt x="26734" y="18263"/>
                    <a:pt x="26291" y="15100"/>
                  </a:cubicBezTo>
                  <a:cubicBezTo>
                    <a:pt x="25902" y="12320"/>
                    <a:pt x="25246" y="9526"/>
                    <a:pt x="23961" y="7013"/>
                  </a:cubicBezTo>
                  <a:cubicBezTo>
                    <a:pt x="21748" y="2690"/>
                    <a:pt x="17675" y="1"/>
                    <a:pt x="12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0"/>
            <p:cNvSpPr/>
            <p:nvPr/>
          </p:nvSpPr>
          <p:spPr>
            <a:xfrm>
              <a:off x="2068925" y="2865800"/>
              <a:ext cx="105300" cy="69600"/>
            </a:xfrm>
            <a:custGeom>
              <a:rect b="b" l="l" r="r" t="t"/>
              <a:pathLst>
                <a:path extrusionOk="0" h="2784" w="4212">
                  <a:moveTo>
                    <a:pt x="3482" y="0"/>
                  </a:moveTo>
                  <a:cubicBezTo>
                    <a:pt x="2939" y="0"/>
                    <a:pt x="2396" y="490"/>
                    <a:pt x="1954" y="759"/>
                  </a:cubicBezTo>
                  <a:cubicBezTo>
                    <a:pt x="1329" y="1139"/>
                    <a:pt x="695" y="1545"/>
                    <a:pt x="234" y="2122"/>
                  </a:cubicBezTo>
                  <a:cubicBezTo>
                    <a:pt x="0" y="2412"/>
                    <a:pt x="185" y="2783"/>
                    <a:pt x="532" y="2783"/>
                  </a:cubicBezTo>
                  <a:cubicBezTo>
                    <a:pt x="559" y="2783"/>
                    <a:pt x="586" y="2781"/>
                    <a:pt x="615" y="2776"/>
                  </a:cubicBezTo>
                  <a:cubicBezTo>
                    <a:pt x="1386" y="2652"/>
                    <a:pt x="2084" y="2269"/>
                    <a:pt x="2756" y="1890"/>
                  </a:cubicBezTo>
                  <a:cubicBezTo>
                    <a:pt x="3380" y="1539"/>
                    <a:pt x="4085" y="1332"/>
                    <a:pt x="4181" y="556"/>
                  </a:cubicBezTo>
                  <a:cubicBezTo>
                    <a:pt x="4211" y="317"/>
                    <a:pt x="3998" y="143"/>
                    <a:pt x="3808" y="65"/>
                  </a:cubicBezTo>
                  <a:cubicBezTo>
                    <a:pt x="3700" y="20"/>
                    <a:pt x="3591" y="0"/>
                    <a:pt x="3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0"/>
            <p:cNvSpPr/>
            <p:nvPr/>
          </p:nvSpPr>
          <p:spPr>
            <a:xfrm>
              <a:off x="1930200" y="2690700"/>
              <a:ext cx="86325" cy="85700"/>
            </a:xfrm>
            <a:custGeom>
              <a:rect b="b" l="l" r="r" t="t"/>
              <a:pathLst>
                <a:path extrusionOk="0" h="3428" w="3453">
                  <a:moveTo>
                    <a:pt x="2611" y="1"/>
                  </a:moveTo>
                  <a:cubicBezTo>
                    <a:pt x="1961" y="1"/>
                    <a:pt x="1579" y="599"/>
                    <a:pt x="1173" y="1082"/>
                  </a:cubicBezTo>
                  <a:cubicBezTo>
                    <a:pt x="755" y="1577"/>
                    <a:pt x="213" y="2115"/>
                    <a:pt x="67" y="2763"/>
                  </a:cubicBezTo>
                  <a:cubicBezTo>
                    <a:pt x="0" y="3057"/>
                    <a:pt x="228" y="3428"/>
                    <a:pt x="540" y="3428"/>
                  </a:cubicBezTo>
                  <a:cubicBezTo>
                    <a:pt x="591" y="3428"/>
                    <a:pt x="645" y="3418"/>
                    <a:pt x="700" y="3395"/>
                  </a:cubicBezTo>
                  <a:cubicBezTo>
                    <a:pt x="1327" y="3145"/>
                    <a:pt x="1768" y="2617"/>
                    <a:pt x="2258" y="2168"/>
                  </a:cubicBezTo>
                  <a:cubicBezTo>
                    <a:pt x="2801" y="1672"/>
                    <a:pt x="3452" y="1318"/>
                    <a:pt x="3319" y="483"/>
                  </a:cubicBezTo>
                  <a:cubicBezTo>
                    <a:pt x="3285" y="276"/>
                    <a:pt x="3064" y="73"/>
                    <a:pt x="2863" y="29"/>
                  </a:cubicBezTo>
                  <a:cubicBezTo>
                    <a:pt x="2775" y="10"/>
                    <a:pt x="2691" y="1"/>
                    <a:pt x="2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1699200" y="2536600"/>
              <a:ext cx="54050" cy="112525"/>
            </a:xfrm>
            <a:custGeom>
              <a:rect b="b" l="l" r="r" t="t"/>
              <a:pathLst>
                <a:path extrusionOk="0" h="4501" w="2162">
                  <a:moveTo>
                    <a:pt x="1045" y="1"/>
                  </a:moveTo>
                  <a:cubicBezTo>
                    <a:pt x="625" y="1"/>
                    <a:pt x="229" y="224"/>
                    <a:pt x="162" y="722"/>
                  </a:cubicBezTo>
                  <a:cubicBezTo>
                    <a:pt x="24" y="1733"/>
                    <a:pt x="1" y="2910"/>
                    <a:pt x="339" y="3886"/>
                  </a:cubicBezTo>
                  <a:cubicBezTo>
                    <a:pt x="484" y="4307"/>
                    <a:pt x="817" y="4501"/>
                    <a:pt x="1151" y="4501"/>
                  </a:cubicBezTo>
                  <a:cubicBezTo>
                    <a:pt x="1570" y="4501"/>
                    <a:pt x="1989" y="4197"/>
                    <a:pt x="2040" y="3656"/>
                  </a:cubicBezTo>
                  <a:cubicBezTo>
                    <a:pt x="2122" y="2782"/>
                    <a:pt x="2101" y="1869"/>
                    <a:pt x="2137" y="988"/>
                  </a:cubicBezTo>
                  <a:cubicBezTo>
                    <a:pt x="2161" y="367"/>
                    <a:pt x="1584" y="1"/>
                    <a:pt x="1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0"/>
            <p:cNvSpPr/>
            <p:nvPr/>
          </p:nvSpPr>
          <p:spPr>
            <a:xfrm>
              <a:off x="1404800" y="2616275"/>
              <a:ext cx="97125" cy="109750"/>
            </a:xfrm>
            <a:custGeom>
              <a:rect b="b" l="l" r="r" t="t"/>
              <a:pathLst>
                <a:path extrusionOk="0" h="4390" w="3885">
                  <a:moveTo>
                    <a:pt x="1207" y="0"/>
                  </a:moveTo>
                  <a:cubicBezTo>
                    <a:pt x="598" y="0"/>
                    <a:pt x="1" y="458"/>
                    <a:pt x="257" y="1181"/>
                  </a:cubicBezTo>
                  <a:cubicBezTo>
                    <a:pt x="513" y="1899"/>
                    <a:pt x="1101" y="2464"/>
                    <a:pt x="1573" y="3055"/>
                  </a:cubicBezTo>
                  <a:cubicBezTo>
                    <a:pt x="1980" y="3567"/>
                    <a:pt x="2454" y="4230"/>
                    <a:pt x="3130" y="4375"/>
                  </a:cubicBezTo>
                  <a:cubicBezTo>
                    <a:pt x="3177" y="4385"/>
                    <a:pt x="3223" y="4390"/>
                    <a:pt x="3267" y="4390"/>
                  </a:cubicBezTo>
                  <a:cubicBezTo>
                    <a:pt x="3562" y="4390"/>
                    <a:pt x="3760" y="4170"/>
                    <a:pt x="3799" y="3864"/>
                  </a:cubicBezTo>
                  <a:cubicBezTo>
                    <a:pt x="3885" y="3209"/>
                    <a:pt x="3428" y="2551"/>
                    <a:pt x="3102" y="2015"/>
                  </a:cubicBezTo>
                  <a:cubicBezTo>
                    <a:pt x="2751" y="1436"/>
                    <a:pt x="2414" y="663"/>
                    <a:pt x="1888" y="232"/>
                  </a:cubicBezTo>
                  <a:cubicBezTo>
                    <a:pt x="1695" y="73"/>
                    <a:pt x="1450" y="0"/>
                    <a:pt x="12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0"/>
            <p:cNvSpPr/>
            <p:nvPr/>
          </p:nvSpPr>
          <p:spPr>
            <a:xfrm>
              <a:off x="1275700" y="2779650"/>
              <a:ext cx="103675" cy="78150"/>
            </a:xfrm>
            <a:custGeom>
              <a:rect b="b" l="l" r="r" t="t"/>
              <a:pathLst>
                <a:path extrusionOk="0" h="3126" w="4147">
                  <a:moveTo>
                    <a:pt x="1220" y="1"/>
                  </a:moveTo>
                  <a:cubicBezTo>
                    <a:pt x="626" y="1"/>
                    <a:pt x="38" y="406"/>
                    <a:pt x="17" y="1053"/>
                  </a:cubicBezTo>
                  <a:cubicBezTo>
                    <a:pt x="1" y="1549"/>
                    <a:pt x="288" y="1961"/>
                    <a:pt x="751" y="2122"/>
                  </a:cubicBezTo>
                  <a:cubicBezTo>
                    <a:pt x="815" y="2145"/>
                    <a:pt x="882" y="2156"/>
                    <a:pt x="948" y="2156"/>
                  </a:cubicBezTo>
                  <a:cubicBezTo>
                    <a:pt x="1042" y="2156"/>
                    <a:pt x="1135" y="2134"/>
                    <a:pt x="1220" y="2089"/>
                  </a:cubicBezTo>
                  <a:cubicBezTo>
                    <a:pt x="1570" y="2266"/>
                    <a:pt x="1904" y="2538"/>
                    <a:pt x="2241" y="2703"/>
                  </a:cubicBezTo>
                  <a:cubicBezTo>
                    <a:pt x="2660" y="2908"/>
                    <a:pt x="3070" y="3126"/>
                    <a:pt x="3523" y="3126"/>
                  </a:cubicBezTo>
                  <a:cubicBezTo>
                    <a:pt x="3622" y="3126"/>
                    <a:pt x="3723" y="3115"/>
                    <a:pt x="3826" y="3092"/>
                  </a:cubicBezTo>
                  <a:cubicBezTo>
                    <a:pt x="3986" y="3056"/>
                    <a:pt x="4147" y="2866"/>
                    <a:pt x="4128" y="2695"/>
                  </a:cubicBezTo>
                  <a:cubicBezTo>
                    <a:pt x="4060" y="2060"/>
                    <a:pt x="3606" y="1605"/>
                    <a:pt x="3154" y="1179"/>
                  </a:cubicBezTo>
                  <a:cubicBezTo>
                    <a:pt x="2707" y="758"/>
                    <a:pt x="2142" y="199"/>
                    <a:pt x="1535" y="40"/>
                  </a:cubicBezTo>
                  <a:cubicBezTo>
                    <a:pt x="1432" y="14"/>
                    <a:pt x="1326" y="1"/>
                    <a:pt x="1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1183375" y="3054325"/>
              <a:ext cx="119000" cy="52650"/>
            </a:xfrm>
            <a:custGeom>
              <a:rect b="b" l="l" r="r" t="t"/>
              <a:pathLst>
                <a:path extrusionOk="0" h="2106" w="4760">
                  <a:moveTo>
                    <a:pt x="1892" y="0"/>
                  </a:moveTo>
                  <a:cubicBezTo>
                    <a:pt x="1362" y="0"/>
                    <a:pt x="847" y="94"/>
                    <a:pt x="440" y="469"/>
                  </a:cubicBezTo>
                  <a:cubicBezTo>
                    <a:pt x="1" y="875"/>
                    <a:pt x="111" y="1671"/>
                    <a:pt x="632" y="1953"/>
                  </a:cubicBezTo>
                  <a:cubicBezTo>
                    <a:pt x="740" y="2013"/>
                    <a:pt x="856" y="2058"/>
                    <a:pt x="976" y="2087"/>
                  </a:cubicBezTo>
                  <a:cubicBezTo>
                    <a:pt x="1030" y="2099"/>
                    <a:pt x="1087" y="2105"/>
                    <a:pt x="1144" y="2105"/>
                  </a:cubicBezTo>
                  <a:cubicBezTo>
                    <a:pt x="1335" y="2105"/>
                    <a:pt x="1535" y="2038"/>
                    <a:pt x="1690" y="1919"/>
                  </a:cubicBezTo>
                  <a:cubicBezTo>
                    <a:pt x="1885" y="1862"/>
                    <a:pt x="2126" y="1848"/>
                    <a:pt x="2361" y="1848"/>
                  </a:cubicBezTo>
                  <a:cubicBezTo>
                    <a:pt x="2570" y="1848"/>
                    <a:pt x="2774" y="1859"/>
                    <a:pt x="2935" y="1860"/>
                  </a:cubicBezTo>
                  <a:cubicBezTo>
                    <a:pt x="2975" y="1860"/>
                    <a:pt x="3014" y="1860"/>
                    <a:pt x="3053" y="1860"/>
                  </a:cubicBezTo>
                  <a:cubicBezTo>
                    <a:pt x="3549" y="1860"/>
                    <a:pt x="3976" y="1832"/>
                    <a:pt x="4440" y="1595"/>
                  </a:cubicBezTo>
                  <a:cubicBezTo>
                    <a:pt x="4759" y="1434"/>
                    <a:pt x="4743" y="1025"/>
                    <a:pt x="4545" y="787"/>
                  </a:cubicBezTo>
                  <a:cubicBezTo>
                    <a:pt x="4041" y="187"/>
                    <a:pt x="3299" y="100"/>
                    <a:pt x="2558" y="36"/>
                  </a:cubicBezTo>
                  <a:cubicBezTo>
                    <a:pt x="2338" y="17"/>
                    <a:pt x="2113" y="0"/>
                    <a:pt x="1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1314050" y="3248700"/>
              <a:ext cx="98775" cy="64475"/>
            </a:xfrm>
            <a:custGeom>
              <a:rect b="b" l="l" r="r" t="t"/>
              <a:pathLst>
                <a:path extrusionOk="0" h="2579" w="3951">
                  <a:moveTo>
                    <a:pt x="2812" y="1"/>
                  </a:moveTo>
                  <a:cubicBezTo>
                    <a:pt x="1894" y="1"/>
                    <a:pt x="657" y="799"/>
                    <a:pt x="321" y="1329"/>
                  </a:cubicBezTo>
                  <a:cubicBezTo>
                    <a:pt x="0" y="1834"/>
                    <a:pt x="437" y="2578"/>
                    <a:pt x="1007" y="2578"/>
                  </a:cubicBezTo>
                  <a:cubicBezTo>
                    <a:pt x="1086" y="2578"/>
                    <a:pt x="1166" y="2564"/>
                    <a:pt x="1248" y="2534"/>
                  </a:cubicBezTo>
                  <a:cubicBezTo>
                    <a:pt x="1845" y="2311"/>
                    <a:pt x="2377" y="1860"/>
                    <a:pt x="2943" y="1553"/>
                  </a:cubicBezTo>
                  <a:cubicBezTo>
                    <a:pt x="3265" y="1379"/>
                    <a:pt x="3950" y="930"/>
                    <a:pt x="3688" y="462"/>
                  </a:cubicBezTo>
                  <a:cubicBezTo>
                    <a:pt x="3502" y="131"/>
                    <a:pt x="3183" y="1"/>
                    <a:pt x="2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0"/>
            <p:cNvSpPr/>
            <p:nvPr/>
          </p:nvSpPr>
          <p:spPr>
            <a:xfrm>
              <a:off x="1496975" y="3428975"/>
              <a:ext cx="61225" cy="72000"/>
            </a:xfrm>
            <a:custGeom>
              <a:rect b="b" l="l" r="r" t="t"/>
              <a:pathLst>
                <a:path extrusionOk="0" h="2880" w="2449">
                  <a:moveTo>
                    <a:pt x="2119" y="1"/>
                  </a:moveTo>
                  <a:cubicBezTo>
                    <a:pt x="2109" y="1"/>
                    <a:pt x="2100" y="1"/>
                    <a:pt x="2091" y="2"/>
                  </a:cubicBezTo>
                  <a:cubicBezTo>
                    <a:pt x="1563" y="75"/>
                    <a:pt x="1368" y="307"/>
                    <a:pt x="1058" y="718"/>
                  </a:cubicBezTo>
                  <a:cubicBezTo>
                    <a:pt x="810" y="1044"/>
                    <a:pt x="580" y="1384"/>
                    <a:pt x="363" y="1730"/>
                  </a:cubicBezTo>
                  <a:cubicBezTo>
                    <a:pt x="1" y="2314"/>
                    <a:pt x="567" y="2880"/>
                    <a:pt x="1092" y="2880"/>
                  </a:cubicBezTo>
                  <a:cubicBezTo>
                    <a:pt x="1324" y="2880"/>
                    <a:pt x="1548" y="2769"/>
                    <a:pt x="1680" y="2500"/>
                  </a:cubicBezTo>
                  <a:cubicBezTo>
                    <a:pt x="1875" y="2106"/>
                    <a:pt x="2047" y="1703"/>
                    <a:pt x="2206" y="1294"/>
                  </a:cubicBezTo>
                  <a:cubicBezTo>
                    <a:pt x="2392" y="820"/>
                    <a:pt x="2449" y="531"/>
                    <a:pt x="2236" y="62"/>
                  </a:cubicBezTo>
                  <a:cubicBezTo>
                    <a:pt x="2214" y="15"/>
                    <a:pt x="2165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0"/>
            <p:cNvSpPr/>
            <p:nvPr/>
          </p:nvSpPr>
          <p:spPr>
            <a:xfrm>
              <a:off x="1677700" y="3454750"/>
              <a:ext cx="45950" cy="107825"/>
            </a:xfrm>
            <a:custGeom>
              <a:rect b="b" l="l" r="r" t="t"/>
              <a:pathLst>
                <a:path extrusionOk="0" h="4313" w="1838">
                  <a:moveTo>
                    <a:pt x="1525" y="1"/>
                  </a:moveTo>
                  <a:cubicBezTo>
                    <a:pt x="1486" y="1"/>
                    <a:pt x="1447" y="10"/>
                    <a:pt x="1414" y="28"/>
                  </a:cubicBezTo>
                  <a:cubicBezTo>
                    <a:pt x="279" y="682"/>
                    <a:pt x="1" y="2576"/>
                    <a:pt x="171" y="3753"/>
                  </a:cubicBezTo>
                  <a:cubicBezTo>
                    <a:pt x="227" y="4140"/>
                    <a:pt x="529" y="4313"/>
                    <a:pt x="850" y="4313"/>
                  </a:cubicBezTo>
                  <a:cubicBezTo>
                    <a:pt x="1261" y="4313"/>
                    <a:pt x="1705" y="4029"/>
                    <a:pt x="1701" y="3547"/>
                  </a:cubicBezTo>
                  <a:cubicBezTo>
                    <a:pt x="1697" y="2933"/>
                    <a:pt x="1623" y="2341"/>
                    <a:pt x="1680" y="1724"/>
                  </a:cubicBezTo>
                  <a:cubicBezTo>
                    <a:pt x="1728" y="1194"/>
                    <a:pt x="1837" y="692"/>
                    <a:pt x="1744" y="163"/>
                  </a:cubicBezTo>
                  <a:cubicBezTo>
                    <a:pt x="1727" y="58"/>
                    <a:pt x="1624" y="1"/>
                    <a:pt x="1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0"/>
            <p:cNvSpPr/>
            <p:nvPr/>
          </p:nvSpPr>
          <p:spPr>
            <a:xfrm>
              <a:off x="2090625" y="3077850"/>
              <a:ext cx="104925" cy="44025"/>
            </a:xfrm>
            <a:custGeom>
              <a:rect b="b" l="l" r="r" t="t"/>
              <a:pathLst>
                <a:path extrusionOk="0" h="1761" w="4197">
                  <a:moveTo>
                    <a:pt x="2036" y="0"/>
                  </a:moveTo>
                  <a:cubicBezTo>
                    <a:pt x="1290" y="0"/>
                    <a:pt x="519" y="155"/>
                    <a:pt x="137" y="693"/>
                  </a:cubicBezTo>
                  <a:cubicBezTo>
                    <a:pt x="0" y="884"/>
                    <a:pt x="97" y="1204"/>
                    <a:pt x="299" y="1309"/>
                  </a:cubicBezTo>
                  <a:cubicBezTo>
                    <a:pt x="566" y="1448"/>
                    <a:pt x="847" y="1456"/>
                    <a:pt x="1135" y="1456"/>
                  </a:cubicBezTo>
                  <a:cubicBezTo>
                    <a:pt x="1169" y="1456"/>
                    <a:pt x="1204" y="1456"/>
                    <a:pt x="1238" y="1456"/>
                  </a:cubicBezTo>
                  <a:cubicBezTo>
                    <a:pt x="1326" y="1456"/>
                    <a:pt x="1413" y="1456"/>
                    <a:pt x="1502" y="1461"/>
                  </a:cubicBezTo>
                  <a:cubicBezTo>
                    <a:pt x="1943" y="1486"/>
                    <a:pt x="2372" y="1595"/>
                    <a:pt x="2795" y="1722"/>
                  </a:cubicBezTo>
                  <a:cubicBezTo>
                    <a:pt x="2881" y="1748"/>
                    <a:pt x="2963" y="1760"/>
                    <a:pt x="3041" y="1760"/>
                  </a:cubicBezTo>
                  <a:cubicBezTo>
                    <a:pt x="3899" y="1760"/>
                    <a:pt x="4196" y="288"/>
                    <a:pt x="3238" y="115"/>
                  </a:cubicBezTo>
                  <a:cubicBezTo>
                    <a:pt x="2902" y="54"/>
                    <a:pt x="2474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10"/>
          <p:cNvGrpSpPr/>
          <p:nvPr/>
        </p:nvGrpSpPr>
        <p:grpSpPr>
          <a:xfrm>
            <a:off x="5138035" y="2385451"/>
            <a:ext cx="679839" cy="489887"/>
            <a:chOff x="5310875" y="337375"/>
            <a:chExt cx="916225" cy="660225"/>
          </a:xfrm>
        </p:grpSpPr>
        <p:sp>
          <p:nvSpPr>
            <p:cNvPr id="477" name="Google Shape;477;p10"/>
            <p:cNvSpPr/>
            <p:nvPr/>
          </p:nvSpPr>
          <p:spPr>
            <a:xfrm>
              <a:off x="5310875" y="337375"/>
              <a:ext cx="916225" cy="660225"/>
            </a:xfrm>
            <a:custGeom>
              <a:rect b="b" l="l" r="r" t="t"/>
              <a:pathLst>
                <a:path extrusionOk="0" h="26409" w="36649">
                  <a:moveTo>
                    <a:pt x="22990" y="1502"/>
                  </a:moveTo>
                  <a:cubicBezTo>
                    <a:pt x="24636" y="1502"/>
                    <a:pt x="26251" y="1775"/>
                    <a:pt x="27734" y="2504"/>
                  </a:cubicBezTo>
                  <a:cubicBezTo>
                    <a:pt x="34704" y="5931"/>
                    <a:pt x="35360" y="15588"/>
                    <a:pt x="28935" y="19943"/>
                  </a:cubicBezTo>
                  <a:cubicBezTo>
                    <a:pt x="28675" y="20118"/>
                    <a:pt x="28439" y="20497"/>
                    <a:pt x="28574" y="20826"/>
                  </a:cubicBezTo>
                  <a:cubicBezTo>
                    <a:pt x="29254" y="22480"/>
                    <a:pt x="30274" y="23815"/>
                    <a:pt x="31605" y="24830"/>
                  </a:cubicBezTo>
                  <a:cubicBezTo>
                    <a:pt x="29557" y="24651"/>
                    <a:pt x="27668" y="23543"/>
                    <a:pt x="26518" y="21715"/>
                  </a:cubicBezTo>
                  <a:cubicBezTo>
                    <a:pt x="26364" y="21470"/>
                    <a:pt x="26128" y="21352"/>
                    <a:pt x="25885" y="21352"/>
                  </a:cubicBezTo>
                  <a:cubicBezTo>
                    <a:pt x="25695" y="21352"/>
                    <a:pt x="25502" y="21424"/>
                    <a:pt x="25338" y="21563"/>
                  </a:cubicBezTo>
                  <a:cubicBezTo>
                    <a:pt x="22839" y="23686"/>
                    <a:pt x="19493" y="24773"/>
                    <a:pt x="16164" y="24773"/>
                  </a:cubicBezTo>
                  <a:cubicBezTo>
                    <a:pt x="11835" y="24773"/>
                    <a:pt x="7535" y="22936"/>
                    <a:pt x="5160" y="19152"/>
                  </a:cubicBezTo>
                  <a:cubicBezTo>
                    <a:pt x="2622" y="15107"/>
                    <a:pt x="4899" y="10120"/>
                    <a:pt x="7851" y="6959"/>
                  </a:cubicBezTo>
                  <a:cubicBezTo>
                    <a:pt x="8283" y="6499"/>
                    <a:pt x="8743" y="6066"/>
                    <a:pt x="9230" y="5662"/>
                  </a:cubicBezTo>
                  <a:cubicBezTo>
                    <a:pt x="11347" y="4267"/>
                    <a:pt x="13707" y="3260"/>
                    <a:pt x="16182" y="2604"/>
                  </a:cubicBezTo>
                  <a:cubicBezTo>
                    <a:pt x="18320" y="2038"/>
                    <a:pt x="20684" y="1502"/>
                    <a:pt x="22990" y="1502"/>
                  </a:cubicBezTo>
                  <a:close/>
                  <a:moveTo>
                    <a:pt x="22921" y="0"/>
                  </a:moveTo>
                  <a:cubicBezTo>
                    <a:pt x="20883" y="0"/>
                    <a:pt x="18812" y="363"/>
                    <a:pt x="16843" y="849"/>
                  </a:cubicBezTo>
                  <a:cubicBezTo>
                    <a:pt x="15554" y="1167"/>
                    <a:pt x="14293" y="1584"/>
                    <a:pt x="13082" y="2104"/>
                  </a:cubicBezTo>
                  <a:cubicBezTo>
                    <a:pt x="6225" y="4767"/>
                    <a:pt x="1" y="12892"/>
                    <a:pt x="3814" y="19616"/>
                  </a:cubicBezTo>
                  <a:cubicBezTo>
                    <a:pt x="6346" y="24082"/>
                    <a:pt x="11197" y="26196"/>
                    <a:pt x="16102" y="26196"/>
                  </a:cubicBezTo>
                  <a:cubicBezTo>
                    <a:pt x="19536" y="26196"/>
                    <a:pt x="22996" y="25160"/>
                    <a:pt x="25706" y="23169"/>
                  </a:cubicBezTo>
                  <a:cubicBezTo>
                    <a:pt x="27286" y="25232"/>
                    <a:pt x="29698" y="26409"/>
                    <a:pt x="32242" y="26409"/>
                  </a:cubicBezTo>
                  <a:cubicBezTo>
                    <a:pt x="32931" y="26409"/>
                    <a:pt x="33630" y="26323"/>
                    <a:pt x="34324" y="26144"/>
                  </a:cubicBezTo>
                  <a:cubicBezTo>
                    <a:pt x="35137" y="25935"/>
                    <a:pt x="34984" y="24910"/>
                    <a:pt x="34324" y="24641"/>
                  </a:cubicBezTo>
                  <a:cubicBezTo>
                    <a:pt x="32541" y="23914"/>
                    <a:pt x="31137" y="22589"/>
                    <a:pt x="30302" y="20875"/>
                  </a:cubicBezTo>
                  <a:cubicBezTo>
                    <a:pt x="36648" y="16007"/>
                    <a:pt x="36480" y="6187"/>
                    <a:pt x="29567" y="1774"/>
                  </a:cubicBezTo>
                  <a:cubicBezTo>
                    <a:pt x="27529" y="473"/>
                    <a:pt x="25246" y="0"/>
                    <a:pt x="2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0"/>
            <p:cNvSpPr/>
            <p:nvPr/>
          </p:nvSpPr>
          <p:spPr>
            <a:xfrm>
              <a:off x="5603850" y="729950"/>
              <a:ext cx="44325" cy="37875"/>
            </a:xfrm>
            <a:custGeom>
              <a:rect b="b" l="l" r="r" t="t"/>
              <a:pathLst>
                <a:path extrusionOk="0" h="1515" w="1773">
                  <a:moveTo>
                    <a:pt x="894" y="0"/>
                  </a:moveTo>
                  <a:cubicBezTo>
                    <a:pt x="405" y="0"/>
                    <a:pt x="1" y="547"/>
                    <a:pt x="280" y="1044"/>
                  </a:cubicBezTo>
                  <a:cubicBezTo>
                    <a:pt x="405" y="1267"/>
                    <a:pt x="569" y="1455"/>
                    <a:pt x="836" y="1501"/>
                  </a:cubicBezTo>
                  <a:cubicBezTo>
                    <a:pt x="890" y="1510"/>
                    <a:pt x="942" y="1514"/>
                    <a:pt x="992" y="1514"/>
                  </a:cubicBezTo>
                  <a:cubicBezTo>
                    <a:pt x="1457" y="1514"/>
                    <a:pt x="1772" y="1142"/>
                    <a:pt x="1689" y="648"/>
                  </a:cubicBezTo>
                  <a:cubicBezTo>
                    <a:pt x="1644" y="385"/>
                    <a:pt x="1454" y="215"/>
                    <a:pt x="1232" y="91"/>
                  </a:cubicBezTo>
                  <a:cubicBezTo>
                    <a:pt x="1120" y="28"/>
                    <a:pt x="100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0"/>
            <p:cNvSpPr/>
            <p:nvPr/>
          </p:nvSpPr>
          <p:spPr>
            <a:xfrm>
              <a:off x="5700025" y="697375"/>
              <a:ext cx="60225" cy="53675"/>
            </a:xfrm>
            <a:custGeom>
              <a:rect b="b" l="l" r="r" t="t"/>
              <a:pathLst>
                <a:path extrusionOk="0" h="2147" w="2409">
                  <a:moveTo>
                    <a:pt x="1180" y="1"/>
                  </a:moveTo>
                  <a:cubicBezTo>
                    <a:pt x="1097" y="1"/>
                    <a:pt x="1013" y="11"/>
                    <a:pt x="927" y="34"/>
                  </a:cubicBezTo>
                  <a:cubicBezTo>
                    <a:pt x="386" y="183"/>
                    <a:pt x="0" y="802"/>
                    <a:pt x="178" y="1352"/>
                  </a:cubicBezTo>
                  <a:cubicBezTo>
                    <a:pt x="321" y="1795"/>
                    <a:pt x="742" y="2147"/>
                    <a:pt x="1208" y="2147"/>
                  </a:cubicBezTo>
                  <a:cubicBezTo>
                    <a:pt x="1303" y="2147"/>
                    <a:pt x="1399" y="2132"/>
                    <a:pt x="1495" y="2101"/>
                  </a:cubicBezTo>
                  <a:cubicBezTo>
                    <a:pt x="2043" y="1923"/>
                    <a:pt x="2408" y="1365"/>
                    <a:pt x="2244" y="783"/>
                  </a:cubicBezTo>
                  <a:cubicBezTo>
                    <a:pt x="2231" y="741"/>
                    <a:pt x="2219" y="700"/>
                    <a:pt x="2209" y="658"/>
                  </a:cubicBezTo>
                  <a:cubicBezTo>
                    <a:pt x="2137" y="379"/>
                    <a:pt x="1900" y="141"/>
                    <a:pt x="1621" y="69"/>
                  </a:cubicBezTo>
                  <a:cubicBezTo>
                    <a:pt x="1473" y="32"/>
                    <a:pt x="1328" y="1"/>
                    <a:pt x="1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0"/>
            <p:cNvSpPr/>
            <p:nvPr/>
          </p:nvSpPr>
          <p:spPr>
            <a:xfrm>
              <a:off x="5785025" y="670025"/>
              <a:ext cx="64550" cy="50050"/>
            </a:xfrm>
            <a:custGeom>
              <a:rect b="b" l="l" r="r" t="t"/>
              <a:pathLst>
                <a:path extrusionOk="0" h="2002" w="2582">
                  <a:moveTo>
                    <a:pt x="1291" y="1"/>
                  </a:moveTo>
                  <a:cubicBezTo>
                    <a:pt x="3" y="1"/>
                    <a:pt x="1" y="2002"/>
                    <a:pt x="1291" y="2002"/>
                  </a:cubicBezTo>
                  <a:cubicBezTo>
                    <a:pt x="2579" y="2002"/>
                    <a:pt x="2581" y="1"/>
                    <a:pt x="1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0"/>
            <p:cNvSpPr/>
            <p:nvPr/>
          </p:nvSpPr>
          <p:spPr>
            <a:xfrm>
              <a:off x="5887850" y="638500"/>
              <a:ext cx="56125" cy="43525"/>
            </a:xfrm>
            <a:custGeom>
              <a:rect b="b" l="l" r="r" t="t"/>
              <a:pathLst>
                <a:path extrusionOk="0" h="1741" w="2245">
                  <a:moveTo>
                    <a:pt x="1123" y="1"/>
                  </a:moveTo>
                  <a:cubicBezTo>
                    <a:pt x="0" y="1"/>
                    <a:pt x="0" y="1741"/>
                    <a:pt x="1123" y="1741"/>
                  </a:cubicBezTo>
                  <a:cubicBezTo>
                    <a:pt x="2242" y="1741"/>
                    <a:pt x="2244" y="1"/>
                    <a:pt x="1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2" name="Google Shape;482;p10"/>
          <p:cNvSpPr/>
          <p:nvPr/>
        </p:nvSpPr>
        <p:spPr>
          <a:xfrm>
            <a:off x="5188898" y="3568998"/>
            <a:ext cx="578112" cy="572717"/>
          </a:xfrm>
          <a:custGeom>
            <a:rect b="b" l="l" r="r" t="t"/>
            <a:pathLst>
              <a:path extrusionOk="0" h="28980" w="29253">
                <a:moveTo>
                  <a:pt x="14143" y="2700"/>
                </a:moveTo>
                <a:lnTo>
                  <a:pt x="14143" y="2701"/>
                </a:lnTo>
                <a:cubicBezTo>
                  <a:pt x="14382" y="2879"/>
                  <a:pt x="14610" y="3071"/>
                  <a:pt x="14826" y="3275"/>
                </a:cubicBezTo>
                <a:cubicBezTo>
                  <a:pt x="16631" y="4989"/>
                  <a:pt x="17613" y="7527"/>
                  <a:pt x="17512" y="9952"/>
                </a:cubicBezTo>
                <a:cubicBezTo>
                  <a:pt x="16350" y="9553"/>
                  <a:pt x="15139" y="9334"/>
                  <a:pt x="13946" y="9334"/>
                </a:cubicBezTo>
                <a:cubicBezTo>
                  <a:pt x="13767" y="9334"/>
                  <a:pt x="13588" y="9339"/>
                  <a:pt x="13409" y="9349"/>
                </a:cubicBezTo>
                <a:cubicBezTo>
                  <a:pt x="12636" y="9391"/>
                  <a:pt x="11849" y="9550"/>
                  <a:pt x="11078" y="9803"/>
                </a:cubicBezTo>
                <a:cubicBezTo>
                  <a:pt x="11026" y="7418"/>
                  <a:pt x="12076" y="4911"/>
                  <a:pt x="13651" y="3031"/>
                </a:cubicBezTo>
                <a:cubicBezTo>
                  <a:pt x="13812" y="2912"/>
                  <a:pt x="13976" y="2804"/>
                  <a:pt x="14143" y="2700"/>
                </a:cubicBezTo>
                <a:close/>
                <a:moveTo>
                  <a:pt x="13886" y="10716"/>
                </a:moveTo>
                <a:cubicBezTo>
                  <a:pt x="14821" y="10716"/>
                  <a:pt x="15765" y="10856"/>
                  <a:pt x="16686" y="11136"/>
                </a:cubicBezTo>
                <a:cubicBezTo>
                  <a:pt x="16903" y="11202"/>
                  <a:pt x="17115" y="11275"/>
                  <a:pt x="17324" y="11354"/>
                </a:cubicBezTo>
                <a:cubicBezTo>
                  <a:pt x="16955" y="12973"/>
                  <a:pt x="16048" y="14448"/>
                  <a:pt x="14512" y="15473"/>
                </a:cubicBezTo>
                <a:cubicBezTo>
                  <a:pt x="14486" y="15490"/>
                  <a:pt x="14459" y="15506"/>
                  <a:pt x="14432" y="15523"/>
                </a:cubicBezTo>
                <a:cubicBezTo>
                  <a:pt x="13538" y="14957"/>
                  <a:pt x="12753" y="14234"/>
                  <a:pt x="12162" y="13355"/>
                </a:cubicBezTo>
                <a:cubicBezTo>
                  <a:pt x="11692" y="12657"/>
                  <a:pt x="11390" y="11899"/>
                  <a:pt x="11225" y="11110"/>
                </a:cubicBezTo>
                <a:cubicBezTo>
                  <a:pt x="12088" y="10847"/>
                  <a:pt x="12983" y="10716"/>
                  <a:pt x="13886" y="10716"/>
                </a:cubicBezTo>
                <a:close/>
                <a:moveTo>
                  <a:pt x="18312" y="1537"/>
                </a:moveTo>
                <a:cubicBezTo>
                  <a:pt x="20093" y="1537"/>
                  <a:pt x="21942" y="2089"/>
                  <a:pt x="23631" y="3166"/>
                </a:cubicBezTo>
                <a:cubicBezTo>
                  <a:pt x="27706" y="5766"/>
                  <a:pt x="28613" y="11589"/>
                  <a:pt x="24959" y="14979"/>
                </a:cubicBezTo>
                <a:cubicBezTo>
                  <a:pt x="24699" y="15219"/>
                  <a:pt x="24420" y="15438"/>
                  <a:pt x="24127" y="15635"/>
                </a:cubicBezTo>
                <a:cubicBezTo>
                  <a:pt x="23065" y="13370"/>
                  <a:pt x="21068" y="11550"/>
                  <a:pt x="18752" y="10457"/>
                </a:cubicBezTo>
                <a:cubicBezTo>
                  <a:pt x="19023" y="7350"/>
                  <a:pt x="17700" y="4138"/>
                  <a:pt x="15330" y="2098"/>
                </a:cubicBezTo>
                <a:cubicBezTo>
                  <a:pt x="16271" y="1722"/>
                  <a:pt x="17280" y="1537"/>
                  <a:pt x="18312" y="1537"/>
                </a:cubicBezTo>
                <a:close/>
                <a:moveTo>
                  <a:pt x="9622" y="1191"/>
                </a:moveTo>
                <a:cubicBezTo>
                  <a:pt x="10716" y="1191"/>
                  <a:pt x="11799" y="1430"/>
                  <a:pt x="12794" y="1893"/>
                </a:cubicBezTo>
                <a:cubicBezTo>
                  <a:pt x="11658" y="2800"/>
                  <a:pt x="10851" y="4091"/>
                  <a:pt x="10636" y="5807"/>
                </a:cubicBezTo>
                <a:cubicBezTo>
                  <a:pt x="10620" y="5931"/>
                  <a:pt x="10693" y="6020"/>
                  <a:pt x="10792" y="6065"/>
                </a:cubicBezTo>
                <a:cubicBezTo>
                  <a:pt x="10315" y="7423"/>
                  <a:pt x="10088" y="8858"/>
                  <a:pt x="10132" y="10167"/>
                </a:cubicBezTo>
                <a:cubicBezTo>
                  <a:pt x="7489" y="11328"/>
                  <a:pt x="5198" y="13597"/>
                  <a:pt x="4538" y="16234"/>
                </a:cubicBezTo>
                <a:lnTo>
                  <a:pt x="4538" y="16235"/>
                </a:lnTo>
                <a:cubicBezTo>
                  <a:pt x="3803" y="15782"/>
                  <a:pt x="3172" y="15179"/>
                  <a:pt x="2686" y="14467"/>
                </a:cubicBezTo>
                <a:cubicBezTo>
                  <a:pt x="535" y="11329"/>
                  <a:pt x="1003" y="6440"/>
                  <a:pt x="3533" y="3553"/>
                </a:cubicBezTo>
                <a:cubicBezTo>
                  <a:pt x="3546" y="3555"/>
                  <a:pt x="3559" y="3556"/>
                  <a:pt x="3573" y="3556"/>
                </a:cubicBezTo>
                <a:cubicBezTo>
                  <a:pt x="3623" y="3556"/>
                  <a:pt x="3673" y="3543"/>
                  <a:pt x="3717" y="3516"/>
                </a:cubicBezTo>
                <a:cubicBezTo>
                  <a:pt x="5532" y="2476"/>
                  <a:pt x="6944" y="1344"/>
                  <a:pt x="9136" y="1207"/>
                </a:cubicBezTo>
                <a:cubicBezTo>
                  <a:pt x="9298" y="1196"/>
                  <a:pt x="9460" y="1191"/>
                  <a:pt x="9622" y="1191"/>
                </a:cubicBezTo>
                <a:close/>
                <a:moveTo>
                  <a:pt x="18507" y="11885"/>
                </a:moveTo>
                <a:cubicBezTo>
                  <a:pt x="20445" y="12900"/>
                  <a:pt x="21976" y="14481"/>
                  <a:pt x="22813" y="16335"/>
                </a:cubicBezTo>
                <a:cubicBezTo>
                  <a:pt x="21780" y="16759"/>
                  <a:pt x="20647" y="16964"/>
                  <a:pt x="19504" y="16964"/>
                </a:cubicBezTo>
                <a:cubicBezTo>
                  <a:pt x="18187" y="16964"/>
                  <a:pt x="16856" y="16692"/>
                  <a:pt x="15649" y="16169"/>
                </a:cubicBezTo>
                <a:cubicBezTo>
                  <a:pt x="16800" y="15293"/>
                  <a:pt x="17727" y="14157"/>
                  <a:pt x="18254" y="12714"/>
                </a:cubicBezTo>
                <a:lnTo>
                  <a:pt x="18254" y="12715"/>
                </a:lnTo>
                <a:cubicBezTo>
                  <a:pt x="18352" y="12443"/>
                  <a:pt x="18438" y="12166"/>
                  <a:pt x="18507" y="11885"/>
                </a:cubicBezTo>
                <a:close/>
                <a:moveTo>
                  <a:pt x="10357" y="11801"/>
                </a:moveTo>
                <a:cubicBezTo>
                  <a:pt x="10814" y="13567"/>
                  <a:pt x="11948" y="15027"/>
                  <a:pt x="13414" y="16108"/>
                </a:cubicBezTo>
                <a:lnTo>
                  <a:pt x="13414" y="16109"/>
                </a:lnTo>
                <a:cubicBezTo>
                  <a:pt x="11937" y="16849"/>
                  <a:pt x="10221" y="17287"/>
                  <a:pt x="8552" y="17287"/>
                </a:cubicBezTo>
                <a:cubicBezTo>
                  <a:pt x="7559" y="17287"/>
                  <a:pt x="6583" y="17132"/>
                  <a:pt x="5684" y="16794"/>
                </a:cubicBezTo>
                <a:cubicBezTo>
                  <a:pt x="6276" y="14376"/>
                  <a:pt x="8033" y="12813"/>
                  <a:pt x="10357" y="11801"/>
                </a:cubicBezTo>
                <a:close/>
                <a:moveTo>
                  <a:pt x="14597" y="16860"/>
                </a:moveTo>
                <a:cubicBezTo>
                  <a:pt x="16211" y="17742"/>
                  <a:pt x="18071" y="18226"/>
                  <a:pt x="19836" y="18239"/>
                </a:cubicBezTo>
                <a:cubicBezTo>
                  <a:pt x="19855" y="18239"/>
                  <a:pt x="19875" y="18239"/>
                  <a:pt x="19894" y="18239"/>
                </a:cubicBezTo>
                <a:cubicBezTo>
                  <a:pt x="21057" y="18239"/>
                  <a:pt x="22193" y="17983"/>
                  <a:pt x="23243" y="17533"/>
                </a:cubicBezTo>
                <a:lnTo>
                  <a:pt x="23243" y="17533"/>
                </a:lnTo>
                <a:cubicBezTo>
                  <a:pt x="23754" y="19405"/>
                  <a:pt x="23580" y="21466"/>
                  <a:pt x="22464" y="23460"/>
                </a:cubicBezTo>
                <a:cubicBezTo>
                  <a:pt x="20882" y="26284"/>
                  <a:pt x="18005" y="27654"/>
                  <a:pt x="15044" y="27654"/>
                </a:cubicBezTo>
                <a:cubicBezTo>
                  <a:pt x="13094" y="27654"/>
                  <a:pt x="11108" y="27060"/>
                  <a:pt x="9432" y="25894"/>
                </a:cubicBezTo>
                <a:cubicBezTo>
                  <a:pt x="7730" y="24710"/>
                  <a:pt x="6408" y="22914"/>
                  <a:pt x="5813" y="20917"/>
                </a:cubicBezTo>
                <a:cubicBezTo>
                  <a:pt x="5908" y="20794"/>
                  <a:pt x="5926" y="20630"/>
                  <a:pt x="5860" y="20490"/>
                </a:cubicBezTo>
                <a:lnTo>
                  <a:pt x="5860" y="20490"/>
                </a:lnTo>
                <a:lnTo>
                  <a:pt x="5861" y="20491"/>
                </a:lnTo>
                <a:cubicBezTo>
                  <a:pt x="5707" y="20141"/>
                  <a:pt x="5589" y="19777"/>
                  <a:pt x="5511" y="19402"/>
                </a:cubicBezTo>
                <a:cubicBezTo>
                  <a:pt x="5467" y="18994"/>
                  <a:pt x="5455" y="18582"/>
                  <a:pt x="5478" y="18171"/>
                </a:cubicBezTo>
                <a:cubicBezTo>
                  <a:pt x="5480" y="18134"/>
                  <a:pt x="5485" y="18100"/>
                  <a:pt x="5488" y="18063"/>
                </a:cubicBezTo>
                <a:cubicBezTo>
                  <a:pt x="6301" y="18358"/>
                  <a:pt x="7183" y="18520"/>
                  <a:pt x="8115" y="18520"/>
                </a:cubicBezTo>
                <a:cubicBezTo>
                  <a:pt x="8208" y="18520"/>
                  <a:pt x="8302" y="18518"/>
                  <a:pt x="8396" y="18515"/>
                </a:cubicBezTo>
                <a:cubicBezTo>
                  <a:pt x="10491" y="18442"/>
                  <a:pt x="12735" y="17924"/>
                  <a:pt x="14597" y="16860"/>
                </a:cubicBezTo>
                <a:close/>
                <a:moveTo>
                  <a:pt x="9193" y="1"/>
                </a:moveTo>
                <a:cubicBezTo>
                  <a:pt x="6999" y="1"/>
                  <a:pt x="4863" y="714"/>
                  <a:pt x="3713" y="2437"/>
                </a:cubicBezTo>
                <a:cubicBezTo>
                  <a:pt x="1187" y="4294"/>
                  <a:pt x="0" y="7949"/>
                  <a:pt x="275" y="10991"/>
                </a:cubicBezTo>
                <a:cubicBezTo>
                  <a:pt x="530" y="13822"/>
                  <a:pt x="2073" y="16256"/>
                  <a:pt x="4353" y="17543"/>
                </a:cubicBezTo>
                <a:cubicBezTo>
                  <a:pt x="4334" y="18048"/>
                  <a:pt x="4379" y="18553"/>
                  <a:pt x="4485" y="19048"/>
                </a:cubicBezTo>
                <a:cubicBezTo>
                  <a:pt x="4501" y="20156"/>
                  <a:pt x="4704" y="21244"/>
                  <a:pt x="5099" y="22206"/>
                </a:cubicBezTo>
                <a:cubicBezTo>
                  <a:pt x="6782" y="26306"/>
                  <a:pt x="10993" y="28980"/>
                  <a:pt x="15346" y="28980"/>
                </a:cubicBezTo>
                <a:cubicBezTo>
                  <a:pt x="16130" y="28980"/>
                  <a:pt x="16918" y="28893"/>
                  <a:pt x="17698" y="28712"/>
                </a:cubicBezTo>
                <a:cubicBezTo>
                  <a:pt x="22311" y="27642"/>
                  <a:pt x="25477" y="22829"/>
                  <a:pt x="24876" y="18171"/>
                </a:cubicBezTo>
                <a:cubicBezTo>
                  <a:pt x="24815" y="17713"/>
                  <a:pt x="24717" y="17260"/>
                  <a:pt x="24582" y="16818"/>
                </a:cubicBezTo>
                <a:cubicBezTo>
                  <a:pt x="26550" y="15547"/>
                  <a:pt x="28024" y="13524"/>
                  <a:pt x="28441" y="11154"/>
                </a:cubicBezTo>
                <a:cubicBezTo>
                  <a:pt x="29253" y="6545"/>
                  <a:pt x="26353" y="2608"/>
                  <a:pt x="22191" y="938"/>
                </a:cubicBezTo>
                <a:cubicBezTo>
                  <a:pt x="20987" y="455"/>
                  <a:pt x="19607" y="199"/>
                  <a:pt x="18228" y="199"/>
                </a:cubicBezTo>
                <a:cubicBezTo>
                  <a:pt x="16729" y="199"/>
                  <a:pt x="15231" y="502"/>
                  <a:pt x="13964" y="1145"/>
                </a:cubicBezTo>
                <a:cubicBezTo>
                  <a:pt x="12626" y="428"/>
                  <a:pt x="10892" y="1"/>
                  <a:pt x="91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1"/>
          <p:cNvSpPr txBox="1"/>
          <p:nvPr>
            <p:ph type="title"/>
          </p:nvPr>
        </p:nvSpPr>
        <p:spPr>
          <a:xfrm>
            <a:off x="1002325" y="711175"/>
            <a:ext cx="3082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Questions to Ask</a:t>
            </a:r>
            <a:endParaRPr/>
          </a:p>
        </p:txBody>
      </p:sp>
      <p:sp>
        <p:nvSpPr>
          <p:cNvPr id="488" name="Google Shape;488;p11"/>
          <p:cNvSpPr txBox="1"/>
          <p:nvPr>
            <p:ph idx="4294967295" type="subTitle"/>
          </p:nvPr>
        </p:nvSpPr>
        <p:spPr>
          <a:xfrm>
            <a:off x="2205650" y="2765738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When is it predicted?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89" name="Google Shape;489;p11"/>
          <p:cNvSpPr txBox="1"/>
          <p:nvPr>
            <p:ph idx="4294967295" type="subTitle"/>
          </p:nvPr>
        </p:nvSpPr>
        <p:spPr>
          <a:xfrm>
            <a:off x="6442525" y="1896775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What action follows?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90" name="Google Shape;490;p11"/>
          <p:cNvSpPr txBox="1"/>
          <p:nvPr>
            <p:ph idx="4294967295" type="subTitle"/>
          </p:nvPr>
        </p:nvSpPr>
        <p:spPr>
          <a:xfrm>
            <a:off x="2205650" y="1896775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Who uses the prediction?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91" name="Google Shape;491;p11"/>
          <p:cNvSpPr txBox="1"/>
          <p:nvPr>
            <p:ph idx="4294967295" type="subTitle"/>
          </p:nvPr>
        </p:nvSpPr>
        <p:spPr>
          <a:xfrm>
            <a:off x="2205655" y="3634700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What data exists then?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92" name="Google Shape;492;p11"/>
          <p:cNvSpPr txBox="1"/>
          <p:nvPr>
            <p:ph idx="4294967295" type="subTitle"/>
          </p:nvPr>
        </p:nvSpPr>
        <p:spPr>
          <a:xfrm>
            <a:off x="6442525" y="2765738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What is success?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93" name="Google Shape;493;p11"/>
          <p:cNvSpPr txBox="1"/>
          <p:nvPr>
            <p:ph idx="4294967295" type="subTitle"/>
          </p:nvPr>
        </p:nvSpPr>
        <p:spPr>
          <a:xfrm>
            <a:off x="6442525" y="3634700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Cost of a wrong call?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94" name="Google Shape;494;p11"/>
          <p:cNvSpPr txBox="1"/>
          <p:nvPr>
            <p:ph idx="4294967295" type="subTitle"/>
          </p:nvPr>
        </p:nvSpPr>
        <p:spPr>
          <a:xfrm>
            <a:off x="791138" y="189677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95" name="Google Shape;495;p11"/>
          <p:cNvSpPr txBox="1"/>
          <p:nvPr>
            <p:ph idx="4294967295" type="subTitle"/>
          </p:nvPr>
        </p:nvSpPr>
        <p:spPr>
          <a:xfrm>
            <a:off x="791138" y="2765750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96" name="Google Shape;496;p11"/>
          <p:cNvSpPr txBox="1"/>
          <p:nvPr>
            <p:ph idx="4294967295" type="subTitle"/>
          </p:nvPr>
        </p:nvSpPr>
        <p:spPr>
          <a:xfrm>
            <a:off x="791138" y="363472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97" name="Google Shape;497;p11"/>
          <p:cNvSpPr txBox="1"/>
          <p:nvPr>
            <p:ph idx="4294967295" type="subTitle"/>
          </p:nvPr>
        </p:nvSpPr>
        <p:spPr>
          <a:xfrm>
            <a:off x="5028113" y="189677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98" name="Google Shape;498;p11"/>
          <p:cNvSpPr txBox="1"/>
          <p:nvPr>
            <p:ph idx="4294967295" type="subTitle"/>
          </p:nvPr>
        </p:nvSpPr>
        <p:spPr>
          <a:xfrm>
            <a:off x="5028113" y="2765750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99" name="Google Shape;499;p11"/>
          <p:cNvSpPr txBox="1"/>
          <p:nvPr>
            <p:ph idx="4294967295" type="subTitle"/>
          </p:nvPr>
        </p:nvSpPr>
        <p:spPr>
          <a:xfrm>
            <a:off x="5028113" y="363472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500" name="Google Shape;500;p11"/>
          <p:cNvCxnSpPr/>
          <p:nvPr/>
        </p:nvCxnSpPr>
        <p:spPr>
          <a:xfrm>
            <a:off x="1805279" y="1896775"/>
            <a:ext cx="0" cy="238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1"/>
          <p:cNvCxnSpPr/>
          <p:nvPr/>
        </p:nvCxnSpPr>
        <p:spPr>
          <a:xfrm>
            <a:off x="6031010" y="1896775"/>
            <a:ext cx="0" cy="238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2" name="Google Shape;5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119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119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119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844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844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844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1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Start Simple</a:t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3520525" y="2390625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312158" y="2390625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95467">
            <a:off x="7428349" y="264518"/>
            <a:ext cx="1323877" cy="15478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517" name="Google Shape;517;p12"/>
          <p:cNvSpPr txBox="1"/>
          <p:nvPr>
            <p:ph idx="4" type="title"/>
          </p:nvPr>
        </p:nvSpPr>
        <p:spPr>
          <a:xfrm rot="-695454">
            <a:off x="7649152" y="969396"/>
            <a:ext cx="1019797" cy="6140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4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Baseline</a:t>
            </a:r>
            <a:endParaRPr sz="16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518" name="Google Shape;518;p12"/>
          <p:cNvGrpSpPr/>
          <p:nvPr/>
        </p:nvGrpSpPr>
        <p:grpSpPr>
          <a:xfrm>
            <a:off x="7664560" y="910185"/>
            <a:ext cx="272906" cy="434118"/>
            <a:chOff x="1312450" y="4093350"/>
            <a:chExt cx="685350" cy="1090200"/>
          </a:xfrm>
        </p:grpSpPr>
        <p:sp>
          <p:nvSpPr>
            <p:cNvPr id="519" name="Google Shape;519;p12"/>
            <p:cNvSpPr/>
            <p:nvPr/>
          </p:nvSpPr>
          <p:spPr>
            <a:xfrm>
              <a:off x="1312450" y="4093350"/>
              <a:ext cx="685350" cy="1090200"/>
            </a:xfrm>
            <a:custGeom>
              <a:rect b="b" l="l" r="r" t="t"/>
              <a:pathLst>
                <a:path extrusionOk="0" h="43608" w="27414">
                  <a:moveTo>
                    <a:pt x="5201" y="10009"/>
                  </a:moveTo>
                  <a:lnTo>
                    <a:pt x="5201" y="10009"/>
                  </a:lnTo>
                  <a:cubicBezTo>
                    <a:pt x="5040" y="10996"/>
                    <a:pt x="5002" y="11987"/>
                    <a:pt x="5102" y="12937"/>
                  </a:cubicBezTo>
                  <a:cubicBezTo>
                    <a:pt x="5170" y="13571"/>
                    <a:pt x="5297" y="14196"/>
                    <a:pt x="5478" y="14807"/>
                  </a:cubicBezTo>
                  <a:cubicBezTo>
                    <a:pt x="4743" y="13294"/>
                    <a:pt x="4728" y="11634"/>
                    <a:pt x="5201" y="10009"/>
                  </a:cubicBezTo>
                  <a:close/>
                  <a:moveTo>
                    <a:pt x="15811" y="1265"/>
                  </a:moveTo>
                  <a:cubicBezTo>
                    <a:pt x="20541" y="1265"/>
                    <a:pt x="25145" y="5101"/>
                    <a:pt x="25884" y="9796"/>
                  </a:cubicBezTo>
                  <a:cubicBezTo>
                    <a:pt x="26649" y="14663"/>
                    <a:pt x="23581" y="19908"/>
                    <a:pt x="18734" y="21156"/>
                  </a:cubicBezTo>
                  <a:lnTo>
                    <a:pt x="18733" y="21156"/>
                  </a:lnTo>
                  <a:cubicBezTo>
                    <a:pt x="17919" y="21366"/>
                    <a:pt x="17082" y="21467"/>
                    <a:pt x="16245" y="21467"/>
                  </a:cubicBezTo>
                  <a:cubicBezTo>
                    <a:pt x="12150" y="21467"/>
                    <a:pt x="8059" y="19044"/>
                    <a:pt x="6641" y="15088"/>
                  </a:cubicBezTo>
                  <a:cubicBezTo>
                    <a:pt x="5469" y="11816"/>
                    <a:pt x="6172" y="7764"/>
                    <a:pt x="8270" y="4955"/>
                  </a:cubicBezTo>
                  <a:cubicBezTo>
                    <a:pt x="9623" y="3549"/>
                    <a:pt x="11222" y="2430"/>
                    <a:pt x="12774" y="1829"/>
                  </a:cubicBezTo>
                  <a:cubicBezTo>
                    <a:pt x="13408" y="1665"/>
                    <a:pt x="14061" y="1582"/>
                    <a:pt x="14715" y="1582"/>
                  </a:cubicBezTo>
                  <a:cubicBezTo>
                    <a:pt x="14773" y="1582"/>
                    <a:pt x="14831" y="1582"/>
                    <a:pt x="14889" y="1584"/>
                  </a:cubicBezTo>
                  <a:cubicBezTo>
                    <a:pt x="14890" y="1584"/>
                    <a:pt x="14891" y="1584"/>
                    <a:pt x="14891" y="1584"/>
                  </a:cubicBezTo>
                  <a:cubicBezTo>
                    <a:pt x="15042" y="1584"/>
                    <a:pt x="15084" y="1340"/>
                    <a:pt x="14936" y="1309"/>
                  </a:cubicBezTo>
                  <a:cubicBezTo>
                    <a:pt x="15228" y="1279"/>
                    <a:pt x="15519" y="1265"/>
                    <a:pt x="15811" y="1265"/>
                  </a:cubicBezTo>
                  <a:close/>
                  <a:moveTo>
                    <a:pt x="11744" y="28418"/>
                  </a:moveTo>
                  <a:lnTo>
                    <a:pt x="11744" y="28418"/>
                  </a:lnTo>
                  <a:cubicBezTo>
                    <a:pt x="12408" y="28787"/>
                    <a:pt x="13268" y="28878"/>
                    <a:pt x="14064" y="28978"/>
                  </a:cubicBezTo>
                  <a:cubicBezTo>
                    <a:pt x="13489" y="31053"/>
                    <a:pt x="12936" y="33136"/>
                    <a:pt x="12378" y="35217"/>
                  </a:cubicBezTo>
                  <a:lnTo>
                    <a:pt x="12377" y="35217"/>
                  </a:lnTo>
                  <a:lnTo>
                    <a:pt x="11752" y="37548"/>
                  </a:lnTo>
                  <a:cubicBezTo>
                    <a:pt x="11436" y="37515"/>
                    <a:pt x="11118" y="37500"/>
                    <a:pt x="10804" y="37432"/>
                  </a:cubicBezTo>
                  <a:cubicBezTo>
                    <a:pt x="10450" y="37354"/>
                    <a:pt x="10108" y="37230"/>
                    <a:pt x="9772" y="37098"/>
                  </a:cubicBezTo>
                  <a:cubicBezTo>
                    <a:pt x="9899" y="36422"/>
                    <a:pt x="10035" y="35749"/>
                    <a:pt x="10185" y="35077"/>
                  </a:cubicBezTo>
                  <a:cubicBezTo>
                    <a:pt x="10425" y="33999"/>
                    <a:pt x="10695" y="32928"/>
                    <a:pt x="10992" y="31864"/>
                  </a:cubicBezTo>
                  <a:cubicBezTo>
                    <a:pt x="11305" y="30745"/>
                    <a:pt x="11807" y="29661"/>
                    <a:pt x="11760" y="28491"/>
                  </a:cubicBezTo>
                  <a:cubicBezTo>
                    <a:pt x="11757" y="28467"/>
                    <a:pt x="11752" y="28442"/>
                    <a:pt x="11744" y="28418"/>
                  </a:cubicBezTo>
                  <a:close/>
                  <a:moveTo>
                    <a:pt x="9701" y="37483"/>
                  </a:moveTo>
                  <a:cubicBezTo>
                    <a:pt x="10246" y="37833"/>
                    <a:pt x="10942" y="38077"/>
                    <a:pt x="11595" y="38077"/>
                  </a:cubicBezTo>
                  <a:cubicBezTo>
                    <a:pt x="11600" y="38077"/>
                    <a:pt x="11605" y="38077"/>
                    <a:pt x="11609" y="38077"/>
                  </a:cubicBezTo>
                  <a:lnTo>
                    <a:pt x="11609" y="38077"/>
                  </a:lnTo>
                  <a:cubicBezTo>
                    <a:pt x="11580" y="38193"/>
                    <a:pt x="11549" y="38311"/>
                    <a:pt x="11517" y="38428"/>
                  </a:cubicBezTo>
                  <a:lnTo>
                    <a:pt x="11517" y="38427"/>
                  </a:lnTo>
                  <a:cubicBezTo>
                    <a:pt x="11470" y="38603"/>
                    <a:pt x="11418" y="38860"/>
                    <a:pt x="11359" y="39156"/>
                  </a:cubicBezTo>
                  <a:cubicBezTo>
                    <a:pt x="11204" y="39085"/>
                    <a:pt x="11033" y="39072"/>
                    <a:pt x="10858" y="39072"/>
                  </a:cubicBezTo>
                  <a:cubicBezTo>
                    <a:pt x="10752" y="39072"/>
                    <a:pt x="10645" y="39077"/>
                    <a:pt x="10540" y="39077"/>
                  </a:cubicBezTo>
                  <a:cubicBezTo>
                    <a:pt x="10481" y="39077"/>
                    <a:pt x="10423" y="39075"/>
                    <a:pt x="10366" y="39070"/>
                  </a:cubicBezTo>
                  <a:cubicBezTo>
                    <a:pt x="10056" y="39046"/>
                    <a:pt x="9752" y="38970"/>
                    <a:pt x="9446" y="38922"/>
                  </a:cubicBezTo>
                  <a:cubicBezTo>
                    <a:pt x="9465" y="38818"/>
                    <a:pt x="9482" y="38724"/>
                    <a:pt x="9492" y="38655"/>
                  </a:cubicBezTo>
                  <a:cubicBezTo>
                    <a:pt x="9556" y="38264"/>
                    <a:pt x="9631" y="37874"/>
                    <a:pt x="9701" y="37483"/>
                  </a:cubicBezTo>
                  <a:close/>
                  <a:moveTo>
                    <a:pt x="9371" y="39374"/>
                  </a:moveTo>
                  <a:cubicBezTo>
                    <a:pt x="9633" y="39480"/>
                    <a:pt x="9916" y="39543"/>
                    <a:pt x="10196" y="39580"/>
                  </a:cubicBezTo>
                  <a:cubicBezTo>
                    <a:pt x="10388" y="39606"/>
                    <a:pt x="10607" y="39642"/>
                    <a:pt x="10819" y="39642"/>
                  </a:cubicBezTo>
                  <a:cubicBezTo>
                    <a:pt x="10980" y="39642"/>
                    <a:pt x="11137" y="39622"/>
                    <a:pt x="11275" y="39560"/>
                  </a:cubicBezTo>
                  <a:lnTo>
                    <a:pt x="11275" y="39560"/>
                  </a:lnTo>
                  <a:cubicBezTo>
                    <a:pt x="11189" y="39985"/>
                    <a:pt x="11082" y="40437"/>
                    <a:pt x="10950" y="40815"/>
                  </a:cubicBezTo>
                  <a:cubicBezTo>
                    <a:pt x="10924" y="40814"/>
                    <a:pt x="10899" y="40814"/>
                    <a:pt x="10873" y="40814"/>
                  </a:cubicBezTo>
                  <a:cubicBezTo>
                    <a:pt x="10639" y="40814"/>
                    <a:pt x="10398" y="40862"/>
                    <a:pt x="10159" y="40862"/>
                  </a:cubicBezTo>
                  <a:cubicBezTo>
                    <a:pt x="10125" y="40862"/>
                    <a:pt x="10090" y="40861"/>
                    <a:pt x="10056" y="40859"/>
                  </a:cubicBezTo>
                  <a:cubicBezTo>
                    <a:pt x="9795" y="40841"/>
                    <a:pt x="9538" y="40801"/>
                    <a:pt x="9284" y="40736"/>
                  </a:cubicBezTo>
                  <a:cubicBezTo>
                    <a:pt x="9251" y="40301"/>
                    <a:pt x="9306" y="39796"/>
                    <a:pt x="9371" y="39374"/>
                  </a:cubicBezTo>
                  <a:close/>
                  <a:moveTo>
                    <a:pt x="9402" y="41289"/>
                  </a:moveTo>
                  <a:lnTo>
                    <a:pt x="9402" y="41289"/>
                  </a:lnTo>
                  <a:cubicBezTo>
                    <a:pt x="9559" y="41334"/>
                    <a:pt x="9718" y="41367"/>
                    <a:pt x="9881" y="41388"/>
                  </a:cubicBezTo>
                  <a:cubicBezTo>
                    <a:pt x="10049" y="41410"/>
                    <a:pt x="10255" y="41433"/>
                    <a:pt x="10462" y="41433"/>
                  </a:cubicBezTo>
                  <a:cubicBezTo>
                    <a:pt x="10528" y="41433"/>
                    <a:pt x="10593" y="41431"/>
                    <a:pt x="10658" y="41426"/>
                  </a:cubicBezTo>
                  <a:lnTo>
                    <a:pt x="10658" y="41426"/>
                  </a:lnTo>
                  <a:cubicBezTo>
                    <a:pt x="10569" y="41553"/>
                    <a:pt x="10471" y="41645"/>
                    <a:pt x="10362" y="41677"/>
                  </a:cubicBezTo>
                  <a:cubicBezTo>
                    <a:pt x="10234" y="41715"/>
                    <a:pt x="10121" y="41733"/>
                    <a:pt x="10020" y="41733"/>
                  </a:cubicBezTo>
                  <a:cubicBezTo>
                    <a:pt x="9703" y="41733"/>
                    <a:pt x="9511" y="41557"/>
                    <a:pt x="9402" y="41289"/>
                  </a:cubicBezTo>
                  <a:close/>
                  <a:moveTo>
                    <a:pt x="15893" y="1"/>
                  </a:moveTo>
                  <a:cubicBezTo>
                    <a:pt x="15395" y="1"/>
                    <a:pt x="14894" y="37"/>
                    <a:pt x="14392" y="112"/>
                  </a:cubicBezTo>
                  <a:cubicBezTo>
                    <a:pt x="8294" y="1027"/>
                    <a:pt x="1" y="10835"/>
                    <a:pt x="5909" y="16358"/>
                  </a:cubicBezTo>
                  <a:cubicBezTo>
                    <a:pt x="5961" y="16407"/>
                    <a:pt x="6017" y="16426"/>
                    <a:pt x="6069" y="16426"/>
                  </a:cubicBezTo>
                  <a:cubicBezTo>
                    <a:pt x="6083" y="16426"/>
                    <a:pt x="6096" y="16425"/>
                    <a:pt x="6110" y="16423"/>
                  </a:cubicBezTo>
                  <a:cubicBezTo>
                    <a:pt x="7517" y="19288"/>
                    <a:pt x="10185" y="21363"/>
                    <a:pt x="13288" y="22188"/>
                  </a:cubicBezTo>
                  <a:cubicBezTo>
                    <a:pt x="12902" y="23062"/>
                    <a:pt x="12749" y="24055"/>
                    <a:pt x="12540" y="24979"/>
                  </a:cubicBezTo>
                  <a:cubicBezTo>
                    <a:pt x="12385" y="25662"/>
                    <a:pt x="12080" y="26433"/>
                    <a:pt x="12061" y="27162"/>
                  </a:cubicBezTo>
                  <a:cubicBezTo>
                    <a:pt x="11762" y="27201"/>
                    <a:pt x="11473" y="27285"/>
                    <a:pt x="11204" y="27442"/>
                  </a:cubicBezTo>
                  <a:cubicBezTo>
                    <a:pt x="11018" y="27550"/>
                    <a:pt x="11015" y="27777"/>
                    <a:pt x="11142" y="27928"/>
                  </a:cubicBezTo>
                  <a:cubicBezTo>
                    <a:pt x="11145" y="27935"/>
                    <a:pt x="11150" y="27938"/>
                    <a:pt x="11155" y="27944"/>
                  </a:cubicBezTo>
                  <a:cubicBezTo>
                    <a:pt x="11028" y="27948"/>
                    <a:pt x="10910" y="28008"/>
                    <a:pt x="10832" y="28108"/>
                  </a:cubicBezTo>
                  <a:cubicBezTo>
                    <a:pt x="9928" y="29229"/>
                    <a:pt x="9683" y="30715"/>
                    <a:pt x="9312" y="32089"/>
                  </a:cubicBezTo>
                  <a:cubicBezTo>
                    <a:pt x="8852" y="33796"/>
                    <a:pt x="8465" y="35519"/>
                    <a:pt x="8149" y="37259"/>
                  </a:cubicBezTo>
                  <a:cubicBezTo>
                    <a:pt x="7935" y="38433"/>
                    <a:pt x="7369" y="40158"/>
                    <a:pt x="7613" y="41356"/>
                  </a:cubicBezTo>
                  <a:cubicBezTo>
                    <a:pt x="7832" y="42434"/>
                    <a:pt x="8920" y="43013"/>
                    <a:pt x="9873" y="43417"/>
                  </a:cubicBezTo>
                  <a:cubicBezTo>
                    <a:pt x="10183" y="43548"/>
                    <a:pt x="10458" y="43608"/>
                    <a:pt x="10702" y="43608"/>
                  </a:cubicBezTo>
                  <a:cubicBezTo>
                    <a:pt x="12509" y="43608"/>
                    <a:pt x="12630" y="40342"/>
                    <a:pt x="13029" y="38845"/>
                  </a:cubicBezTo>
                  <a:cubicBezTo>
                    <a:pt x="13941" y="35420"/>
                    <a:pt x="14878" y="31999"/>
                    <a:pt x="15749" y="28562"/>
                  </a:cubicBezTo>
                  <a:cubicBezTo>
                    <a:pt x="15842" y="28197"/>
                    <a:pt x="15632" y="27698"/>
                    <a:pt x="15220" y="27630"/>
                  </a:cubicBezTo>
                  <a:cubicBezTo>
                    <a:pt x="14854" y="27569"/>
                    <a:pt x="14466" y="27473"/>
                    <a:pt x="14071" y="27380"/>
                  </a:cubicBezTo>
                  <a:cubicBezTo>
                    <a:pt x="14478" y="25797"/>
                    <a:pt x="14896" y="24136"/>
                    <a:pt x="15010" y="22508"/>
                  </a:cubicBezTo>
                  <a:cubicBezTo>
                    <a:pt x="15443" y="22557"/>
                    <a:pt x="15877" y="22582"/>
                    <a:pt x="16312" y="22582"/>
                  </a:cubicBezTo>
                  <a:cubicBezTo>
                    <a:pt x="16645" y="22582"/>
                    <a:pt x="16978" y="22568"/>
                    <a:pt x="17310" y="22539"/>
                  </a:cubicBezTo>
                  <a:cubicBezTo>
                    <a:pt x="23190" y="22007"/>
                    <a:pt x="27413" y="16567"/>
                    <a:pt x="27170" y="10774"/>
                  </a:cubicBezTo>
                  <a:cubicBezTo>
                    <a:pt x="26925" y="4930"/>
                    <a:pt x="21682" y="1"/>
                    <a:pt x="15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2"/>
            <p:cNvSpPr/>
            <p:nvPr/>
          </p:nvSpPr>
          <p:spPr>
            <a:xfrm>
              <a:off x="1477975" y="4161250"/>
              <a:ext cx="487250" cy="450450"/>
            </a:xfrm>
            <a:custGeom>
              <a:rect b="b" l="l" r="r" t="t"/>
              <a:pathLst>
                <a:path extrusionOk="0" h="18018" w="19490">
                  <a:moveTo>
                    <a:pt x="1614" y="7205"/>
                  </a:moveTo>
                  <a:cubicBezTo>
                    <a:pt x="1122" y="9193"/>
                    <a:pt x="1161" y="11265"/>
                    <a:pt x="1871" y="12865"/>
                  </a:cubicBezTo>
                  <a:cubicBezTo>
                    <a:pt x="1911" y="12957"/>
                    <a:pt x="1956" y="13046"/>
                    <a:pt x="2001" y="13135"/>
                  </a:cubicBezTo>
                  <a:cubicBezTo>
                    <a:pt x="1442" y="12197"/>
                    <a:pt x="1127" y="11132"/>
                    <a:pt x="1088" y="10040"/>
                  </a:cubicBezTo>
                  <a:cubicBezTo>
                    <a:pt x="1052" y="9061"/>
                    <a:pt x="1251" y="8105"/>
                    <a:pt x="1614" y="7205"/>
                  </a:cubicBezTo>
                  <a:close/>
                  <a:moveTo>
                    <a:pt x="8769" y="1099"/>
                  </a:moveTo>
                  <a:cubicBezTo>
                    <a:pt x="10213" y="1099"/>
                    <a:pt x="11739" y="1834"/>
                    <a:pt x="12928" y="2514"/>
                  </a:cubicBezTo>
                  <a:cubicBezTo>
                    <a:pt x="15190" y="3806"/>
                    <a:pt x="17154" y="5801"/>
                    <a:pt x="17151" y="8562"/>
                  </a:cubicBezTo>
                  <a:cubicBezTo>
                    <a:pt x="17150" y="11027"/>
                    <a:pt x="16062" y="14041"/>
                    <a:pt x="14176" y="15676"/>
                  </a:cubicBezTo>
                  <a:cubicBezTo>
                    <a:pt x="13112" y="16598"/>
                    <a:pt x="11835" y="16976"/>
                    <a:pt x="10526" y="16976"/>
                  </a:cubicBezTo>
                  <a:cubicBezTo>
                    <a:pt x="8796" y="16976"/>
                    <a:pt x="7009" y="16315"/>
                    <a:pt x="5579" y="15381"/>
                  </a:cubicBezTo>
                  <a:cubicBezTo>
                    <a:pt x="2756" y="13536"/>
                    <a:pt x="1781" y="10776"/>
                    <a:pt x="2574" y="7531"/>
                  </a:cubicBezTo>
                  <a:cubicBezTo>
                    <a:pt x="2925" y="6098"/>
                    <a:pt x="3537" y="4567"/>
                    <a:pt x="4464" y="3322"/>
                  </a:cubicBezTo>
                  <a:cubicBezTo>
                    <a:pt x="4471" y="3316"/>
                    <a:pt x="4477" y="3308"/>
                    <a:pt x="4485" y="3302"/>
                  </a:cubicBezTo>
                  <a:cubicBezTo>
                    <a:pt x="5475" y="2436"/>
                    <a:pt x="6694" y="1440"/>
                    <a:pt x="8014" y="1172"/>
                  </a:cubicBezTo>
                  <a:cubicBezTo>
                    <a:pt x="8262" y="1122"/>
                    <a:pt x="8514" y="1099"/>
                    <a:pt x="8769" y="1099"/>
                  </a:cubicBezTo>
                  <a:close/>
                  <a:moveTo>
                    <a:pt x="8887" y="1"/>
                  </a:moveTo>
                  <a:cubicBezTo>
                    <a:pt x="8837" y="1"/>
                    <a:pt x="8788" y="1"/>
                    <a:pt x="8738" y="3"/>
                  </a:cubicBezTo>
                  <a:cubicBezTo>
                    <a:pt x="6181" y="71"/>
                    <a:pt x="3888" y="2245"/>
                    <a:pt x="2440" y="4180"/>
                  </a:cubicBezTo>
                  <a:cubicBezTo>
                    <a:pt x="877" y="6267"/>
                    <a:pt x="1" y="8911"/>
                    <a:pt x="661" y="11505"/>
                  </a:cubicBezTo>
                  <a:cubicBezTo>
                    <a:pt x="1175" y="13521"/>
                    <a:pt x="2542" y="15297"/>
                    <a:pt x="4474" y="15997"/>
                  </a:cubicBezTo>
                  <a:cubicBezTo>
                    <a:pt x="6169" y="17258"/>
                    <a:pt x="8337" y="18017"/>
                    <a:pt x="10414" y="18017"/>
                  </a:cubicBezTo>
                  <a:cubicBezTo>
                    <a:pt x="12074" y="18017"/>
                    <a:pt x="13676" y="17532"/>
                    <a:pt x="14932" y="16430"/>
                  </a:cubicBezTo>
                  <a:cubicBezTo>
                    <a:pt x="18721" y="13109"/>
                    <a:pt x="19489" y="6595"/>
                    <a:pt x="15668" y="3108"/>
                  </a:cubicBezTo>
                  <a:cubicBezTo>
                    <a:pt x="13933" y="1526"/>
                    <a:pt x="11308" y="1"/>
                    <a:pt x="88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2"/>
            <p:cNvSpPr/>
            <p:nvPr/>
          </p:nvSpPr>
          <p:spPr>
            <a:xfrm>
              <a:off x="1611400" y="4264325"/>
              <a:ext cx="204725" cy="224825"/>
            </a:xfrm>
            <a:custGeom>
              <a:rect b="b" l="l" r="r" t="t"/>
              <a:pathLst>
                <a:path extrusionOk="0" h="8993" w="8189">
                  <a:moveTo>
                    <a:pt x="3561" y="0"/>
                  </a:moveTo>
                  <a:cubicBezTo>
                    <a:pt x="1727" y="0"/>
                    <a:pt x="0" y="1490"/>
                    <a:pt x="935" y="3575"/>
                  </a:cubicBezTo>
                  <a:cubicBezTo>
                    <a:pt x="1077" y="3892"/>
                    <a:pt x="1311" y="4020"/>
                    <a:pt x="1557" y="4020"/>
                  </a:cubicBezTo>
                  <a:cubicBezTo>
                    <a:pt x="2000" y="4020"/>
                    <a:pt x="2483" y="3607"/>
                    <a:pt x="2546" y="3138"/>
                  </a:cubicBezTo>
                  <a:cubicBezTo>
                    <a:pt x="2652" y="2350"/>
                    <a:pt x="3006" y="2037"/>
                    <a:pt x="3405" y="2037"/>
                  </a:cubicBezTo>
                  <a:cubicBezTo>
                    <a:pt x="4054" y="2037"/>
                    <a:pt x="4819" y="2864"/>
                    <a:pt x="4821" y="3825"/>
                  </a:cubicBezTo>
                  <a:cubicBezTo>
                    <a:pt x="4825" y="5165"/>
                    <a:pt x="3942" y="6358"/>
                    <a:pt x="3228" y="7421"/>
                  </a:cubicBezTo>
                  <a:cubicBezTo>
                    <a:pt x="2689" y="8221"/>
                    <a:pt x="3437" y="8993"/>
                    <a:pt x="4195" y="8993"/>
                  </a:cubicBezTo>
                  <a:cubicBezTo>
                    <a:pt x="4522" y="8993"/>
                    <a:pt x="4850" y="8849"/>
                    <a:pt x="5078" y="8503"/>
                  </a:cubicBezTo>
                  <a:cubicBezTo>
                    <a:pt x="6537" y="6287"/>
                    <a:pt x="8188" y="2626"/>
                    <a:pt x="5438" y="602"/>
                  </a:cubicBezTo>
                  <a:cubicBezTo>
                    <a:pt x="4875" y="188"/>
                    <a:pt x="4211" y="0"/>
                    <a:pt x="35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2"/>
            <p:cNvSpPr/>
            <p:nvPr/>
          </p:nvSpPr>
          <p:spPr>
            <a:xfrm>
              <a:off x="1688575" y="4506825"/>
              <a:ext cx="60375" cy="62375"/>
            </a:xfrm>
            <a:custGeom>
              <a:rect b="b" l="l" r="r" t="t"/>
              <a:pathLst>
                <a:path extrusionOk="0" h="2495" w="2415">
                  <a:moveTo>
                    <a:pt x="1242" y="0"/>
                  </a:moveTo>
                  <a:cubicBezTo>
                    <a:pt x="1230" y="0"/>
                    <a:pt x="1219" y="1"/>
                    <a:pt x="1207" y="1"/>
                  </a:cubicBezTo>
                  <a:cubicBezTo>
                    <a:pt x="1005" y="10"/>
                    <a:pt x="807" y="63"/>
                    <a:pt x="629" y="158"/>
                  </a:cubicBezTo>
                  <a:cubicBezTo>
                    <a:pt x="403" y="277"/>
                    <a:pt x="150" y="585"/>
                    <a:pt x="103" y="841"/>
                  </a:cubicBezTo>
                  <a:cubicBezTo>
                    <a:pt x="93" y="897"/>
                    <a:pt x="83" y="952"/>
                    <a:pt x="73" y="1007"/>
                  </a:cubicBezTo>
                  <a:cubicBezTo>
                    <a:pt x="0" y="1417"/>
                    <a:pt x="50" y="1851"/>
                    <a:pt x="375" y="2151"/>
                  </a:cubicBezTo>
                  <a:cubicBezTo>
                    <a:pt x="605" y="2361"/>
                    <a:pt x="887" y="2495"/>
                    <a:pt x="1207" y="2495"/>
                  </a:cubicBezTo>
                  <a:cubicBezTo>
                    <a:pt x="1517" y="2490"/>
                    <a:pt x="1814" y="2367"/>
                    <a:pt x="2037" y="2151"/>
                  </a:cubicBezTo>
                  <a:cubicBezTo>
                    <a:pt x="2354" y="1833"/>
                    <a:pt x="2415" y="1430"/>
                    <a:pt x="2339" y="1007"/>
                  </a:cubicBezTo>
                  <a:cubicBezTo>
                    <a:pt x="2329" y="952"/>
                    <a:pt x="2319" y="897"/>
                    <a:pt x="2309" y="841"/>
                  </a:cubicBezTo>
                  <a:cubicBezTo>
                    <a:pt x="2267" y="605"/>
                    <a:pt x="2080" y="387"/>
                    <a:pt x="1900" y="247"/>
                  </a:cubicBezTo>
                  <a:cubicBezTo>
                    <a:pt x="1716" y="105"/>
                    <a:pt x="1480" y="0"/>
                    <a:pt x="1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p12"/>
          <p:cNvSpPr/>
          <p:nvPr/>
        </p:nvSpPr>
        <p:spPr>
          <a:xfrm>
            <a:off x="3562600" y="2371004"/>
            <a:ext cx="401886" cy="298579"/>
          </a:xfrm>
          <a:custGeom>
            <a:rect b="b" l="l" r="r" t="t"/>
            <a:pathLst>
              <a:path extrusionOk="0" h="196111" w="285532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 txBox="1"/>
          <p:nvPr>
            <p:ph type="title"/>
          </p:nvPr>
        </p:nvSpPr>
        <p:spPr>
          <a:xfrm>
            <a:off x="800975" y="2010025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525" name="Google Shape;525;p12"/>
          <p:cNvSpPr txBox="1"/>
          <p:nvPr>
            <p:ph idx="1" type="subTitle"/>
          </p:nvPr>
        </p:nvSpPr>
        <p:spPr>
          <a:xfrm>
            <a:off x="801101" y="2389868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Static estimate · Manual rules</a:t>
            </a:r>
            <a:endParaRPr/>
          </a:p>
        </p:txBody>
      </p:sp>
      <p:sp>
        <p:nvSpPr>
          <p:cNvPr id="526" name="Google Shape;526;p12"/>
          <p:cNvSpPr txBox="1"/>
          <p:nvPr>
            <p:ph idx="2" type="title"/>
          </p:nvPr>
        </p:nvSpPr>
        <p:spPr>
          <a:xfrm>
            <a:off x="5850883" y="2010025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Rule Baseline</a:t>
            </a:r>
            <a:endParaRPr/>
          </a:p>
        </p:txBody>
      </p:sp>
      <p:sp>
        <p:nvSpPr>
          <p:cNvPr id="527" name="Google Shape;527;p12"/>
          <p:cNvSpPr txBox="1"/>
          <p:nvPr>
            <p:ph idx="3" type="subTitle"/>
          </p:nvPr>
        </p:nvSpPr>
        <p:spPr>
          <a:xfrm>
            <a:off x="5850880" y="2389875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Simple rules · Averages</a:t>
            </a:r>
            <a:endParaRPr/>
          </a:p>
        </p:txBody>
      </p:sp>
      <p:sp>
        <p:nvSpPr>
          <p:cNvPr id="528" name="Google Shape;528;p12"/>
          <p:cNvSpPr txBox="1"/>
          <p:nvPr>
            <p:ph idx="4" type="title"/>
          </p:nvPr>
        </p:nvSpPr>
        <p:spPr>
          <a:xfrm>
            <a:off x="800975" y="3449700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Benchmark</a:t>
            </a:r>
            <a:endParaRPr/>
          </a:p>
        </p:txBody>
      </p:sp>
      <p:sp>
        <p:nvSpPr>
          <p:cNvPr id="529" name="Google Shape;529;p12"/>
          <p:cNvSpPr txBox="1"/>
          <p:nvPr>
            <p:ph idx="5" type="subTitle"/>
          </p:nvPr>
        </p:nvSpPr>
        <p:spPr>
          <a:xfrm>
            <a:off x="801101" y="3838273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Beat it, or stop</a:t>
            </a:r>
            <a:endParaRPr/>
          </a:p>
        </p:txBody>
      </p:sp>
      <p:sp>
        <p:nvSpPr>
          <p:cNvPr id="530" name="Google Shape;530;p12"/>
          <p:cNvSpPr txBox="1"/>
          <p:nvPr>
            <p:ph idx="6" type="title"/>
          </p:nvPr>
        </p:nvSpPr>
        <p:spPr>
          <a:xfrm>
            <a:off x="5850883" y="3449699"/>
            <a:ext cx="24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ML Costs</a:t>
            </a:r>
            <a:endParaRPr/>
          </a:p>
        </p:txBody>
      </p:sp>
      <p:sp>
        <p:nvSpPr>
          <p:cNvPr id="531" name="Google Shape;531;p12"/>
          <p:cNvSpPr txBox="1"/>
          <p:nvPr>
            <p:ph idx="7" type="subTitle"/>
          </p:nvPr>
        </p:nvSpPr>
        <p:spPr>
          <a:xfrm>
            <a:off x="5850880" y="3838276"/>
            <a:ext cx="24594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Data · Time · Experiments</a:t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3520525" y="3831400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5312158" y="3831400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5348620" y="3793204"/>
            <a:ext cx="401886" cy="298579"/>
          </a:xfrm>
          <a:custGeom>
            <a:rect b="b" l="l" r="r" t="t"/>
            <a:pathLst>
              <a:path extrusionOk="0" h="196111" w="285532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3"/>
          <p:cNvSpPr txBox="1"/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Traditional</a:t>
            </a:r>
            <a:endParaRPr/>
          </a:p>
        </p:txBody>
      </p:sp>
      <p:sp>
        <p:nvSpPr>
          <p:cNvPr id="540" name="Google Shape;540;p13"/>
          <p:cNvSpPr txBox="1"/>
          <p:nvPr>
            <p:ph idx="1" type="subTitle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Inputs + Patterns = Outputs</a:t>
            </a:r>
            <a:endParaRPr/>
          </a:p>
        </p:txBody>
      </p:sp>
      <p:sp>
        <p:nvSpPr>
          <p:cNvPr id="541" name="Google Shape;541;p13"/>
          <p:cNvSpPr txBox="1"/>
          <p:nvPr>
            <p:ph idx="2" type="title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542" name="Google Shape;542;p13"/>
          <p:cNvSpPr txBox="1"/>
          <p:nvPr>
            <p:ph idx="3" type="subTitle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Inputs + Outputs = Patterns</a:t>
            </a:r>
            <a:endParaRPr/>
          </a:p>
        </p:txBody>
      </p:sp>
      <p:sp>
        <p:nvSpPr>
          <p:cNvPr id="543" name="Google Shape;543;p13"/>
          <p:cNvSpPr txBox="1"/>
          <p:nvPr>
            <p:ph idx="4" type="title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Spam Filter</a:t>
            </a:r>
            <a:endParaRPr/>
          </a:p>
        </p:txBody>
      </p:sp>
      <p:sp>
        <p:nvSpPr>
          <p:cNvPr id="544" name="Google Shape;544;p13"/>
          <p:cNvSpPr txBox="1"/>
          <p:nvPr>
            <p:ph idx="5" type="subTitle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Write rules · Test · Repeat</a:t>
            </a:r>
            <a:endParaRPr/>
          </a:p>
        </p:txBody>
      </p:sp>
      <p:sp>
        <p:nvSpPr>
          <p:cNvPr id="545" name="Google Shape;545;p13"/>
          <p:cNvSpPr txBox="1"/>
          <p:nvPr>
            <p:ph idx="6" type="title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Rules Explode</a:t>
            </a:r>
            <a:endParaRPr/>
          </a:p>
        </p:txBody>
      </p:sp>
      <p:sp>
        <p:nvSpPr>
          <p:cNvPr id="546" name="Google Shape;546;p13"/>
          <p:cNvSpPr txBox="1"/>
          <p:nvPr>
            <p:ph idx="7" type="subTitle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New tricks · Endless updates</a:t>
            </a:r>
            <a:endParaRPr/>
          </a:p>
        </p:txBody>
      </p:sp>
      <p:sp>
        <p:nvSpPr>
          <p:cNvPr id="547" name="Google Shape;547;p13"/>
          <p:cNvSpPr txBox="1"/>
          <p:nvPr>
            <p:ph idx="8" type="title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Rules vs Learning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13"/>
          <p:cNvGrpSpPr/>
          <p:nvPr/>
        </p:nvGrpSpPr>
        <p:grpSpPr>
          <a:xfrm>
            <a:off x="1973772" y="3476292"/>
            <a:ext cx="391667" cy="370360"/>
            <a:chOff x="1055550" y="4082050"/>
            <a:chExt cx="241725" cy="228575"/>
          </a:xfrm>
        </p:grpSpPr>
        <p:sp>
          <p:nvSpPr>
            <p:cNvPr id="550" name="Google Shape;550;p13"/>
            <p:cNvSpPr/>
            <p:nvPr/>
          </p:nvSpPr>
          <p:spPr>
            <a:xfrm>
              <a:off x="1055550" y="4082050"/>
              <a:ext cx="241725" cy="228575"/>
            </a:xfrm>
            <a:custGeom>
              <a:rect b="b" l="l" r="r" t="t"/>
              <a:pathLst>
                <a:path extrusionOk="0" h="9143" w="9669">
                  <a:moveTo>
                    <a:pt x="6787" y="969"/>
                  </a:moveTo>
                  <a:cubicBezTo>
                    <a:pt x="6811" y="1326"/>
                    <a:pt x="6883" y="1683"/>
                    <a:pt x="6930" y="2040"/>
                  </a:cubicBezTo>
                  <a:cubicBezTo>
                    <a:pt x="6997" y="2604"/>
                    <a:pt x="6752" y="2729"/>
                    <a:pt x="6388" y="2729"/>
                  </a:cubicBezTo>
                  <a:cubicBezTo>
                    <a:pt x="6229" y="2729"/>
                    <a:pt x="6047" y="2705"/>
                    <a:pt x="5859" y="2683"/>
                  </a:cubicBezTo>
                  <a:cubicBezTo>
                    <a:pt x="5359" y="2622"/>
                    <a:pt x="4854" y="2591"/>
                    <a:pt x="4349" y="2591"/>
                  </a:cubicBezTo>
                  <a:cubicBezTo>
                    <a:pt x="3675" y="2591"/>
                    <a:pt x="3001" y="2646"/>
                    <a:pt x="2334" y="2755"/>
                  </a:cubicBezTo>
                  <a:cubicBezTo>
                    <a:pt x="2263" y="2207"/>
                    <a:pt x="2263" y="1635"/>
                    <a:pt x="2334" y="1088"/>
                  </a:cubicBezTo>
                  <a:cubicBezTo>
                    <a:pt x="3811" y="1088"/>
                    <a:pt x="5311" y="1040"/>
                    <a:pt x="6787" y="969"/>
                  </a:cubicBezTo>
                  <a:close/>
                  <a:moveTo>
                    <a:pt x="7936" y="920"/>
                  </a:moveTo>
                  <a:cubicBezTo>
                    <a:pt x="8235" y="920"/>
                    <a:pt x="8560" y="934"/>
                    <a:pt x="8597" y="1064"/>
                  </a:cubicBezTo>
                  <a:cubicBezTo>
                    <a:pt x="8645" y="1493"/>
                    <a:pt x="8645" y="1945"/>
                    <a:pt x="8574" y="2374"/>
                  </a:cubicBezTo>
                  <a:cubicBezTo>
                    <a:pt x="8550" y="2921"/>
                    <a:pt x="8550" y="3469"/>
                    <a:pt x="8597" y="4017"/>
                  </a:cubicBezTo>
                  <a:cubicBezTo>
                    <a:pt x="8669" y="4827"/>
                    <a:pt x="8716" y="5660"/>
                    <a:pt x="8716" y="6494"/>
                  </a:cubicBezTo>
                  <a:cubicBezTo>
                    <a:pt x="8716" y="6851"/>
                    <a:pt x="8716" y="7232"/>
                    <a:pt x="8693" y="7565"/>
                  </a:cubicBezTo>
                  <a:cubicBezTo>
                    <a:pt x="8645" y="8041"/>
                    <a:pt x="8621" y="8065"/>
                    <a:pt x="8121" y="8089"/>
                  </a:cubicBezTo>
                  <a:lnTo>
                    <a:pt x="7407" y="8113"/>
                  </a:lnTo>
                  <a:cubicBezTo>
                    <a:pt x="7216" y="7113"/>
                    <a:pt x="7835" y="5517"/>
                    <a:pt x="6930" y="4779"/>
                  </a:cubicBezTo>
                  <a:cubicBezTo>
                    <a:pt x="6677" y="4565"/>
                    <a:pt x="6333" y="4509"/>
                    <a:pt x="5984" y="4509"/>
                  </a:cubicBezTo>
                  <a:cubicBezTo>
                    <a:pt x="5710" y="4509"/>
                    <a:pt x="5433" y="4544"/>
                    <a:pt x="5192" y="4565"/>
                  </a:cubicBezTo>
                  <a:cubicBezTo>
                    <a:pt x="4287" y="4636"/>
                    <a:pt x="3430" y="4612"/>
                    <a:pt x="2548" y="4779"/>
                  </a:cubicBezTo>
                  <a:cubicBezTo>
                    <a:pt x="2310" y="4850"/>
                    <a:pt x="2167" y="5112"/>
                    <a:pt x="2239" y="5350"/>
                  </a:cubicBezTo>
                  <a:cubicBezTo>
                    <a:pt x="2334" y="6303"/>
                    <a:pt x="2382" y="7279"/>
                    <a:pt x="2334" y="8232"/>
                  </a:cubicBezTo>
                  <a:cubicBezTo>
                    <a:pt x="1905" y="8232"/>
                    <a:pt x="1477" y="8232"/>
                    <a:pt x="1024" y="8208"/>
                  </a:cubicBezTo>
                  <a:cubicBezTo>
                    <a:pt x="1024" y="5827"/>
                    <a:pt x="929" y="3469"/>
                    <a:pt x="929" y="1112"/>
                  </a:cubicBezTo>
                  <a:lnTo>
                    <a:pt x="1405" y="1112"/>
                  </a:lnTo>
                  <a:cubicBezTo>
                    <a:pt x="1382" y="1897"/>
                    <a:pt x="1286" y="2683"/>
                    <a:pt x="1548" y="3445"/>
                  </a:cubicBezTo>
                  <a:cubicBezTo>
                    <a:pt x="1607" y="3642"/>
                    <a:pt x="1796" y="3773"/>
                    <a:pt x="1994" y="3773"/>
                  </a:cubicBezTo>
                  <a:cubicBezTo>
                    <a:pt x="2036" y="3773"/>
                    <a:pt x="2078" y="3767"/>
                    <a:pt x="2120" y="3755"/>
                  </a:cubicBezTo>
                  <a:cubicBezTo>
                    <a:pt x="2697" y="3594"/>
                    <a:pt x="3282" y="3554"/>
                    <a:pt x="3870" y="3554"/>
                  </a:cubicBezTo>
                  <a:cubicBezTo>
                    <a:pt x="4325" y="3554"/>
                    <a:pt x="4782" y="3578"/>
                    <a:pt x="5239" y="3588"/>
                  </a:cubicBezTo>
                  <a:cubicBezTo>
                    <a:pt x="5626" y="3605"/>
                    <a:pt x="6084" y="3693"/>
                    <a:pt x="6513" y="3693"/>
                  </a:cubicBezTo>
                  <a:cubicBezTo>
                    <a:pt x="6691" y="3693"/>
                    <a:pt x="6865" y="3678"/>
                    <a:pt x="7026" y="3636"/>
                  </a:cubicBezTo>
                  <a:cubicBezTo>
                    <a:pt x="8240" y="3302"/>
                    <a:pt x="7788" y="1874"/>
                    <a:pt x="7692" y="921"/>
                  </a:cubicBezTo>
                  <a:cubicBezTo>
                    <a:pt x="7766" y="921"/>
                    <a:pt x="7850" y="920"/>
                    <a:pt x="7936" y="920"/>
                  </a:cubicBezTo>
                  <a:close/>
                  <a:moveTo>
                    <a:pt x="5422" y="5406"/>
                  </a:moveTo>
                  <a:cubicBezTo>
                    <a:pt x="5955" y="5406"/>
                    <a:pt x="6370" y="5470"/>
                    <a:pt x="6430" y="5660"/>
                  </a:cubicBezTo>
                  <a:cubicBezTo>
                    <a:pt x="6668" y="6446"/>
                    <a:pt x="6383" y="7327"/>
                    <a:pt x="6478" y="8137"/>
                  </a:cubicBezTo>
                  <a:lnTo>
                    <a:pt x="6502" y="8137"/>
                  </a:lnTo>
                  <a:cubicBezTo>
                    <a:pt x="5406" y="8184"/>
                    <a:pt x="4335" y="8232"/>
                    <a:pt x="3263" y="8232"/>
                  </a:cubicBezTo>
                  <a:cubicBezTo>
                    <a:pt x="3287" y="7351"/>
                    <a:pt x="3263" y="6470"/>
                    <a:pt x="3168" y="5612"/>
                  </a:cubicBezTo>
                  <a:cubicBezTo>
                    <a:pt x="3721" y="5529"/>
                    <a:pt x="4684" y="5406"/>
                    <a:pt x="5422" y="5406"/>
                  </a:cubicBezTo>
                  <a:close/>
                  <a:moveTo>
                    <a:pt x="7764" y="0"/>
                  </a:moveTo>
                  <a:cubicBezTo>
                    <a:pt x="7063" y="0"/>
                    <a:pt x="6347" y="111"/>
                    <a:pt x="5644" y="111"/>
                  </a:cubicBezTo>
                  <a:cubicBezTo>
                    <a:pt x="3906" y="111"/>
                    <a:pt x="2191" y="183"/>
                    <a:pt x="453" y="183"/>
                  </a:cubicBezTo>
                  <a:cubicBezTo>
                    <a:pt x="334" y="183"/>
                    <a:pt x="238" y="230"/>
                    <a:pt x="143" y="302"/>
                  </a:cubicBezTo>
                  <a:cubicBezTo>
                    <a:pt x="48" y="373"/>
                    <a:pt x="0" y="516"/>
                    <a:pt x="0" y="635"/>
                  </a:cubicBezTo>
                  <a:cubicBezTo>
                    <a:pt x="0" y="3326"/>
                    <a:pt x="119" y="5993"/>
                    <a:pt x="119" y="8637"/>
                  </a:cubicBezTo>
                  <a:cubicBezTo>
                    <a:pt x="119" y="8899"/>
                    <a:pt x="334" y="9113"/>
                    <a:pt x="572" y="9113"/>
                  </a:cubicBezTo>
                  <a:cubicBezTo>
                    <a:pt x="1018" y="9134"/>
                    <a:pt x="1465" y="9143"/>
                    <a:pt x="1911" y="9143"/>
                  </a:cubicBezTo>
                  <a:cubicBezTo>
                    <a:pt x="2989" y="9143"/>
                    <a:pt x="4066" y="9092"/>
                    <a:pt x="5144" y="9042"/>
                  </a:cubicBezTo>
                  <a:cubicBezTo>
                    <a:pt x="5906" y="9018"/>
                    <a:pt x="6668" y="8994"/>
                    <a:pt x="7430" y="8994"/>
                  </a:cubicBezTo>
                  <a:cubicBezTo>
                    <a:pt x="7657" y="8994"/>
                    <a:pt x="7954" y="9030"/>
                    <a:pt x="8246" y="9030"/>
                  </a:cubicBezTo>
                  <a:cubicBezTo>
                    <a:pt x="8538" y="9030"/>
                    <a:pt x="8824" y="8994"/>
                    <a:pt x="9026" y="8851"/>
                  </a:cubicBezTo>
                  <a:cubicBezTo>
                    <a:pt x="9621" y="8446"/>
                    <a:pt x="9621" y="7732"/>
                    <a:pt x="9645" y="7065"/>
                  </a:cubicBezTo>
                  <a:cubicBezTo>
                    <a:pt x="9669" y="6041"/>
                    <a:pt x="9645" y="5017"/>
                    <a:pt x="9550" y="3993"/>
                  </a:cubicBezTo>
                  <a:cubicBezTo>
                    <a:pt x="9502" y="3255"/>
                    <a:pt x="9502" y="2493"/>
                    <a:pt x="9526" y="1731"/>
                  </a:cubicBezTo>
                  <a:cubicBezTo>
                    <a:pt x="9574" y="921"/>
                    <a:pt x="9478" y="230"/>
                    <a:pt x="8574" y="64"/>
                  </a:cubicBezTo>
                  <a:cubicBezTo>
                    <a:pt x="8307" y="17"/>
                    <a:pt x="8036" y="0"/>
                    <a:pt x="77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1187125" y="4233225"/>
              <a:ext cx="13825" cy="42325"/>
            </a:xfrm>
            <a:custGeom>
              <a:rect b="b" l="l" r="r" t="t"/>
              <a:pathLst>
                <a:path extrusionOk="0" h="1693" w="553">
                  <a:moveTo>
                    <a:pt x="289" y="0"/>
                  </a:moveTo>
                  <a:cubicBezTo>
                    <a:pt x="191" y="0"/>
                    <a:pt x="96" y="54"/>
                    <a:pt x="72" y="161"/>
                  </a:cubicBezTo>
                  <a:cubicBezTo>
                    <a:pt x="0" y="613"/>
                    <a:pt x="0" y="1066"/>
                    <a:pt x="72" y="1518"/>
                  </a:cubicBezTo>
                  <a:cubicBezTo>
                    <a:pt x="100" y="1641"/>
                    <a:pt x="184" y="1692"/>
                    <a:pt x="273" y="1692"/>
                  </a:cubicBezTo>
                  <a:cubicBezTo>
                    <a:pt x="408" y="1692"/>
                    <a:pt x="553" y="1572"/>
                    <a:pt x="524" y="1399"/>
                  </a:cubicBezTo>
                  <a:cubicBezTo>
                    <a:pt x="453" y="994"/>
                    <a:pt x="453" y="566"/>
                    <a:pt x="524" y="161"/>
                  </a:cubicBezTo>
                  <a:cubicBezTo>
                    <a:pt x="488" y="54"/>
                    <a:pt x="387" y="0"/>
                    <a:pt x="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13"/>
          <p:cNvGrpSpPr/>
          <p:nvPr/>
        </p:nvGrpSpPr>
        <p:grpSpPr>
          <a:xfrm>
            <a:off x="1952535" y="1935834"/>
            <a:ext cx="434159" cy="412002"/>
            <a:chOff x="4536025" y="2809375"/>
            <a:chExt cx="267950" cy="254275"/>
          </a:xfrm>
        </p:grpSpPr>
        <p:sp>
          <p:nvSpPr>
            <p:cNvPr id="553" name="Google Shape;553;p13"/>
            <p:cNvSpPr/>
            <p:nvPr/>
          </p:nvSpPr>
          <p:spPr>
            <a:xfrm>
              <a:off x="4593300" y="2809375"/>
              <a:ext cx="171375" cy="93075"/>
            </a:xfrm>
            <a:custGeom>
              <a:rect b="b" l="l" r="r" t="t"/>
              <a:pathLst>
                <a:path extrusionOk="0" h="3723" w="6855">
                  <a:moveTo>
                    <a:pt x="5783" y="2389"/>
                  </a:moveTo>
                  <a:cubicBezTo>
                    <a:pt x="5831" y="2508"/>
                    <a:pt x="5854" y="2628"/>
                    <a:pt x="5854" y="2747"/>
                  </a:cubicBezTo>
                  <a:lnTo>
                    <a:pt x="5497" y="2723"/>
                  </a:lnTo>
                  <a:cubicBezTo>
                    <a:pt x="5592" y="2628"/>
                    <a:pt x="5688" y="2508"/>
                    <a:pt x="5783" y="2389"/>
                  </a:cubicBezTo>
                  <a:close/>
                  <a:moveTo>
                    <a:pt x="2880" y="1"/>
                  </a:moveTo>
                  <a:cubicBezTo>
                    <a:pt x="2805" y="1"/>
                    <a:pt x="2733" y="11"/>
                    <a:pt x="2663" y="32"/>
                  </a:cubicBezTo>
                  <a:cubicBezTo>
                    <a:pt x="1615" y="389"/>
                    <a:pt x="806" y="1818"/>
                    <a:pt x="234" y="2699"/>
                  </a:cubicBezTo>
                  <a:cubicBezTo>
                    <a:pt x="1" y="3049"/>
                    <a:pt x="327" y="3387"/>
                    <a:pt x="651" y="3387"/>
                  </a:cubicBezTo>
                  <a:cubicBezTo>
                    <a:pt x="789" y="3387"/>
                    <a:pt x="927" y="3325"/>
                    <a:pt x="1020" y="3175"/>
                  </a:cubicBezTo>
                  <a:cubicBezTo>
                    <a:pt x="1496" y="2413"/>
                    <a:pt x="2044" y="1699"/>
                    <a:pt x="2663" y="1080"/>
                  </a:cubicBezTo>
                  <a:cubicBezTo>
                    <a:pt x="2714" y="1035"/>
                    <a:pt x="2776" y="1015"/>
                    <a:pt x="2848" y="1015"/>
                  </a:cubicBezTo>
                  <a:cubicBezTo>
                    <a:pt x="3314" y="1015"/>
                    <a:pt x="4165" y="1864"/>
                    <a:pt x="4640" y="2318"/>
                  </a:cubicBezTo>
                  <a:cubicBezTo>
                    <a:pt x="4497" y="2485"/>
                    <a:pt x="4330" y="2628"/>
                    <a:pt x="4163" y="2794"/>
                  </a:cubicBezTo>
                  <a:cubicBezTo>
                    <a:pt x="3830" y="3080"/>
                    <a:pt x="4116" y="3532"/>
                    <a:pt x="4497" y="3580"/>
                  </a:cubicBezTo>
                  <a:cubicBezTo>
                    <a:pt x="5116" y="3628"/>
                    <a:pt x="5735" y="3675"/>
                    <a:pt x="6354" y="3723"/>
                  </a:cubicBezTo>
                  <a:cubicBezTo>
                    <a:pt x="6593" y="3723"/>
                    <a:pt x="6807" y="3509"/>
                    <a:pt x="6807" y="3247"/>
                  </a:cubicBezTo>
                  <a:cubicBezTo>
                    <a:pt x="6855" y="2556"/>
                    <a:pt x="6664" y="1865"/>
                    <a:pt x="6283" y="1294"/>
                  </a:cubicBezTo>
                  <a:cubicBezTo>
                    <a:pt x="6235" y="1246"/>
                    <a:pt x="6188" y="1199"/>
                    <a:pt x="6116" y="1151"/>
                  </a:cubicBezTo>
                  <a:cubicBezTo>
                    <a:pt x="6045" y="1079"/>
                    <a:pt x="5955" y="1047"/>
                    <a:pt x="5867" y="1047"/>
                  </a:cubicBezTo>
                  <a:cubicBezTo>
                    <a:pt x="5751" y="1047"/>
                    <a:pt x="5636" y="1104"/>
                    <a:pt x="5569" y="1199"/>
                  </a:cubicBezTo>
                  <a:lnTo>
                    <a:pt x="5235" y="1604"/>
                  </a:lnTo>
                  <a:cubicBezTo>
                    <a:pt x="4628" y="1039"/>
                    <a:pt x="3644" y="1"/>
                    <a:pt x="28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4536025" y="2912700"/>
              <a:ext cx="128025" cy="128525"/>
            </a:xfrm>
            <a:custGeom>
              <a:rect b="b" l="l" r="r" t="t"/>
              <a:pathLst>
                <a:path extrusionOk="0" h="5141" w="5121">
                  <a:moveTo>
                    <a:pt x="1596" y="1090"/>
                  </a:moveTo>
                  <a:cubicBezTo>
                    <a:pt x="1644" y="1209"/>
                    <a:pt x="1692" y="1328"/>
                    <a:pt x="1715" y="1448"/>
                  </a:cubicBezTo>
                  <a:cubicBezTo>
                    <a:pt x="1573" y="1376"/>
                    <a:pt x="1430" y="1352"/>
                    <a:pt x="1287" y="1305"/>
                  </a:cubicBezTo>
                  <a:cubicBezTo>
                    <a:pt x="1382" y="1209"/>
                    <a:pt x="1501" y="1138"/>
                    <a:pt x="1596" y="1090"/>
                  </a:cubicBezTo>
                  <a:close/>
                  <a:moveTo>
                    <a:pt x="1898" y="0"/>
                  </a:moveTo>
                  <a:cubicBezTo>
                    <a:pt x="1854" y="0"/>
                    <a:pt x="1809" y="6"/>
                    <a:pt x="1763" y="19"/>
                  </a:cubicBezTo>
                  <a:cubicBezTo>
                    <a:pt x="1096" y="304"/>
                    <a:pt x="453" y="638"/>
                    <a:pt x="72" y="1305"/>
                  </a:cubicBezTo>
                  <a:cubicBezTo>
                    <a:pt x="1" y="1448"/>
                    <a:pt x="1" y="1614"/>
                    <a:pt x="72" y="1733"/>
                  </a:cubicBezTo>
                  <a:cubicBezTo>
                    <a:pt x="144" y="1852"/>
                    <a:pt x="239" y="1948"/>
                    <a:pt x="382" y="1971"/>
                  </a:cubicBezTo>
                  <a:lnTo>
                    <a:pt x="810" y="2114"/>
                  </a:lnTo>
                  <a:cubicBezTo>
                    <a:pt x="549" y="3043"/>
                    <a:pt x="72" y="4162"/>
                    <a:pt x="1025" y="4829"/>
                  </a:cubicBezTo>
                  <a:cubicBezTo>
                    <a:pt x="1430" y="5091"/>
                    <a:pt x="2096" y="5091"/>
                    <a:pt x="2573" y="5115"/>
                  </a:cubicBezTo>
                  <a:cubicBezTo>
                    <a:pt x="2810" y="5133"/>
                    <a:pt x="3048" y="5137"/>
                    <a:pt x="3286" y="5137"/>
                  </a:cubicBezTo>
                  <a:cubicBezTo>
                    <a:pt x="3548" y="5137"/>
                    <a:pt x="3810" y="5132"/>
                    <a:pt x="4076" y="5132"/>
                  </a:cubicBezTo>
                  <a:cubicBezTo>
                    <a:pt x="4225" y="5132"/>
                    <a:pt x="4374" y="5133"/>
                    <a:pt x="4526" y="5139"/>
                  </a:cubicBezTo>
                  <a:cubicBezTo>
                    <a:pt x="4540" y="5140"/>
                    <a:pt x="4555" y="5141"/>
                    <a:pt x="4569" y="5141"/>
                  </a:cubicBezTo>
                  <a:cubicBezTo>
                    <a:pt x="5121" y="5141"/>
                    <a:pt x="5106" y="4257"/>
                    <a:pt x="4526" y="4234"/>
                  </a:cubicBezTo>
                  <a:cubicBezTo>
                    <a:pt x="3692" y="4186"/>
                    <a:pt x="2882" y="4234"/>
                    <a:pt x="2049" y="4162"/>
                  </a:cubicBezTo>
                  <a:cubicBezTo>
                    <a:pt x="1525" y="4115"/>
                    <a:pt x="1311" y="3972"/>
                    <a:pt x="1406" y="3424"/>
                  </a:cubicBezTo>
                  <a:cubicBezTo>
                    <a:pt x="1477" y="3091"/>
                    <a:pt x="1596" y="2757"/>
                    <a:pt x="1715" y="2424"/>
                  </a:cubicBezTo>
                  <a:cubicBezTo>
                    <a:pt x="1882" y="2495"/>
                    <a:pt x="2073" y="2567"/>
                    <a:pt x="2239" y="2638"/>
                  </a:cubicBezTo>
                  <a:cubicBezTo>
                    <a:pt x="2309" y="2673"/>
                    <a:pt x="2384" y="2689"/>
                    <a:pt x="2459" y="2689"/>
                  </a:cubicBezTo>
                  <a:cubicBezTo>
                    <a:pt x="2744" y="2689"/>
                    <a:pt x="3019" y="2454"/>
                    <a:pt x="2906" y="2114"/>
                  </a:cubicBezTo>
                  <a:cubicBezTo>
                    <a:pt x="2716" y="1519"/>
                    <a:pt x="2525" y="924"/>
                    <a:pt x="2335" y="328"/>
                  </a:cubicBezTo>
                  <a:cubicBezTo>
                    <a:pt x="2276" y="132"/>
                    <a:pt x="2103" y="0"/>
                    <a:pt x="18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4675950" y="2919025"/>
              <a:ext cx="128025" cy="144625"/>
            </a:xfrm>
            <a:custGeom>
              <a:rect b="b" l="l" r="r" t="t"/>
              <a:pathLst>
                <a:path extrusionOk="0" h="5785" w="5121">
                  <a:moveTo>
                    <a:pt x="1524" y="4124"/>
                  </a:moveTo>
                  <a:cubicBezTo>
                    <a:pt x="1524" y="4267"/>
                    <a:pt x="1500" y="4433"/>
                    <a:pt x="1500" y="4576"/>
                  </a:cubicBezTo>
                  <a:cubicBezTo>
                    <a:pt x="1405" y="4505"/>
                    <a:pt x="1310" y="4409"/>
                    <a:pt x="1215" y="4314"/>
                  </a:cubicBezTo>
                  <a:lnTo>
                    <a:pt x="1524" y="4124"/>
                  </a:lnTo>
                  <a:close/>
                  <a:moveTo>
                    <a:pt x="3794" y="1"/>
                  </a:moveTo>
                  <a:cubicBezTo>
                    <a:pt x="3517" y="1"/>
                    <a:pt x="3215" y="239"/>
                    <a:pt x="3287" y="599"/>
                  </a:cubicBezTo>
                  <a:cubicBezTo>
                    <a:pt x="3453" y="1433"/>
                    <a:pt x="3739" y="2219"/>
                    <a:pt x="3858" y="3076"/>
                  </a:cubicBezTo>
                  <a:cubicBezTo>
                    <a:pt x="3930" y="3624"/>
                    <a:pt x="3739" y="3766"/>
                    <a:pt x="3191" y="3790"/>
                  </a:cubicBezTo>
                  <a:cubicBezTo>
                    <a:pt x="3112" y="3798"/>
                    <a:pt x="3033" y="3801"/>
                    <a:pt x="2953" y="3801"/>
                  </a:cubicBezTo>
                  <a:cubicBezTo>
                    <a:pt x="2794" y="3801"/>
                    <a:pt x="2636" y="3790"/>
                    <a:pt x="2477" y="3790"/>
                  </a:cubicBezTo>
                  <a:cubicBezTo>
                    <a:pt x="2501" y="3624"/>
                    <a:pt x="2525" y="3481"/>
                    <a:pt x="2548" y="3338"/>
                  </a:cubicBezTo>
                  <a:cubicBezTo>
                    <a:pt x="2623" y="3020"/>
                    <a:pt x="2390" y="2747"/>
                    <a:pt x="2114" y="2747"/>
                  </a:cubicBezTo>
                  <a:cubicBezTo>
                    <a:pt x="2038" y="2747"/>
                    <a:pt x="1959" y="2768"/>
                    <a:pt x="1882" y="2814"/>
                  </a:cubicBezTo>
                  <a:cubicBezTo>
                    <a:pt x="1358" y="3147"/>
                    <a:pt x="834" y="3481"/>
                    <a:pt x="310" y="3814"/>
                  </a:cubicBezTo>
                  <a:cubicBezTo>
                    <a:pt x="72" y="3933"/>
                    <a:pt x="0" y="4219"/>
                    <a:pt x="143" y="4433"/>
                  </a:cubicBezTo>
                  <a:cubicBezTo>
                    <a:pt x="596" y="5029"/>
                    <a:pt x="1072" y="5553"/>
                    <a:pt x="1810" y="5767"/>
                  </a:cubicBezTo>
                  <a:cubicBezTo>
                    <a:pt x="1852" y="5779"/>
                    <a:pt x="1895" y="5785"/>
                    <a:pt x="1938" y="5785"/>
                  </a:cubicBezTo>
                  <a:cubicBezTo>
                    <a:pt x="2066" y="5785"/>
                    <a:pt x="2191" y="5731"/>
                    <a:pt x="2263" y="5624"/>
                  </a:cubicBezTo>
                  <a:cubicBezTo>
                    <a:pt x="2334" y="5529"/>
                    <a:pt x="2382" y="5433"/>
                    <a:pt x="2405" y="5314"/>
                  </a:cubicBezTo>
                  <a:lnTo>
                    <a:pt x="2405" y="4719"/>
                  </a:lnTo>
                  <a:cubicBezTo>
                    <a:pt x="2634" y="4732"/>
                    <a:pt x="2882" y="4748"/>
                    <a:pt x="3129" y="4748"/>
                  </a:cubicBezTo>
                  <a:cubicBezTo>
                    <a:pt x="3805" y="4748"/>
                    <a:pt x="4471" y="4627"/>
                    <a:pt x="4715" y="3981"/>
                  </a:cubicBezTo>
                  <a:cubicBezTo>
                    <a:pt x="5120" y="2862"/>
                    <a:pt x="4406" y="1409"/>
                    <a:pt x="4192" y="337"/>
                  </a:cubicBezTo>
                  <a:cubicBezTo>
                    <a:pt x="4145" y="102"/>
                    <a:pt x="3975" y="1"/>
                    <a:pt x="37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13"/>
          <p:cNvSpPr/>
          <p:nvPr/>
        </p:nvSpPr>
        <p:spPr>
          <a:xfrm>
            <a:off x="5232373" y="1947187"/>
            <a:ext cx="417754" cy="389277"/>
          </a:xfrm>
          <a:custGeom>
            <a:rect b="b" l="l" r="r" t="t"/>
            <a:pathLst>
              <a:path extrusionOk="0" h="9610" w="10313">
                <a:moveTo>
                  <a:pt x="4869" y="904"/>
                </a:moveTo>
                <a:cubicBezTo>
                  <a:pt x="5298" y="904"/>
                  <a:pt x="5750" y="967"/>
                  <a:pt x="6002" y="1303"/>
                </a:cubicBezTo>
                <a:cubicBezTo>
                  <a:pt x="6169" y="1565"/>
                  <a:pt x="6312" y="1874"/>
                  <a:pt x="6359" y="2184"/>
                </a:cubicBezTo>
                <a:cubicBezTo>
                  <a:pt x="6002" y="2208"/>
                  <a:pt x="5645" y="2232"/>
                  <a:pt x="5311" y="2232"/>
                </a:cubicBezTo>
                <a:cubicBezTo>
                  <a:pt x="4454" y="2232"/>
                  <a:pt x="3621" y="2255"/>
                  <a:pt x="2787" y="2279"/>
                </a:cubicBezTo>
                <a:cubicBezTo>
                  <a:pt x="2906" y="1422"/>
                  <a:pt x="3359" y="993"/>
                  <a:pt x="4359" y="922"/>
                </a:cubicBezTo>
                <a:cubicBezTo>
                  <a:pt x="4514" y="915"/>
                  <a:pt x="4689" y="904"/>
                  <a:pt x="4869" y="904"/>
                </a:cubicBezTo>
                <a:close/>
                <a:moveTo>
                  <a:pt x="7963" y="3027"/>
                </a:moveTo>
                <a:cubicBezTo>
                  <a:pt x="8293" y="3027"/>
                  <a:pt x="8561" y="3065"/>
                  <a:pt x="8598" y="3184"/>
                </a:cubicBezTo>
                <a:cubicBezTo>
                  <a:pt x="8669" y="3589"/>
                  <a:pt x="8669" y="4018"/>
                  <a:pt x="8598" y="4423"/>
                </a:cubicBezTo>
                <a:cubicBezTo>
                  <a:pt x="7764" y="4970"/>
                  <a:pt x="6836" y="5375"/>
                  <a:pt x="5859" y="5566"/>
                </a:cubicBezTo>
                <a:cubicBezTo>
                  <a:pt x="5815" y="5367"/>
                  <a:pt x="5648" y="5230"/>
                  <a:pt x="5472" y="5230"/>
                </a:cubicBezTo>
                <a:cubicBezTo>
                  <a:pt x="5458" y="5230"/>
                  <a:pt x="5444" y="5231"/>
                  <a:pt x="5431" y="5232"/>
                </a:cubicBezTo>
                <a:cubicBezTo>
                  <a:pt x="5263" y="5222"/>
                  <a:pt x="5091" y="5217"/>
                  <a:pt x="4919" y="5217"/>
                </a:cubicBezTo>
                <a:cubicBezTo>
                  <a:pt x="4675" y="5217"/>
                  <a:pt x="4429" y="5228"/>
                  <a:pt x="4192" y="5256"/>
                </a:cubicBezTo>
                <a:cubicBezTo>
                  <a:pt x="3978" y="5256"/>
                  <a:pt x="3811" y="5399"/>
                  <a:pt x="3740" y="5613"/>
                </a:cubicBezTo>
                <a:cubicBezTo>
                  <a:pt x="2763" y="5399"/>
                  <a:pt x="1835" y="5089"/>
                  <a:pt x="930" y="4637"/>
                </a:cubicBezTo>
                <a:cubicBezTo>
                  <a:pt x="930" y="4161"/>
                  <a:pt x="906" y="3708"/>
                  <a:pt x="906" y="3232"/>
                </a:cubicBezTo>
                <a:cubicBezTo>
                  <a:pt x="1668" y="3232"/>
                  <a:pt x="2430" y="3239"/>
                  <a:pt x="3190" y="3239"/>
                </a:cubicBezTo>
                <a:cubicBezTo>
                  <a:pt x="4331" y="3239"/>
                  <a:pt x="5469" y="3222"/>
                  <a:pt x="6597" y="3137"/>
                </a:cubicBezTo>
                <a:cubicBezTo>
                  <a:pt x="6758" y="3122"/>
                  <a:pt x="7439" y="3027"/>
                  <a:pt x="7963" y="3027"/>
                </a:cubicBezTo>
                <a:close/>
                <a:moveTo>
                  <a:pt x="8598" y="5518"/>
                </a:moveTo>
                <a:cubicBezTo>
                  <a:pt x="8622" y="6113"/>
                  <a:pt x="8693" y="6685"/>
                  <a:pt x="8717" y="7280"/>
                </a:cubicBezTo>
                <a:cubicBezTo>
                  <a:pt x="8741" y="7614"/>
                  <a:pt x="8717" y="7971"/>
                  <a:pt x="8669" y="8304"/>
                </a:cubicBezTo>
                <a:cubicBezTo>
                  <a:pt x="8620" y="8524"/>
                  <a:pt x="8377" y="8581"/>
                  <a:pt x="8106" y="8581"/>
                </a:cubicBezTo>
                <a:cubicBezTo>
                  <a:pt x="7850" y="8581"/>
                  <a:pt x="7569" y="8530"/>
                  <a:pt x="7407" y="8519"/>
                </a:cubicBezTo>
                <a:cubicBezTo>
                  <a:pt x="7228" y="8515"/>
                  <a:pt x="7050" y="8513"/>
                  <a:pt x="6871" y="8513"/>
                </a:cubicBezTo>
                <a:cubicBezTo>
                  <a:pt x="5187" y="8513"/>
                  <a:pt x="3502" y="8674"/>
                  <a:pt x="1804" y="8674"/>
                </a:cubicBezTo>
                <a:cubicBezTo>
                  <a:pt x="1545" y="8674"/>
                  <a:pt x="1285" y="8670"/>
                  <a:pt x="1025" y="8662"/>
                </a:cubicBezTo>
                <a:cubicBezTo>
                  <a:pt x="1025" y="7661"/>
                  <a:pt x="1001" y="6661"/>
                  <a:pt x="977" y="5637"/>
                </a:cubicBezTo>
                <a:lnTo>
                  <a:pt x="977" y="5637"/>
                </a:lnTo>
                <a:cubicBezTo>
                  <a:pt x="1858" y="6042"/>
                  <a:pt x="2811" y="6352"/>
                  <a:pt x="3764" y="6518"/>
                </a:cubicBezTo>
                <a:cubicBezTo>
                  <a:pt x="3611" y="6824"/>
                  <a:pt x="3838" y="7170"/>
                  <a:pt x="4171" y="7170"/>
                </a:cubicBezTo>
                <a:cubicBezTo>
                  <a:pt x="4201" y="7170"/>
                  <a:pt x="4232" y="7167"/>
                  <a:pt x="4264" y="7161"/>
                </a:cubicBezTo>
                <a:lnTo>
                  <a:pt x="5407" y="7161"/>
                </a:lnTo>
                <a:cubicBezTo>
                  <a:pt x="5428" y="7164"/>
                  <a:pt x="5450" y="7166"/>
                  <a:pt x="5471" y="7166"/>
                </a:cubicBezTo>
                <a:cubicBezTo>
                  <a:pt x="5794" y="7166"/>
                  <a:pt x="6017" y="6831"/>
                  <a:pt x="5883" y="6518"/>
                </a:cubicBezTo>
                <a:cubicBezTo>
                  <a:pt x="6836" y="6352"/>
                  <a:pt x="7741" y="5994"/>
                  <a:pt x="8598" y="5518"/>
                </a:cubicBezTo>
                <a:close/>
                <a:moveTo>
                  <a:pt x="4966" y="0"/>
                </a:moveTo>
                <a:cubicBezTo>
                  <a:pt x="4754" y="0"/>
                  <a:pt x="4548" y="10"/>
                  <a:pt x="4359" y="17"/>
                </a:cubicBezTo>
                <a:cubicBezTo>
                  <a:pt x="2811" y="65"/>
                  <a:pt x="2025" y="898"/>
                  <a:pt x="1858" y="2303"/>
                </a:cubicBezTo>
                <a:lnTo>
                  <a:pt x="453" y="2303"/>
                </a:lnTo>
                <a:cubicBezTo>
                  <a:pt x="334" y="2303"/>
                  <a:pt x="239" y="2351"/>
                  <a:pt x="168" y="2422"/>
                </a:cubicBezTo>
                <a:cubicBezTo>
                  <a:pt x="48" y="2494"/>
                  <a:pt x="1" y="2637"/>
                  <a:pt x="1" y="2756"/>
                </a:cubicBezTo>
                <a:cubicBezTo>
                  <a:pt x="1" y="4875"/>
                  <a:pt x="120" y="6995"/>
                  <a:pt x="120" y="9114"/>
                </a:cubicBezTo>
                <a:cubicBezTo>
                  <a:pt x="120" y="9352"/>
                  <a:pt x="310" y="9566"/>
                  <a:pt x="572" y="9590"/>
                </a:cubicBezTo>
                <a:cubicBezTo>
                  <a:pt x="965" y="9604"/>
                  <a:pt x="1359" y="9609"/>
                  <a:pt x="1754" y="9609"/>
                </a:cubicBezTo>
                <a:cubicBezTo>
                  <a:pt x="2774" y="9609"/>
                  <a:pt x="3799" y="9570"/>
                  <a:pt x="4811" y="9519"/>
                </a:cubicBezTo>
                <a:cubicBezTo>
                  <a:pt x="4999" y="9511"/>
                  <a:pt x="5190" y="9509"/>
                  <a:pt x="5382" y="9509"/>
                </a:cubicBezTo>
                <a:cubicBezTo>
                  <a:pt x="5928" y="9509"/>
                  <a:pt x="6491" y="9531"/>
                  <a:pt x="7048" y="9531"/>
                </a:cubicBezTo>
                <a:cubicBezTo>
                  <a:pt x="7542" y="9531"/>
                  <a:pt x="8031" y="9513"/>
                  <a:pt x="8503" y="9447"/>
                </a:cubicBezTo>
                <a:cubicBezTo>
                  <a:pt x="10313" y="9209"/>
                  <a:pt x="9574" y="6423"/>
                  <a:pt x="9479" y="5208"/>
                </a:cubicBezTo>
                <a:cubicBezTo>
                  <a:pt x="9431" y="4446"/>
                  <a:pt x="9598" y="3708"/>
                  <a:pt x="9479" y="2946"/>
                </a:cubicBezTo>
                <a:cubicBezTo>
                  <a:pt x="9384" y="2255"/>
                  <a:pt x="8622" y="2184"/>
                  <a:pt x="8074" y="2136"/>
                </a:cubicBezTo>
                <a:lnTo>
                  <a:pt x="7288" y="2136"/>
                </a:lnTo>
                <a:cubicBezTo>
                  <a:pt x="7121" y="1541"/>
                  <a:pt x="6955" y="946"/>
                  <a:pt x="6502" y="469"/>
                </a:cubicBezTo>
                <a:cubicBezTo>
                  <a:pt x="6122" y="71"/>
                  <a:pt x="5527" y="0"/>
                  <a:pt x="49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13"/>
          <p:cNvGrpSpPr/>
          <p:nvPr/>
        </p:nvGrpSpPr>
        <p:grpSpPr>
          <a:xfrm>
            <a:off x="5287360" y="3450761"/>
            <a:ext cx="307776" cy="421440"/>
            <a:chOff x="3428650" y="2373900"/>
            <a:chExt cx="189950" cy="260100"/>
          </a:xfrm>
        </p:grpSpPr>
        <p:sp>
          <p:nvSpPr>
            <p:cNvPr id="558" name="Google Shape;558;p13"/>
            <p:cNvSpPr/>
            <p:nvPr/>
          </p:nvSpPr>
          <p:spPr>
            <a:xfrm>
              <a:off x="3428650" y="2373900"/>
              <a:ext cx="189950" cy="260100"/>
            </a:xfrm>
            <a:custGeom>
              <a:rect b="b" l="l" r="r" t="t"/>
              <a:pathLst>
                <a:path extrusionOk="0" h="10404" w="7598">
                  <a:moveTo>
                    <a:pt x="5145" y="1019"/>
                  </a:moveTo>
                  <a:cubicBezTo>
                    <a:pt x="5454" y="1114"/>
                    <a:pt x="5740" y="1233"/>
                    <a:pt x="6002" y="1400"/>
                  </a:cubicBezTo>
                  <a:cubicBezTo>
                    <a:pt x="6645" y="1757"/>
                    <a:pt x="6812" y="2352"/>
                    <a:pt x="6812" y="2972"/>
                  </a:cubicBezTo>
                  <a:lnTo>
                    <a:pt x="6669" y="2972"/>
                  </a:lnTo>
                  <a:cubicBezTo>
                    <a:pt x="6247" y="3107"/>
                    <a:pt x="5801" y="3170"/>
                    <a:pt x="5357" y="3170"/>
                  </a:cubicBezTo>
                  <a:cubicBezTo>
                    <a:pt x="5174" y="3170"/>
                    <a:pt x="4992" y="3159"/>
                    <a:pt x="4811" y="3138"/>
                  </a:cubicBezTo>
                  <a:cubicBezTo>
                    <a:pt x="4907" y="2424"/>
                    <a:pt x="5050" y="1733"/>
                    <a:pt x="5145" y="1019"/>
                  </a:cubicBezTo>
                  <a:close/>
                  <a:moveTo>
                    <a:pt x="763" y="733"/>
                  </a:moveTo>
                  <a:lnTo>
                    <a:pt x="763" y="733"/>
                  </a:lnTo>
                  <a:cubicBezTo>
                    <a:pt x="1089" y="759"/>
                    <a:pt x="1424" y="766"/>
                    <a:pt x="1764" y="766"/>
                  </a:cubicBezTo>
                  <a:cubicBezTo>
                    <a:pt x="2095" y="766"/>
                    <a:pt x="2430" y="759"/>
                    <a:pt x="2766" y="759"/>
                  </a:cubicBezTo>
                  <a:cubicBezTo>
                    <a:pt x="3343" y="759"/>
                    <a:pt x="3920" y="778"/>
                    <a:pt x="4478" y="876"/>
                  </a:cubicBezTo>
                  <a:cubicBezTo>
                    <a:pt x="4359" y="1709"/>
                    <a:pt x="4168" y="2567"/>
                    <a:pt x="4073" y="3400"/>
                  </a:cubicBezTo>
                  <a:cubicBezTo>
                    <a:pt x="4073" y="3567"/>
                    <a:pt x="4168" y="3710"/>
                    <a:pt x="4311" y="3734"/>
                  </a:cubicBezTo>
                  <a:cubicBezTo>
                    <a:pt x="4667" y="3815"/>
                    <a:pt x="5024" y="3853"/>
                    <a:pt x="5378" y="3853"/>
                  </a:cubicBezTo>
                  <a:cubicBezTo>
                    <a:pt x="5853" y="3853"/>
                    <a:pt x="6324" y="3785"/>
                    <a:pt x="6788" y="3662"/>
                  </a:cubicBezTo>
                  <a:lnTo>
                    <a:pt x="6788" y="3662"/>
                  </a:lnTo>
                  <a:cubicBezTo>
                    <a:pt x="6740" y="4043"/>
                    <a:pt x="6669" y="4400"/>
                    <a:pt x="6621" y="4734"/>
                  </a:cubicBezTo>
                  <a:cubicBezTo>
                    <a:pt x="6455" y="6329"/>
                    <a:pt x="6574" y="7925"/>
                    <a:pt x="6455" y="9521"/>
                  </a:cubicBezTo>
                  <a:cubicBezTo>
                    <a:pt x="5320" y="9594"/>
                    <a:pt x="4186" y="9704"/>
                    <a:pt x="3057" y="9704"/>
                  </a:cubicBezTo>
                  <a:cubicBezTo>
                    <a:pt x="2361" y="9704"/>
                    <a:pt x="1668" y="9662"/>
                    <a:pt x="977" y="9544"/>
                  </a:cubicBezTo>
                  <a:cubicBezTo>
                    <a:pt x="882" y="6615"/>
                    <a:pt x="715" y="3686"/>
                    <a:pt x="763" y="733"/>
                  </a:cubicBezTo>
                  <a:close/>
                  <a:moveTo>
                    <a:pt x="465" y="1"/>
                  </a:moveTo>
                  <a:cubicBezTo>
                    <a:pt x="447" y="1"/>
                    <a:pt x="429" y="7"/>
                    <a:pt x="406" y="19"/>
                  </a:cubicBezTo>
                  <a:cubicBezTo>
                    <a:pt x="239" y="19"/>
                    <a:pt x="96" y="162"/>
                    <a:pt x="96" y="352"/>
                  </a:cubicBezTo>
                  <a:cubicBezTo>
                    <a:pt x="1" y="3519"/>
                    <a:pt x="191" y="6687"/>
                    <a:pt x="287" y="9830"/>
                  </a:cubicBezTo>
                  <a:cubicBezTo>
                    <a:pt x="287" y="9997"/>
                    <a:pt x="382" y="10140"/>
                    <a:pt x="549" y="10187"/>
                  </a:cubicBezTo>
                  <a:cubicBezTo>
                    <a:pt x="1369" y="10348"/>
                    <a:pt x="2189" y="10403"/>
                    <a:pt x="3010" y="10403"/>
                  </a:cubicBezTo>
                  <a:cubicBezTo>
                    <a:pt x="4261" y="10403"/>
                    <a:pt x="5513" y="10274"/>
                    <a:pt x="6764" y="10187"/>
                  </a:cubicBezTo>
                  <a:cubicBezTo>
                    <a:pt x="6955" y="10187"/>
                    <a:pt x="7098" y="10021"/>
                    <a:pt x="7121" y="9854"/>
                  </a:cubicBezTo>
                  <a:cubicBezTo>
                    <a:pt x="7336" y="7925"/>
                    <a:pt x="7121" y="5996"/>
                    <a:pt x="7407" y="4091"/>
                  </a:cubicBezTo>
                  <a:cubicBezTo>
                    <a:pt x="7598" y="2948"/>
                    <a:pt x="7598" y="1876"/>
                    <a:pt x="6717" y="1043"/>
                  </a:cubicBezTo>
                  <a:cubicBezTo>
                    <a:pt x="5812" y="193"/>
                    <a:pt x="4537" y="77"/>
                    <a:pt x="3249" y="77"/>
                  </a:cubicBezTo>
                  <a:cubicBezTo>
                    <a:pt x="2765" y="77"/>
                    <a:pt x="2278" y="93"/>
                    <a:pt x="1810" y="93"/>
                  </a:cubicBezTo>
                  <a:cubicBezTo>
                    <a:pt x="1360" y="93"/>
                    <a:pt x="926" y="78"/>
                    <a:pt x="525" y="19"/>
                  </a:cubicBezTo>
                  <a:cubicBezTo>
                    <a:pt x="501" y="7"/>
                    <a:pt x="483" y="1"/>
                    <a:pt x="4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3460075" y="2481500"/>
              <a:ext cx="117975" cy="27275"/>
            </a:xfrm>
            <a:custGeom>
              <a:rect b="b" l="l" r="r" t="t"/>
              <a:pathLst>
                <a:path extrusionOk="0" h="1091" w="4719">
                  <a:moveTo>
                    <a:pt x="1646" y="0"/>
                  </a:moveTo>
                  <a:cubicBezTo>
                    <a:pt x="1163" y="0"/>
                    <a:pt x="651" y="270"/>
                    <a:pt x="244" y="454"/>
                  </a:cubicBezTo>
                  <a:cubicBezTo>
                    <a:pt x="0" y="576"/>
                    <a:pt x="138" y="889"/>
                    <a:pt x="347" y="889"/>
                  </a:cubicBezTo>
                  <a:cubicBezTo>
                    <a:pt x="382" y="889"/>
                    <a:pt x="420" y="879"/>
                    <a:pt x="458" y="859"/>
                  </a:cubicBezTo>
                  <a:cubicBezTo>
                    <a:pt x="840" y="644"/>
                    <a:pt x="1244" y="525"/>
                    <a:pt x="1649" y="478"/>
                  </a:cubicBezTo>
                  <a:cubicBezTo>
                    <a:pt x="1677" y="475"/>
                    <a:pt x="1703" y="474"/>
                    <a:pt x="1730" y="474"/>
                  </a:cubicBezTo>
                  <a:cubicBezTo>
                    <a:pt x="2181" y="474"/>
                    <a:pt x="2457" y="844"/>
                    <a:pt x="2840" y="1001"/>
                  </a:cubicBezTo>
                  <a:cubicBezTo>
                    <a:pt x="3016" y="1065"/>
                    <a:pt x="3180" y="1091"/>
                    <a:pt x="3338" y="1091"/>
                  </a:cubicBezTo>
                  <a:cubicBezTo>
                    <a:pt x="3714" y="1091"/>
                    <a:pt x="4057" y="945"/>
                    <a:pt x="4459" y="811"/>
                  </a:cubicBezTo>
                  <a:cubicBezTo>
                    <a:pt x="4718" y="746"/>
                    <a:pt x="4645" y="369"/>
                    <a:pt x="4417" y="369"/>
                  </a:cubicBezTo>
                  <a:cubicBezTo>
                    <a:pt x="4393" y="369"/>
                    <a:pt x="4367" y="373"/>
                    <a:pt x="4340" y="382"/>
                  </a:cubicBezTo>
                  <a:cubicBezTo>
                    <a:pt x="3989" y="485"/>
                    <a:pt x="3700" y="605"/>
                    <a:pt x="3397" y="605"/>
                  </a:cubicBezTo>
                  <a:cubicBezTo>
                    <a:pt x="3208" y="605"/>
                    <a:pt x="3012" y="558"/>
                    <a:pt x="2792" y="430"/>
                  </a:cubicBezTo>
                  <a:cubicBezTo>
                    <a:pt x="2507" y="239"/>
                    <a:pt x="2221" y="96"/>
                    <a:pt x="1887" y="25"/>
                  </a:cubicBezTo>
                  <a:cubicBezTo>
                    <a:pt x="1808" y="8"/>
                    <a:pt x="1727" y="0"/>
                    <a:pt x="16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3460075" y="2524950"/>
              <a:ext cx="117975" cy="27300"/>
            </a:xfrm>
            <a:custGeom>
              <a:rect b="b" l="l" r="r" t="t"/>
              <a:pathLst>
                <a:path extrusionOk="0" h="1092" w="4719">
                  <a:moveTo>
                    <a:pt x="1647" y="1"/>
                  </a:moveTo>
                  <a:cubicBezTo>
                    <a:pt x="1164" y="1"/>
                    <a:pt x="652" y="274"/>
                    <a:pt x="244" y="478"/>
                  </a:cubicBezTo>
                  <a:cubicBezTo>
                    <a:pt x="0" y="580"/>
                    <a:pt x="138" y="889"/>
                    <a:pt x="346" y="889"/>
                  </a:cubicBezTo>
                  <a:cubicBezTo>
                    <a:pt x="382" y="889"/>
                    <a:pt x="420" y="880"/>
                    <a:pt x="458" y="859"/>
                  </a:cubicBezTo>
                  <a:cubicBezTo>
                    <a:pt x="840" y="668"/>
                    <a:pt x="1244" y="526"/>
                    <a:pt x="1649" y="478"/>
                  </a:cubicBezTo>
                  <a:cubicBezTo>
                    <a:pt x="1675" y="475"/>
                    <a:pt x="1701" y="474"/>
                    <a:pt x="1726" y="474"/>
                  </a:cubicBezTo>
                  <a:cubicBezTo>
                    <a:pt x="2179" y="474"/>
                    <a:pt x="2456" y="866"/>
                    <a:pt x="2840" y="1002"/>
                  </a:cubicBezTo>
                  <a:cubicBezTo>
                    <a:pt x="3019" y="1066"/>
                    <a:pt x="3184" y="1092"/>
                    <a:pt x="3344" y="1092"/>
                  </a:cubicBezTo>
                  <a:cubicBezTo>
                    <a:pt x="3717" y="1092"/>
                    <a:pt x="4059" y="952"/>
                    <a:pt x="4459" y="835"/>
                  </a:cubicBezTo>
                  <a:cubicBezTo>
                    <a:pt x="4718" y="749"/>
                    <a:pt x="4645" y="370"/>
                    <a:pt x="4416" y="370"/>
                  </a:cubicBezTo>
                  <a:cubicBezTo>
                    <a:pt x="4393" y="370"/>
                    <a:pt x="4367" y="374"/>
                    <a:pt x="4340" y="383"/>
                  </a:cubicBezTo>
                  <a:cubicBezTo>
                    <a:pt x="3996" y="498"/>
                    <a:pt x="3712" y="612"/>
                    <a:pt x="3415" y="612"/>
                  </a:cubicBezTo>
                  <a:cubicBezTo>
                    <a:pt x="3220" y="612"/>
                    <a:pt x="3019" y="563"/>
                    <a:pt x="2792" y="430"/>
                  </a:cubicBezTo>
                  <a:cubicBezTo>
                    <a:pt x="2507" y="264"/>
                    <a:pt x="2221" y="121"/>
                    <a:pt x="1887" y="25"/>
                  </a:cubicBezTo>
                  <a:cubicBezTo>
                    <a:pt x="1808" y="8"/>
                    <a:pt x="1728" y="1"/>
                    <a:pt x="16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3459925" y="2568775"/>
              <a:ext cx="118125" cy="27075"/>
            </a:xfrm>
            <a:custGeom>
              <a:rect b="b" l="l" r="r" t="t"/>
              <a:pathLst>
                <a:path extrusionOk="0" h="1083" w="4725">
                  <a:moveTo>
                    <a:pt x="1615" y="0"/>
                  </a:moveTo>
                  <a:cubicBezTo>
                    <a:pt x="1143" y="0"/>
                    <a:pt x="647" y="265"/>
                    <a:pt x="250" y="463"/>
                  </a:cubicBezTo>
                  <a:cubicBezTo>
                    <a:pt x="0" y="568"/>
                    <a:pt x="151" y="890"/>
                    <a:pt x="368" y="890"/>
                  </a:cubicBezTo>
                  <a:cubicBezTo>
                    <a:pt x="399" y="890"/>
                    <a:pt x="431" y="883"/>
                    <a:pt x="464" y="868"/>
                  </a:cubicBezTo>
                  <a:cubicBezTo>
                    <a:pt x="846" y="654"/>
                    <a:pt x="1250" y="511"/>
                    <a:pt x="1655" y="463"/>
                  </a:cubicBezTo>
                  <a:cubicBezTo>
                    <a:pt x="1669" y="463"/>
                    <a:pt x="1683" y="462"/>
                    <a:pt x="1697" y="462"/>
                  </a:cubicBezTo>
                  <a:cubicBezTo>
                    <a:pt x="2172" y="462"/>
                    <a:pt x="2453" y="849"/>
                    <a:pt x="2846" y="987"/>
                  </a:cubicBezTo>
                  <a:cubicBezTo>
                    <a:pt x="3033" y="1055"/>
                    <a:pt x="3206" y="1082"/>
                    <a:pt x="3373" y="1082"/>
                  </a:cubicBezTo>
                  <a:cubicBezTo>
                    <a:pt x="3737" y="1082"/>
                    <a:pt x="4073" y="951"/>
                    <a:pt x="4465" y="821"/>
                  </a:cubicBezTo>
                  <a:cubicBezTo>
                    <a:pt x="4724" y="734"/>
                    <a:pt x="4651" y="355"/>
                    <a:pt x="4422" y="355"/>
                  </a:cubicBezTo>
                  <a:cubicBezTo>
                    <a:pt x="4399" y="355"/>
                    <a:pt x="4373" y="359"/>
                    <a:pt x="4346" y="368"/>
                  </a:cubicBezTo>
                  <a:cubicBezTo>
                    <a:pt x="3993" y="486"/>
                    <a:pt x="3704" y="603"/>
                    <a:pt x="3400" y="603"/>
                  </a:cubicBezTo>
                  <a:cubicBezTo>
                    <a:pt x="3211" y="603"/>
                    <a:pt x="3017" y="558"/>
                    <a:pt x="2798" y="440"/>
                  </a:cubicBezTo>
                  <a:cubicBezTo>
                    <a:pt x="2513" y="249"/>
                    <a:pt x="2227" y="106"/>
                    <a:pt x="1893" y="35"/>
                  </a:cubicBezTo>
                  <a:cubicBezTo>
                    <a:pt x="1802" y="11"/>
                    <a:pt x="1709" y="0"/>
                    <a:pt x="16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4"/>
          <p:cNvSpPr txBox="1"/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Is This an ML Problem?</a:t>
            </a:r>
            <a:endParaRPr/>
          </a:p>
        </p:txBody>
      </p:sp>
      <p:sp>
        <p:nvSpPr>
          <p:cNvPr id="567" name="Google Shape;567;p14"/>
          <p:cNvSpPr txBox="1"/>
          <p:nvPr>
            <p:ph idx="4294967295" type="subTitle"/>
          </p:nvPr>
        </p:nvSpPr>
        <p:spPr>
          <a:xfrm>
            <a:off x="3784900" y="2228205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Not a lookup table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8" name="Google Shape;568;p14"/>
          <p:cNvSpPr txBox="1"/>
          <p:nvPr>
            <p:ph idx="4294967295" type="subTitle"/>
          </p:nvPr>
        </p:nvSpPr>
        <p:spPr>
          <a:xfrm>
            <a:off x="5981425" y="2228201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Exists · 100k orders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9" name="Google Shape;569;p14"/>
          <p:cNvSpPr txBox="1"/>
          <p:nvPr>
            <p:ph idx="4294967295" type="subTitle"/>
          </p:nvPr>
        </p:nvSpPr>
        <p:spPr>
          <a:xfrm>
            <a:off x="1588375" y="222819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Patterns from data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70" name="Google Shape;570;p14"/>
          <p:cNvSpPr txBox="1"/>
          <p:nvPr>
            <p:ph idx="4294967295" type="subTitle"/>
          </p:nvPr>
        </p:nvSpPr>
        <p:spPr>
          <a:xfrm>
            <a:off x="2686642" y="376659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On time or late?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71" name="Google Shape;571;p14"/>
          <p:cNvSpPr txBox="1"/>
          <p:nvPr>
            <p:ph idx="4294967295" type="subTitle"/>
          </p:nvPr>
        </p:nvSpPr>
        <p:spPr>
          <a:xfrm>
            <a:off x="4883162" y="3766601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Same patterns tomorrow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72" name="Google Shape;572;p14"/>
          <p:cNvSpPr txBox="1"/>
          <p:nvPr>
            <p:ph idx="4294967295" type="subTitle"/>
          </p:nvPr>
        </p:nvSpPr>
        <p:spPr>
          <a:xfrm>
            <a:off x="5981425" y="1846072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Data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573" name="Google Shape;573;p14"/>
          <p:cNvSpPr txBox="1"/>
          <p:nvPr>
            <p:ph idx="4294967295" type="subTitle"/>
          </p:nvPr>
        </p:nvSpPr>
        <p:spPr>
          <a:xfrm>
            <a:off x="4883162" y="3384472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Unseen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574" name="Google Shape;574;p14"/>
          <p:cNvSpPr txBox="1"/>
          <p:nvPr>
            <p:ph idx="4294967295" type="subTitle"/>
          </p:nvPr>
        </p:nvSpPr>
        <p:spPr>
          <a:xfrm>
            <a:off x="3784900" y="1846076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Complex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575" name="Google Shape;575;p14"/>
          <p:cNvSpPr txBox="1"/>
          <p:nvPr>
            <p:ph idx="4294967295" type="subTitle"/>
          </p:nvPr>
        </p:nvSpPr>
        <p:spPr>
          <a:xfrm>
            <a:off x="1588375" y="184606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Learn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576" name="Google Shape;576;p14"/>
          <p:cNvSpPr txBox="1"/>
          <p:nvPr>
            <p:ph idx="4294967295" type="subTitle"/>
          </p:nvPr>
        </p:nvSpPr>
        <p:spPr>
          <a:xfrm>
            <a:off x="2686642" y="338446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Predict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2379676" y="1524996"/>
            <a:ext cx="395002" cy="321088"/>
          </a:xfrm>
          <a:custGeom>
            <a:rect b="b" l="l" r="r" t="t"/>
            <a:pathLst>
              <a:path extrusionOk="0" h="9835" w="12099">
                <a:moveTo>
                  <a:pt x="8478" y="1025"/>
                </a:moveTo>
                <a:cubicBezTo>
                  <a:pt x="8590" y="1025"/>
                  <a:pt x="8563" y="1035"/>
                  <a:pt x="8505" y="1035"/>
                </a:cubicBezTo>
                <a:cubicBezTo>
                  <a:pt x="8476" y="1035"/>
                  <a:pt x="8439" y="1033"/>
                  <a:pt x="8407" y="1025"/>
                </a:cubicBezTo>
                <a:close/>
                <a:moveTo>
                  <a:pt x="8359" y="1049"/>
                </a:moveTo>
                <a:cubicBezTo>
                  <a:pt x="8502" y="1191"/>
                  <a:pt x="8669" y="1334"/>
                  <a:pt x="8788" y="1477"/>
                </a:cubicBezTo>
                <a:cubicBezTo>
                  <a:pt x="9502" y="2120"/>
                  <a:pt x="10169" y="2811"/>
                  <a:pt x="10836" y="3525"/>
                </a:cubicBezTo>
                <a:cubicBezTo>
                  <a:pt x="10503" y="3906"/>
                  <a:pt x="10145" y="4263"/>
                  <a:pt x="9812" y="4621"/>
                </a:cubicBezTo>
                <a:cubicBezTo>
                  <a:pt x="9407" y="4287"/>
                  <a:pt x="8955" y="3954"/>
                  <a:pt x="8812" y="3430"/>
                </a:cubicBezTo>
                <a:cubicBezTo>
                  <a:pt x="8738" y="3176"/>
                  <a:pt x="8527" y="3058"/>
                  <a:pt x="8316" y="3058"/>
                </a:cubicBezTo>
                <a:cubicBezTo>
                  <a:pt x="8052" y="3058"/>
                  <a:pt x="7788" y="3242"/>
                  <a:pt x="7788" y="3573"/>
                </a:cubicBezTo>
                <a:cubicBezTo>
                  <a:pt x="7740" y="4478"/>
                  <a:pt x="7764" y="5359"/>
                  <a:pt x="7740" y="6264"/>
                </a:cubicBezTo>
                <a:cubicBezTo>
                  <a:pt x="7740" y="7026"/>
                  <a:pt x="7931" y="7812"/>
                  <a:pt x="7788" y="8574"/>
                </a:cubicBezTo>
                <a:cubicBezTo>
                  <a:pt x="7753" y="8735"/>
                  <a:pt x="7763" y="8779"/>
                  <a:pt x="7753" y="8779"/>
                </a:cubicBezTo>
                <a:cubicBezTo>
                  <a:pt x="7742" y="8779"/>
                  <a:pt x="7709" y="8729"/>
                  <a:pt x="7573" y="8717"/>
                </a:cubicBezTo>
                <a:cubicBezTo>
                  <a:pt x="7455" y="8710"/>
                  <a:pt x="7334" y="8707"/>
                  <a:pt x="7213" y="8707"/>
                </a:cubicBezTo>
                <a:cubicBezTo>
                  <a:pt x="6920" y="8707"/>
                  <a:pt x="6621" y="8724"/>
                  <a:pt x="6335" y="8741"/>
                </a:cubicBezTo>
                <a:cubicBezTo>
                  <a:pt x="5903" y="8796"/>
                  <a:pt x="5478" y="8819"/>
                  <a:pt x="5057" y="8819"/>
                </a:cubicBezTo>
                <a:cubicBezTo>
                  <a:pt x="4760" y="8819"/>
                  <a:pt x="4464" y="8808"/>
                  <a:pt x="4168" y="8788"/>
                </a:cubicBezTo>
                <a:cubicBezTo>
                  <a:pt x="4168" y="7097"/>
                  <a:pt x="4239" y="5407"/>
                  <a:pt x="4144" y="3716"/>
                </a:cubicBezTo>
                <a:cubicBezTo>
                  <a:pt x="4130" y="3395"/>
                  <a:pt x="3865" y="3199"/>
                  <a:pt x="3602" y="3199"/>
                </a:cubicBezTo>
                <a:cubicBezTo>
                  <a:pt x="3436" y="3199"/>
                  <a:pt x="3269" y="3278"/>
                  <a:pt x="3168" y="3454"/>
                </a:cubicBezTo>
                <a:cubicBezTo>
                  <a:pt x="2834" y="3882"/>
                  <a:pt x="2549" y="4335"/>
                  <a:pt x="2287" y="4811"/>
                </a:cubicBezTo>
                <a:cubicBezTo>
                  <a:pt x="1929" y="4573"/>
                  <a:pt x="1572" y="4311"/>
                  <a:pt x="1191" y="4049"/>
                </a:cubicBezTo>
                <a:cubicBezTo>
                  <a:pt x="1715" y="2811"/>
                  <a:pt x="2596" y="1763"/>
                  <a:pt x="3715" y="1049"/>
                </a:cubicBezTo>
                <a:close/>
                <a:moveTo>
                  <a:pt x="3406" y="1"/>
                </a:moveTo>
                <a:cubicBezTo>
                  <a:pt x="3358" y="25"/>
                  <a:pt x="3287" y="48"/>
                  <a:pt x="3263" y="72"/>
                </a:cubicBezTo>
                <a:cubicBezTo>
                  <a:pt x="1763" y="1001"/>
                  <a:pt x="620" y="2430"/>
                  <a:pt x="48" y="4097"/>
                </a:cubicBezTo>
                <a:cubicBezTo>
                  <a:pt x="0" y="4335"/>
                  <a:pt x="96" y="4573"/>
                  <a:pt x="286" y="4692"/>
                </a:cubicBezTo>
                <a:cubicBezTo>
                  <a:pt x="953" y="5097"/>
                  <a:pt x="1548" y="5573"/>
                  <a:pt x="2215" y="5954"/>
                </a:cubicBezTo>
                <a:cubicBezTo>
                  <a:pt x="2291" y="5992"/>
                  <a:pt x="2377" y="6011"/>
                  <a:pt x="2463" y="6011"/>
                </a:cubicBezTo>
                <a:cubicBezTo>
                  <a:pt x="2647" y="6011"/>
                  <a:pt x="2832" y="5926"/>
                  <a:pt x="2930" y="5764"/>
                </a:cubicBezTo>
                <a:cubicBezTo>
                  <a:pt x="3001" y="5645"/>
                  <a:pt x="3073" y="5502"/>
                  <a:pt x="3144" y="5383"/>
                </a:cubicBezTo>
                <a:lnTo>
                  <a:pt x="3144" y="5383"/>
                </a:lnTo>
                <a:cubicBezTo>
                  <a:pt x="3144" y="6669"/>
                  <a:pt x="3120" y="7931"/>
                  <a:pt x="3120" y="9193"/>
                </a:cubicBezTo>
                <a:cubicBezTo>
                  <a:pt x="3120" y="9431"/>
                  <a:pt x="3287" y="9622"/>
                  <a:pt x="3501" y="9693"/>
                </a:cubicBezTo>
                <a:cubicBezTo>
                  <a:pt x="3969" y="9799"/>
                  <a:pt x="4436" y="9835"/>
                  <a:pt x="4906" y="9835"/>
                </a:cubicBezTo>
                <a:cubicBezTo>
                  <a:pt x="5489" y="9835"/>
                  <a:pt x="6075" y="9780"/>
                  <a:pt x="6668" y="9741"/>
                </a:cubicBezTo>
                <a:cubicBezTo>
                  <a:pt x="6695" y="9740"/>
                  <a:pt x="6722" y="9739"/>
                  <a:pt x="6749" y="9739"/>
                </a:cubicBezTo>
                <a:cubicBezTo>
                  <a:pt x="7006" y="9739"/>
                  <a:pt x="7322" y="9786"/>
                  <a:pt x="7625" y="9786"/>
                </a:cubicBezTo>
                <a:cubicBezTo>
                  <a:pt x="7943" y="9786"/>
                  <a:pt x="8246" y="9735"/>
                  <a:pt x="8455" y="9526"/>
                </a:cubicBezTo>
                <a:cubicBezTo>
                  <a:pt x="8931" y="9050"/>
                  <a:pt x="8907" y="8121"/>
                  <a:pt x="8883" y="7502"/>
                </a:cubicBezTo>
                <a:cubicBezTo>
                  <a:pt x="8836" y="6693"/>
                  <a:pt x="8812" y="5883"/>
                  <a:pt x="8788" y="5049"/>
                </a:cubicBezTo>
                <a:lnTo>
                  <a:pt x="8788" y="5049"/>
                </a:lnTo>
                <a:cubicBezTo>
                  <a:pt x="9050" y="5264"/>
                  <a:pt x="9264" y="5478"/>
                  <a:pt x="9479" y="5740"/>
                </a:cubicBezTo>
                <a:cubicBezTo>
                  <a:pt x="9586" y="5835"/>
                  <a:pt x="9717" y="5883"/>
                  <a:pt x="9848" y="5883"/>
                </a:cubicBezTo>
                <a:cubicBezTo>
                  <a:pt x="9979" y="5883"/>
                  <a:pt x="10110" y="5835"/>
                  <a:pt x="10217" y="5740"/>
                </a:cubicBezTo>
                <a:cubicBezTo>
                  <a:pt x="10741" y="5073"/>
                  <a:pt x="11384" y="4525"/>
                  <a:pt x="11884" y="3859"/>
                </a:cubicBezTo>
                <a:cubicBezTo>
                  <a:pt x="12098" y="3644"/>
                  <a:pt x="12098" y="3311"/>
                  <a:pt x="11884" y="3120"/>
                </a:cubicBezTo>
                <a:cubicBezTo>
                  <a:pt x="11146" y="2287"/>
                  <a:pt x="10360" y="1477"/>
                  <a:pt x="9526" y="739"/>
                </a:cubicBezTo>
                <a:cubicBezTo>
                  <a:pt x="9002" y="239"/>
                  <a:pt x="8788" y="1"/>
                  <a:pt x="809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" name="Google Shape;578;p14"/>
          <p:cNvGrpSpPr/>
          <p:nvPr/>
        </p:nvGrpSpPr>
        <p:grpSpPr>
          <a:xfrm>
            <a:off x="5715276" y="2991922"/>
            <a:ext cx="313351" cy="392554"/>
            <a:chOff x="6279850" y="3645375"/>
            <a:chExt cx="239950" cy="300600"/>
          </a:xfrm>
        </p:grpSpPr>
        <p:sp>
          <p:nvSpPr>
            <p:cNvPr id="579" name="Google Shape;579;p14"/>
            <p:cNvSpPr/>
            <p:nvPr/>
          </p:nvSpPr>
          <p:spPr>
            <a:xfrm>
              <a:off x="6279850" y="3645375"/>
              <a:ext cx="239950" cy="300600"/>
            </a:xfrm>
            <a:custGeom>
              <a:rect b="b" l="l" r="r" t="t"/>
              <a:pathLst>
                <a:path extrusionOk="0" h="12024" w="9598">
                  <a:moveTo>
                    <a:pt x="6264" y="1064"/>
                  </a:moveTo>
                  <a:cubicBezTo>
                    <a:pt x="6430" y="1064"/>
                    <a:pt x="6597" y="1067"/>
                    <a:pt x="6764" y="1075"/>
                  </a:cubicBezTo>
                  <a:cubicBezTo>
                    <a:pt x="7502" y="1099"/>
                    <a:pt x="7526" y="1932"/>
                    <a:pt x="7645" y="2480"/>
                  </a:cubicBezTo>
                  <a:cubicBezTo>
                    <a:pt x="7954" y="3718"/>
                    <a:pt x="8193" y="4957"/>
                    <a:pt x="8335" y="6243"/>
                  </a:cubicBezTo>
                  <a:cubicBezTo>
                    <a:pt x="8383" y="6790"/>
                    <a:pt x="8455" y="7386"/>
                    <a:pt x="8502" y="7957"/>
                  </a:cubicBezTo>
                  <a:lnTo>
                    <a:pt x="6478" y="7957"/>
                  </a:lnTo>
                  <a:cubicBezTo>
                    <a:pt x="6192" y="7957"/>
                    <a:pt x="5954" y="8195"/>
                    <a:pt x="5954" y="8481"/>
                  </a:cubicBezTo>
                  <a:cubicBezTo>
                    <a:pt x="5906" y="8815"/>
                    <a:pt x="5906" y="9148"/>
                    <a:pt x="5906" y="9481"/>
                  </a:cubicBezTo>
                  <a:cubicBezTo>
                    <a:pt x="5597" y="9505"/>
                    <a:pt x="5311" y="9529"/>
                    <a:pt x="5001" y="9553"/>
                  </a:cubicBezTo>
                  <a:cubicBezTo>
                    <a:pt x="4847" y="9577"/>
                    <a:pt x="4686" y="9589"/>
                    <a:pt x="4522" y="9589"/>
                  </a:cubicBezTo>
                  <a:cubicBezTo>
                    <a:pt x="4358" y="9589"/>
                    <a:pt x="4192" y="9577"/>
                    <a:pt x="4025" y="9553"/>
                  </a:cubicBezTo>
                  <a:cubicBezTo>
                    <a:pt x="3787" y="9529"/>
                    <a:pt x="3835" y="9053"/>
                    <a:pt x="3739" y="8910"/>
                  </a:cubicBezTo>
                  <a:cubicBezTo>
                    <a:pt x="3406" y="8338"/>
                    <a:pt x="2808" y="8201"/>
                    <a:pt x="2171" y="8201"/>
                  </a:cubicBezTo>
                  <a:cubicBezTo>
                    <a:pt x="1853" y="8201"/>
                    <a:pt x="1525" y="8235"/>
                    <a:pt x="1215" y="8267"/>
                  </a:cubicBezTo>
                  <a:cubicBezTo>
                    <a:pt x="1358" y="7386"/>
                    <a:pt x="1548" y="6505"/>
                    <a:pt x="1739" y="5647"/>
                  </a:cubicBezTo>
                  <a:cubicBezTo>
                    <a:pt x="2025" y="4147"/>
                    <a:pt x="2334" y="2671"/>
                    <a:pt x="2501" y="1123"/>
                  </a:cubicBezTo>
                  <a:cubicBezTo>
                    <a:pt x="3430" y="1123"/>
                    <a:pt x="4335" y="1099"/>
                    <a:pt x="5263" y="1075"/>
                  </a:cubicBezTo>
                  <a:cubicBezTo>
                    <a:pt x="5597" y="1075"/>
                    <a:pt x="5930" y="1064"/>
                    <a:pt x="6264" y="1064"/>
                  </a:cubicBezTo>
                  <a:close/>
                  <a:moveTo>
                    <a:pt x="8574" y="9029"/>
                  </a:moveTo>
                  <a:lnTo>
                    <a:pt x="8574" y="9624"/>
                  </a:lnTo>
                  <a:cubicBezTo>
                    <a:pt x="8550" y="10350"/>
                    <a:pt x="8596" y="11006"/>
                    <a:pt x="7716" y="11006"/>
                  </a:cubicBezTo>
                  <a:cubicBezTo>
                    <a:pt x="7701" y="11006"/>
                    <a:pt x="7685" y="11006"/>
                    <a:pt x="7669" y="11006"/>
                  </a:cubicBezTo>
                  <a:cubicBezTo>
                    <a:pt x="7192" y="11006"/>
                    <a:pt x="6716" y="10982"/>
                    <a:pt x="6216" y="10958"/>
                  </a:cubicBezTo>
                  <a:lnTo>
                    <a:pt x="3573" y="10863"/>
                  </a:lnTo>
                  <a:cubicBezTo>
                    <a:pt x="3454" y="10859"/>
                    <a:pt x="3335" y="10858"/>
                    <a:pt x="3217" y="10858"/>
                  </a:cubicBezTo>
                  <a:cubicBezTo>
                    <a:pt x="2644" y="10858"/>
                    <a:pt x="2069" y="10891"/>
                    <a:pt x="1484" y="10891"/>
                  </a:cubicBezTo>
                  <a:cubicBezTo>
                    <a:pt x="1363" y="10891"/>
                    <a:pt x="1242" y="10890"/>
                    <a:pt x="1120" y="10886"/>
                  </a:cubicBezTo>
                  <a:lnTo>
                    <a:pt x="1143" y="10886"/>
                  </a:lnTo>
                  <a:cubicBezTo>
                    <a:pt x="1072" y="10363"/>
                    <a:pt x="1072" y="9862"/>
                    <a:pt x="1096" y="9339"/>
                  </a:cubicBezTo>
                  <a:cubicBezTo>
                    <a:pt x="1419" y="9292"/>
                    <a:pt x="1752" y="9266"/>
                    <a:pt x="2082" y="9266"/>
                  </a:cubicBezTo>
                  <a:cubicBezTo>
                    <a:pt x="2263" y="9266"/>
                    <a:pt x="2443" y="9274"/>
                    <a:pt x="2620" y="9291"/>
                  </a:cubicBezTo>
                  <a:cubicBezTo>
                    <a:pt x="2858" y="9339"/>
                    <a:pt x="2953" y="10267"/>
                    <a:pt x="3334" y="10434"/>
                  </a:cubicBezTo>
                  <a:cubicBezTo>
                    <a:pt x="3722" y="10599"/>
                    <a:pt x="4138" y="10653"/>
                    <a:pt x="4563" y="10653"/>
                  </a:cubicBezTo>
                  <a:cubicBezTo>
                    <a:pt x="5183" y="10653"/>
                    <a:pt x="5823" y="10538"/>
                    <a:pt x="6430" y="10482"/>
                  </a:cubicBezTo>
                  <a:cubicBezTo>
                    <a:pt x="6716" y="10482"/>
                    <a:pt x="6930" y="10243"/>
                    <a:pt x="6954" y="9958"/>
                  </a:cubicBezTo>
                  <a:cubicBezTo>
                    <a:pt x="6954" y="9648"/>
                    <a:pt x="6954" y="9339"/>
                    <a:pt x="6954" y="9029"/>
                  </a:cubicBezTo>
                  <a:close/>
                  <a:moveTo>
                    <a:pt x="6175" y="1"/>
                  </a:moveTo>
                  <a:cubicBezTo>
                    <a:pt x="5008" y="1"/>
                    <a:pt x="3842" y="85"/>
                    <a:pt x="2675" y="85"/>
                  </a:cubicBezTo>
                  <a:cubicBezTo>
                    <a:pt x="2459" y="85"/>
                    <a:pt x="2242" y="82"/>
                    <a:pt x="2025" y="75"/>
                  </a:cubicBezTo>
                  <a:cubicBezTo>
                    <a:pt x="2011" y="74"/>
                    <a:pt x="1998" y="73"/>
                    <a:pt x="1985" y="73"/>
                  </a:cubicBezTo>
                  <a:cubicBezTo>
                    <a:pt x="1739" y="73"/>
                    <a:pt x="1525" y="279"/>
                    <a:pt x="1525" y="527"/>
                  </a:cubicBezTo>
                  <a:cubicBezTo>
                    <a:pt x="1525" y="575"/>
                    <a:pt x="1525" y="599"/>
                    <a:pt x="1501" y="646"/>
                  </a:cubicBezTo>
                  <a:cubicBezTo>
                    <a:pt x="1263" y="3314"/>
                    <a:pt x="286" y="6028"/>
                    <a:pt x="72" y="8743"/>
                  </a:cubicBezTo>
                  <a:cubicBezTo>
                    <a:pt x="72" y="8791"/>
                    <a:pt x="72" y="8838"/>
                    <a:pt x="72" y="8886"/>
                  </a:cubicBezTo>
                  <a:cubicBezTo>
                    <a:pt x="0" y="9767"/>
                    <a:pt x="48" y="10625"/>
                    <a:pt x="167" y="11482"/>
                  </a:cubicBezTo>
                  <a:cubicBezTo>
                    <a:pt x="239" y="11720"/>
                    <a:pt x="453" y="11863"/>
                    <a:pt x="691" y="11863"/>
                  </a:cubicBezTo>
                  <a:cubicBezTo>
                    <a:pt x="1088" y="11914"/>
                    <a:pt x="1486" y="11928"/>
                    <a:pt x="1884" y="11928"/>
                  </a:cubicBezTo>
                  <a:cubicBezTo>
                    <a:pt x="2434" y="11928"/>
                    <a:pt x="2986" y="11900"/>
                    <a:pt x="3543" y="11900"/>
                  </a:cubicBezTo>
                  <a:cubicBezTo>
                    <a:pt x="3719" y="11900"/>
                    <a:pt x="3895" y="11903"/>
                    <a:pt x="4073" y="11910"/>
                  </a:cubicBezTo>
                  <a:lnTo>
                    <a:pt x="7264" y="12006"/>
                  </a:lnTo>
                  <a:cubicBezTo>
                    <a:pt x="7381" y="12018"/>
                    <a:pt x="7498" y="12024"/>
                    <a:pt x="7614" y="12024"/>
                  </a:cubicBezTo>
                  <a:cubicBezTo>
                    <a:pt x="7948" y="12024"/>
                    <a:pt x="8280" y="11975"/>
                    <a:pt x="8597" y="11887"/>
                  </a:cubicBezTo>
                  <a:cubicBezTo>
                    <a:pt x="9550" y="11553"/>
                    <a:pt x="9574" y="10767"/>
                    <a:pt x="9598" y="9910"/>
                  </a:cubicBezTo>
                  <a:cubicBezTo>
                    <a:pt x="9598" y="6933"/>
                    <a:pt x="9193" y="3980"/>
                    <a:pt x="8383" y="1123"/>
                  </a:cubicBezTo>
                  <a:cubicBezTo>
                    <a:pt x="8145" y="241"/>
                    <a:pt x="7359" y="27"/>
                    <a:pt x="6526" y="3"/>
                  </a:cubicBezTo>
                  <a:cubicBezTo>
                    <a:pt x="6409" y="1"/>
                    <a:pt x="6292" y="1"/>
                    <a:pt x="61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4"/>
            <p:cNvSpPr/>
            <p:nvPr/>
          </p:nvSpPr>
          <p:spPr>
            <a:xfrm>
              <a:off x="6330450" y="3810575"/>
              <a:ext cx="148850" cy="21900"/>
            </a:xfrm>
            <a:custGeom>
              <a:rect b="b" l="l" r="r" t="t"/>
              <a:pathLst>
                <a:path extrusionOk="0" h="876" w="5954">
                  <a:moveTo>
                    <a:pt x="3143" y="1"/>
                  </a:moveTo>
                  <a:cubicBezTo>
                    <a:pt x="2257" y="1"/>
                    <a:pt x="1367" y="27"/>
                    <a:pt x="477" y="40"/>
                  </a:cubicBezTo>
                  <a:cubicBezTo>
                    <a:pt x="1" y="63"/>
                    <a:pt x="1" y="778"/>
                    <a:pt x="477" y="825"/>
                  </a:cubicBezTo>
                  <a:cubicBezTo>
                    <a:pt x="1429" y="825"/>
                    <a:pt x="2382" y="794"/>
                    <a:pt x="3330" y="794"/>
                  </a:cubicBezTo>
                  <a:cubicBezTo>
                    <a:pt x="4041" y="794"/>
                    <a:pt x="4750" y="812"/>
                    <a:pt x="5454" y="873"/>
                  </a:cubicBezTo>
                  <a:cubicBezTo>
                    <a:pt x="5469" y="874"/>
                    <a:pt x="5483" y="875"/>
                    <a:pt x="5497" y="875"/>
                  </a:cubicBezTo>
                  <a:cubicBezTo>
                    <a:pt x="5954" y="875"/>
                    <a:pt x="5940" y="133"/>
                    <a:pt x="5454" y="87"/>
                  </a:cubicBezTo>
                  <a:cubicBezTo>
                    <a:pt x="4688" y="21"/>
                    <a:pt x="3917" y="1"/>
                    <a:pt x="31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4"/>
            <p:cNvSpPr/>
            <p:nvPr/>
          </p:nvSpPr>
          <p:spPr>
            <a:xfrm>
              <a:off x="6343550" y="3762725"/>
              <a:ext cx="122075" cy="19675"/>
            </a:xfrm>
            <a:custGeom>
              <a:rect b="b" l="l" r="r" t="t"/>
              <a:pathLst>
                <a:path extrusionOk="0" h="787" w="4883">
                  <a:moveTo>
                    <a:pt x="524" y="1"/>
                  </a:moveTo>
                  <a:cubicBezTo>
                    <a:pt x="1" y="1"/>
                    <a:pt x="1" y="787"/>
                    <a:pt x="524" y="787"/>
                  </a:cubicBezTo>
                  <a:lnTo>
                    <a:pt x="4359" y="787"/>
                  </a:lnTo>
                  <a:cubicBezTo>
                    <a:pt x="4883" y="787"/>
                    <a:pt x="4883" y="1"/>
                    <a:pt x="4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4"/>
            <p:cNvSpPr/>
            <p:nvPr/>
          </p:nvSpPr>
          <p:spPr>
            <a:xfrm>
              <a:off x="6350700" y="3715100"/>
              <a:ext cx="107775" cy="19675"/>
            </a:xfrm>
            <a:custGeom>
              <a:rect b="b" l="l" r="r" t="t"/>
              <a:pathLst>
                <a:path extrusionOk="0" h="787" w="4311">
                  <a:moveTo>
                    <a:pt x="524" y="1"/>
                  </a:moveTo>
                  <a:cubicBezTo>
                    <a:pt x="0" y="1"/>
                    <a:pt x="0" y="786"/>
                    <a:pt x="524" y="786"/>
                  </a:cubicBezTo>
                  <a:lnTo>
                    <a:pt x="3787" y="786"/>
                  </a:lnTo>
                  <a:cubicBezTo>
                    <a:pt x="4311" y="786"/>
                    <a:pt x="4311" y="1"/>
                    <a:pt x="37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3" name="Google Shape;583;p14"/>
          <p:cNvGrpSpPr/>
          <p:nvPr/>
        </p:nvGrpSpPr>
        <p:grpSpPr>
          <a:xfrm>
            <a:off x="6827928" y="1514569"/>
            <a:ext cx="284588" cy="341950"/>
            <a:chOff x="5138550" y="3225375"/>
            <a:chExt cx="217925" cy="261850"/>
          </a:xfrm>
        </p:grpSpPr>
        <p:sp>
          <p:nvSpPr>
            <p:cNvPr id="584" name="Google Shape;584;p14"/>
            <p:cNvSpPr/>
            <p:nvPr/>
          </p:nvSpPr>
          <p:spPr>
            <a:xfrm>
              <a:off x="5138550" y="3225375"/>
              <a:ext cx="217925" cy="261850"/>
            </a:xfrm>
            <a:custGeom>
              <a:rect b="b" l="l" r="r" t="t"/>
              <a:pathLst>
                <a:path extrusionOk="0" h="10474" w="8717">
                  <a:moveTo>
                    <a:pt x="6816" y="694"/>
                  </a:moveTo>
                  <a:cubicBezTo>
                    <a:pt x="7065" y="694"/>
                    <a:pt x="7284" y="734"/>
                    <a:pt x="7383" y="872"/>
                  </a:cubicBezTo>
                  <a:cubicBezTo>
                    <a:pt x="7811" y="1514"/>
                    <a:pt x="7692" y="2610"/>
                    <a:pt x="7668" y="3324"/>
                  </a:cubicBezTo>
                  <a:cubicBezTo>
                    <a:pt x="7668" y="4444"/>
                    <a:pt x="7549" y="5563"/>
                    <a:pt x="7644" y="6706"/>
                  </a:cubicBezTo>
                  <a:cubicBezTo>
                    <a:pt x="7716" y="7659"/>
                    <a:pt x="7906" y="8754"/>
                    <a:pt x="7644" y="9707"/>
                  </a:cubicBezTo>
                  <a:cubicBezTo>
                    <a:pt x="7627" y="9778"/>
                    <a:pt x="7471" y="9804"/>
                    <a:pt x="7243" y="9804"/>
                  </a:cubicBezTo>
                  <a:cubicBezTo>
                    <a:pt x="6551" y="9804"/>
                    <a:pt x="5192" y="9558"/>
                    <a:pt x="4977" y="9540"/>
                  </a:cubicBezTo>
                  <a:cubicBezTo>
                    <a:pt x="4884" y="9532"/>
                    <a:pt x="4790" y="9529"/>
                    <a:pt x="4694" y="9529"/>
                  </a:cubicBezTo>
                  <a:cubicBezTo>
                    <a:pt x="4009" y="9529"/>
                    <a:pt x="3263" y="9706"/>
                    <a:pt x="2556" y="9706"/>
                  </a:cubicBezTo>
                  <a:cubicBezTo>
                    <a:pt x="2171" y="9706"/>
                    <a:pt x="1798" y="9654"/>
                    <a:pt x="1453" y="9492"/>
                  </a:cubicBezTo>
                  <a:cubicBezTo>
                    <a:pt x="881" y="9230"/>
                    <a:pt x="1167" y="7873"/>
                    <a:pt x="1215" y="7397"/>
                  </a:cubicBezTo>
                  <a:cubicBezTo>
                    <a:pt x="1262" y="6706"/>
                    <a:pt x="1238" y="6039"/>
                    <a:pt x="1238" y="5349"/>
                  </a:cubicBezTo>
                  <a:cubicBezTo>
                    <a:pt x="1238" y="3872"/>
                    <a:pt x="1191" y="2372"/>
                    <a:pt x="1191" y="895"/>
                  </a:cubicBezTo>
                  <a:cubicBezTo>
                    <a:pt x="2739" y="872"/>
                    <a:pt x="4287" y="776"/>
                    <a:pt x="5835" y="776"/>
                  </a:cubicBezTo>
                  <a:cubicBezTo>
                    <a:pt x="6045" y="776"/>
                    <a:pt x="6461" y="694"/>
                    <a:pt x="6816" y="694"/>
                  </a:cubicBezTo>
                  <a:close/>
                  <a:moveTo>
                    <a:pt x="5914" y="0"/>
                  </a:moveTo>
                  <a:cubicBezTo>
                    <a:pt x="4232" y="0"/>
                    <a:pt x="2517" y="205"/>
                    <a:pt x="834" y="205"/>
                  </a:cubicBezTo>
                  <a:cubicBezTo>
                    <a:pt x="762" y="205"/>
                    <a:pt x="667" y="229"/>
                    <a:pt x="619" y="300"/>
                  </a:cubicBezTo>
                  <a:cubicBezTo>
                    <a:pt x="524" y="371"/>
                    <a:pt x="500" y="467"/>
                    <a:pt x="500" y="562"/>
                  </a:cubicBezTo>
                  <a:cubicBezTo>
                    <a:pt x="500" y="2539"/>
                    <a:pt x="548" y="4539"/>
                    <a:pt x="572" y="6516"/>
                  </a:cubicBezTo>
                  <a:cubicBezTo>
                    <a:pt x="572" y="7611"/>
                    <a:pt x="0" y="9349"/>
                    <a:pt x="1119" y="10088"/>
                  </a:cubicBezTo>
                  <a:cubicBezTo>
                    <a:pt x="1512" y="10337"/>
                    <a:pt x="1991" y="10413"/>
                    <a:pt x="2496" y="10413"/>
                  </a:cubicBezTo>
                  <a:cubicBezTo>
                    <a:pt x="3286" y="10413"/>
                    <a:pt x="4142" y="10228"/>
                    <a:pt x="4834" y="10228"/>
                  </a:cubicBezTo>
                  <a:cubicBezTo>
                    <a:pt x="4883" y="10228"/>
                    <a:pt x="4930" y="10229"/>
                    <a:pt x="4977" y="10231"/>
                  </a:cubicBezTo>
                  <a:cubicBezTo>
                    <a:pt x="5573" y="10254"/>
                    <a:pt x="6216" y="10373"/>
                    <a:pt x="6811" y="10421"/>
                  </a:cubicBezTo>
                  <a:cubicBezTo>
                    <a:pt x="6960" y="10442"/>
                    <a:pt x="7185" y="10473"/>
                    <a:pt x="7411" y="10473"/>
                  </a:cubicBezTo>
                  <a:cubicBezTo>
                    <a:pt x="7692" y="10473"/>
                    <a:pt x="7976" y="10426"/>
                    <a:pt x="8121" y="10254"/>
                  </a:cubicBezTo>
                  <a:cubicBezTo>
                    <a:pt x="8716" y="9564"/>
                    <a:pt x="8430" y="8111"/>
                    <a:pt x="8383" y="7278"/>
                  </a:cubicBezTo>
                  <a:cubicBezTo>
                    <a:pt x="8287" y="5753"/>
                    <a:pt x="8383" y="4253"/>
                    <a:pt x="8383" y="2705"/>
                  </a:cubicBezTo>
                  <a:cubicBezTo>
                    <a:pt x="8383" y="1705"/>
                    <a:pt x="8335" y="133"/>
                    <a:pt x="7073" y="38"/>
                  </a:cubicBezTo>
                  <a:cubicBezTo>
                    <a:pt x="6689" y="11"/>
                    <a:pt x="6302" y="0"/>
                    <a:pt x="59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4"/>
            <p:cNvSpPr/>
            <p:nvPr/>
          </p:nvSpPr>
          <p:spPr>
            <a:xfrm>
              <a:off x="5178425" y="3253300"/>
              <a:ext cx="138750" cy="147050"/>
            </a:xfrm>
            <a:custGeom>
              <a:rect b="b" l="l" r="r" t="t"/>
              <a:pathLst>
                <a:path extrusionOk="0" h="5882" w="5550">
                  <a:moveTo>
                    <a:pt x="3501" y="451"/>
                  </a:moveTo>
                  <a:cubicBezTo>
                    <a:pt x="3716" y="451"/>
                    <a:pt x="3930" y="457"/>
                    <a:pt x="4144" y="469"/>
                  </a:cubicBezTo>
                  <a:cubicBezTo>
                    <a:pt x="4740" y="493"/>
                    <a:pt x="4883" y="588"/>
                    <a:pt x="4930" y="1160"/>
                  </a:cubicBezTo>
                  <a:cubicBezTo>
                    <a:pt x="4954" y="1731"/>
                    <a:pt x="4930" y="2303"/>
                    <a:pt x="4930" y="2874"/>
                  </a:cubicBezTo>
                  <a:cubicBezTo>
                    <a:pt x="4930" y="3442"/>
                    <a:pt x="5471" y="5351"/>
                    <a:pt x="4356" y="5351"/>
                  </a:cubicBezTo>
                  <a:cubicBezTo>
                    <a:pt x="4349" y="5351"/>
                    <a:pt x="4342" y="5351"/>
                    <a:pt x="4335" y="5351"/>
                  </a:cubicBezTo>
                  <a:cubicBezTo>
                    <a:pt x="3668" y="5351"/>
                    <a:pt x="3025" y="5375"/>
                    <a:pt x="2382" y="5399"/>
                  </a:cubicBezTo>
                  <a:cubicBezTo>
                    <a:pt x="2192" y="5399"/>
                    <a:pt x="882" y="5375"/>
                    <a:pt x="786" y="5113"/>
                  </a:cubicBezTo>
                  <a:cubicBezTo>
                    <a:pt x="334" y="3708"/>
                    <a:pt x="810" y="2041"/>
                    <a:pt x="882" y="564"/>
                  </a:cubicBezTo>
                  <a:cubicBezTo>
                    <a:pt x="1549" y="564"/>
                    <a:pt x="2192" y="493"/>
                    <a:pt x="2858" y="469"/>
                  </a:cubicBezTo>
                  <a:cubicBezTo>
                    <a:pt x="3073" y="457"/>
                    <a:pt x="3287" y="451"/>
                    <a:pt x="3501" y="451"/>
                  </a:cubicBezTo>
                  <a:close/>
                  <a:moveTo>
                    <a:pt x="3562" y="0"/>
                  </a:moveTo>
                  <a:cubicBezTo>
                    <a:pt x="2596" y="0"/>
                    <a:pt x="1627" y="96"/>
                    <a:pt x="667" y="112"/>
                  </a:cubicBezTo>
                  <a:cubicBezTo>
                    <a:pt x="596" y="112"/>
                    <a:pt x="525" y="136"/>
                    <a:pt x="477" y="183"/>
                  </a:cubicBezTo>
                  <a:cubicBezTo>
                    <a:pt x="453" y="231"/>
                    <a:pt x="429" y="278"/>
                    <a:pt x="429" y="326"/>
                  </a:cubicBezTo>
                  <a:cubicBezTo>
                    <a:pt x="405" y="1993"/>
                    <a:pt x="1" y="3612"/>
                    <a:pt x="334" y="5256"/>
                  </a:cubicBezTo>
                  <a:cubicBezTo>
                    <a:pt x="446" y="5784"/>
                    <a:pt x="1216" y="5882"/>
                    <a:pt x="1874" y="5882"/>
                  </a:cubicBezTo>
                  <a:cubicBezTo>
                    <a:pt x="2194" y="5882"/>
                    <a:pt x="2489" y="5859"/>
                    <a:pt x="2668" y="5851"/>
                  </a:cubicBezTo>
                  <a:cubicBezTo>
                    <a:pt x="3382" y="5851"/>
                    <a:pt x="4121" y="5827"/>
                    <a:pt x="4835" y="5780"/>
                  </a:cubicBezTo>
                  <a:cubicBezTo>
                    <a:pt x="5240" y="5660"/>
                    <a:pt x="5502" y="5303"/>
                    <a:pt x="5502" y="4898"/>
                  </a:cubicBezTo>
                  <a:cubicBezTo>
                    <a:pt x="5549" y="4136"/>
                    <a:pt x="5359" y="3350"/>
                    <a:pt x="5383" y="2588"/>
                  </a:cubicBezTo>
                  <a:cubicBezTo>
                    <a:pt x="5406" y="1826"/>
                    <a:pt x="5383" y="1064"/>
                    <a:pt x="5287" y="326"/>
                  </a:cubicBezTo>
                  <a:cubicBezTo>
                    <a:pt x="5287" y="231"/>
                    <a:pt x="5240" y="112"/>
                    <a:pt x="5121" y="112"/>
                  </a:cubicBezTo>
                  <a:cubicBezTo>
                    <a:pt x="4603" y="28"/>
                    <a:pt x="4083" y="0"/>
                    <a:pt x="35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4"/>
            <p:cNvSpPr/>
            <p:nvPr/>
          </p:nvSpPr>
          <p:spPr>
            <a:xfrm>
              <a:off x="5183200" y="3410425"/>
              <a:ext cx="132175" cy="45575"/>
            </a:xfrm>
            <a:custGeom>
              <a:rect b="b" l="l" r="r" t="t"/>
              <a:pathLst>
                <a:path extrusionOk="0" h="1823" w="5287">
                  <a:moveTo>
                    <a:pt x="2655" y="1"/>
                  </a:moveTo>
                  <a:cubicBezTo>
                    <a:pt x="2352" y="1"/>
                    <a:pt x="2048" y="149"/>
                    <a:pt x="1881" y="447"/>
                  </a:cubicBezTo>
                  <a:lnTo>
                    <a:pt x="500" y="447"/>
                  </a:lnTo>
                  <a:cubicBezTo>
                    <a:pt x="238" y="447"/>
                    <a:pt x="24" y="638"/>
                    <a:pt x="24" y="876"/>
                  </a:cubicBezTo>
                  <a:cubicBezTo>
                    <a:pt x="0" y="1138"/>
                    <a:pt x="214" y="1376"/>
                    <a:pt x="476" y="1376"/>
                  </a:cubicBezTo>
                  <a:lnTo>
                    <a:pt x="1881" y="1376"/>
                  </a:lnTo>
                  <a:cubicBezTo>
                    <a:pt x="2048" y="1674"/>
                    <a:pt x="2352" y="1822"/>
                    <a:pt x="2655" y="1822"/>
                  </a:cubicBezTo>
                  <a:cubicBezTo>
                    <a:pt x="2959" y="1822"/>
                    <a:pt x="3263" y="1674"/>
                    <a:pt x="3429" y="1376"/>
                  </a:cubicBezTo>
                  <a:lnTo>
                    <a:pt x="4834" y="1376"/>
                  </a:lnTo>
                  <a:cubicBezTo>
                    <a:pt x="5096" y="1376"/>
                    <a:pt x="5287" y="1138"/>
                    <a:pt x="5287" y="876"/>
                  </a:cubicBezTo>
                  <a:cubicBezTo>
                    <a:pt x="5263" y="638"/>
                    <a:pt x="5073" y="447"/>
                    <a:pt x="4811" y="447"/>
                  </a:cubicBezTo>
                  <a:lnTo>
                    <a:pt x="3429" y="447"/>
                  </a:lnTo>
                  <a:cubicBezTo>
                    <a:pt x="3263" y="149"/>
                    <a:pt x="2959" y="1"/>
                    <a:pt x="26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14"/>
          <p:cNvGrpSpPr/>
          <p:nvPr/>
        </p:nvGrpSpPr>
        <p:grpSpPr>
          <a:xfrm>
            <a:off x="3490777" y="3032751"/>
            <a:ext cx="369341" cy="310902"/>
            <a:chOff x="6236375" y="2802425"/>
            <a:chExt cx="282825" cy="238075"/>
          </a:xfrm>
        </p:grpSpPr>
        <p:sp>
          <p:nvSpPr>
            <p:cNvPr id="588" name="Google Shape;588;p14"/>
            <p:cNvSpPr/>
            <p:nvPr/>
          </p:nvSpPr>
          <p:spPr>
            <a:xfrm>
              <a:off x="6300300" y="2892150"/>
              <a:ext cx="52775" cy="41325"/>
            </a:xfrm>
            <a:custGeom>
              <a:rect b="b" l="l" r="r" t="t"/>
              <a:pathLst>
                <a:path extrusionOk="0" h="1653" w="2111">
                  <a:moveTo>
                    <a:pt x="959" y="1"/>
                  </a:moveTo>
                  <a:cubicBezTo>
                    <a:pt x="414" y="1"/>
                    <a:pt x="1" y="519"/>
                    <a:pt x="135" y="1079"/>
                  </a:cubicBezTo>
                  <a:cubicBezTo>
                    <a:pt x="246" y="1500"/>
                    <a:pt x="604" y="1653"/>
                    <a:pt x="999" y="1653"/>
                  </a:cubicBezTo>
                  <a:cubicBezTo>
                    <a:pt x="1028" y="1653"/>
                    <a:pt x="1058" y="1652"/>
                    <a:pt x="1088" y="1650"/>
                  </a:cubicBezTo>
                  <a:cubicBezTo>
                    <a:pt x="2050" y="1603"/>
                    <a:pt x="2110" y="6"/>
                    <a:pt x="1108" y="6"/>
                  </a:cubicBezTo>
                  <a:cubicBezTo>
                    <a:pt x="1093" y="6"/>
                    <a:pt x="1079" y="6"/>
                    <a:pt x="1064" y="7"/>
                  </a:cubicBezTo>
                  <a:cubicBezTo>
                    <a:pt x="1028" y="3"/>
                    <a:pt x="994" y="1"/>
                    <a:pt x="9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4"/>
            <p:cNvSpPr/>
            <p:nvPr/>
          </p:nvSpPr>
          <p:spPr>
            <a:xfrm>
              <a:off x="6357425" y="2845800"/>
              <a:ext cx="52800" cy="41825"/>
            </a:xfrm>
            <a:custGeom>
              <a:rect b="b" l="l" r="r" t="t"/>
              <a:pathLst>
                <a:path extrusionOk="0" h="1673" w="2112">
                  <a:moveTo>
                    <a:pt x="972" y="1"/>
                  </a:moveTo>
                  <a:cubicBezTo>
                    <a:pt x="432" y="1"/>
                    <a:pt x="0" y="527"/>
                    <a:pt x="160" y="1075"/>
                  </a:cubicBezTo>
                  <a:cubicBezTo>
                    <a:pt x="249" y="1500"/>
                    <a:pt x="590" y="1673"/>
                    <a:pt x="1006" y="1673"/>
                  </a:cubicBezTo>
                  <a:cubicBezTo>
                    <a:pt x="1033" y="1673"/>
                    <a:pt x="1061" y="1672"/>
                    <a:pt x="1089" y="1671"/>
                  </a:cubicBezTo>
                  <a:cubicBezTo>
                    <a:pt x="2051" y="1624"/>
                    <a:pt x="2111" y="3"/>
                    <a:pt x="1086" y="3"/>
                  </a:cubicBezTo>
                  <a:cubicBezTo>
                    <a:pt x="1071" y="3"/>
                    <a:pt x="1056" y="3"/>
                    <a:pt x="1041" y="4"/>
                  </a:cubicBezTo>
                  <a:cubicBezTo>
                    <a:pt x="1018" y="2"/>
                    <a:pt x="995" y="1"/>
                    <a:pt x="9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6428925" y="2862400"/>
              <a:ext cx="52750" cy="41900"/>
            </a:xfrm>
            <a:custGeom>
              <a:rect b="b" l="l" r="r" t="t"/>
              <a:pathLst>
                <a:path extrusionOk="0" h="1676" w="2110">
                  <a:moveTo>
                    <a:pt x="962" y="0"/>
                  </a:moveTo>
                  <a:cubicBezTo>
                    <a:pt x="415" y="0"/>
                    <a:pt x="1" y="539"/>
                    <a:pt x="158" y="1078"/>
                  </a:cubicBezTo>
                  <a:cubicBezTo>
                    <a:pt x="247" y="1503"/>
                    <a:pt x="609" y="1676"/>
                    <a:pt x="1008" y="1676"/>
                  </a:cubicBezTo>
                  <a:cubicBezTo>
                    <a:pt x="1034" y="1676"/>
                    <a:pt x="1060" y="1675"/>
                    <a:pt x="1086" y="1673"/>
                  </a:cubicBezTo>
                  <a:cubicBezTo>
                    <a:pt x="2056" y="1626"/>
                    <a:pt x="2110" y="6"/>
                    <a:pt x="1085" y="6"/>
                  </a:cubicBezTo>
                  <a:cubicBezTo>
                    <a:pt x="1078" y="6"/>
                    <a:pt x="1070" y="6"/>
                    <a:pt x="1063" y="6"/>
                  </a:cubicBezTo>
                  <a:cubicBezTo>
                    <a:pt x="1029" y="2"/>
                    <a:pt x="995" y="0"/>
                    <a:pt x="9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4"/>
            <p:cNvSpPr/>
            <p:nvPr/>
          </p:nvSpPr>
          <p:spPr>
            <a:xfrm>
              <a:off x="6408025" y="2924450"/>
              <a:ext cx="76625" cy="59725"/>
            </a:xfrm>
            <a:custGeom>
              <a:rect b="b" l="l" r="r" t="t"/>
              <a:pathLst>
                <a:path extrusionOk="0" h="2389" w="3065">
                  <a:moveTo>
                    <a:pt x="1517" y="0"/>
                  </a:moveTo>
                  <a:cubicBezTo>
                    <a:pt x="877" y="0"/>
                    <a:pt x="0" y="458"/>
                    <a:pt x="255" y="1549"/>
                  </a:cubicBezTo>
                  <a:cubicBezTo>
                    <a:pt x="409" y="2139"/>
                    <a:pt x="883" y="2388"/>
                    <a:pt x="1457" y="2388"/>
                  </a:cubicBezTo>
                  <a:cubicBezTo>
                    <a:pt x="1508" y="2388"/>
                    <a:pt x="1560" y="2386"/>
                    <a:pt x="1613" y="2383"/>
                  </a:cubicBezTo>
                  <a:cubicBezTo>
                    <a:pt x="2980" y="2312"/>
                    <a:pt x="3064" y="0"/>
                    <a:pt x="1610" y="0"/>
                  </a:cubicBezTo>
                  <a:cubicBezTo>
                    <a:pt x="1595" y="0"/>
                    <a:pt x="1580" y="1"/>
                    <a:pt x="1565" y="1"/>
                  </a:cubicBezTo>
                  <a:cubicBezTo>
                    <a:pt x="1549" y="1"/>
                    <a:pt x="1533" y="0"/>
                    <a:pt x="15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4"/>
            <p:cNvSpPr/>
            <p:nvPr/>
          </p:nvSpPr>
          <p:spPr>
            <a:xfrm>
              <a:off x="6236375" y="2802425"/>
              <a:ext cx="282825" cy="238075"/>
            </a:xfrm>
            <a:custGeom>
              <a:rect b="b" l="l" r="r" t="t"/>
              <a:pathLst>
                <a:path extrusionOk="0" h="9523" w="11313">
                  <a:moveTo>
                    <a:pt x="6831" y="950"/>
                  </a:moveTo>
                  <a:cubicBezTo>
                    <a:pt x="7938" y="950"/>
                    <a:pt x="9013" y="1343"/>
                    <a:pt x="9836" y="2286"/>
                  </a:cubicBezTo>
                  <a:cubicBezTo>
                    <a:pt x="10384" y="2929"/>
                    <a:pt x="10336" y="4263"/>
                    <a:pt x="10289" y="5025"/>
                  </a:cubicBezTo>
                  <a:cubicBezTo>
                    <a:pt x="10241" y="6097"/>
                    <a:pt x="9908" y="7240"/>
                    <a:pt x="9146" y="8002"/>
                  </a:cubicBezTo>
                  <a:cubicBezTo>
                    <a:pt x="8828" y="8331"/>
                    <a:pt x="8185" y="8579"/>
                    <a:pt x="7638" y="8579"/>
                  </a:cubicBezTo>
                  <a:cubicBezTo>
                    <a:pt x="7078" y="8579"/>
                    <a:pt x="6620" y="8319"/>
                    <a:pt x="6717" y="7621"/>
                  </a:cubicBezTo>
                  <a:cubicBezTo>
                    <a:pt x="6836" y="6835"/>
                    <a:pt x="6669" y="5692"/>
                    <a:pt x="5621" y="5668"/>
                  </a:cubicBezTo>
                  <a:cubicBezTo>
                    <a:pt x="5606" y="5668"/>
                    <a:pt x="5591" y="5668"/>
                    <a:pt x="5576" y="5668"/>
                  </a:cubicBezTo>
                  <a:cubicBezTo>
                    <a:pt x="4473" y="5668"/>
                    <a:pt x="3602" y="6420"/>
                    <a:pt x="2496" y="6420"/>
                  </a:cubicBezTo>
                  <a:cubicBezTo>
                    <a:pt x="2359" y="6420"/>
                    <a:pt x="2218" y="6408"/>
                    <a:pt x="2073" y="6382"/>
                  </a:cubicBezTo>
                  <a:cubicBezTo>
                    <a:pt x="1001" y="6192"/>
                    <a:pt x="1239" y="4906"/>
                    <a:pt x="1573" y="4192"/>
                  </a:cubicBezTo>
                  <a:cubicBezTo>
                    <a:pt x="1978" y="3453"/>
                    <a:pt x="2501" y="2810"/>
                    <a:pt x="3168" y="2310"/>
                  </a:cubicBezTo>
                  <a:cubicBezTo>
                    <a:pt x="4196" y="1488"/>
                    <a:pt x="5535" y="950"/>
                    <a:pt x="6831" y="950"/>
                  </a:cubicBezTo>
                  <a:close/>
                  <a:moveTo>
                    <a:pt x="6683" y="0"/>
                  </a:moveTo>
                  <a:cubicBezTo>
                    <a:pt x="5141" y="0"/>
                    <a:pt x="3707" y="719"/>
                    <a:pt x="2501" y="1667"/>
                  </a:cubicBezTo>
                  <a:cubicBezTo>
                    <a:pt x="1239" y="2763"/>
                    <a:pt x="1" y="4311"/>
                    <a:pt x="477" y="6073"/>
                  </a:cubicBezTo>
                  <a:cubicBezTo>
                    <a:pt x="746" y="7042"/>
                    <a:pt x="1630" y="7348"/>
                    <a:pt x="2547" y="7348"/>
                  </a:cubicBezTo>
                  <a:cubicBezTo>
                    <a:pt x="3094" y="7348"/>
                    <a:pt x="3652" y="7239"/>
                    <a:pt x="4097" y="7097"/>
                  </a:cubicBezTo>
                  <a:cubicBezTo>
                    <a:pt x="4430" y="6978"/>
                    <a:pt x="4764" y="6787"/>
                    <a:pt x="5121" y="6668"/>
                  </a:cubicBezTo>
                  <a:cubicBezTo>
                    <a:pt x="5245" y="6622"/>
                    <a:pt x="5348" y="6601"/>
                    <a:pt x="5434" y="6601"/>
                  </a:cubicBezTo>
                  <a:cubicBezTo>
                    <a:pt x="5881" y="6601"/>
                    <a:pt x="5872" y="7154"/>
                    <a:pt x="5812" y="7573"/>
                  </a:cubicBezTo>
                  <a:cubicBezTo>
                    <a:pt x="5716" y="8121"/>
                    <a:pt x="5740" y="8764"/>
                    <a:pt x="6264" y="9097"/>
                  </a:cubicBezTo>
                  <a:cubicBezTo>
                    <a:pt x="6688" y="9392"/>
                    <a:pt x="7176" y="9523"/>
                    <a:pt x="7669" y="9523"/>
                  </a:cubicBezTo>
                  <a:cubicBezTo>
                    <a:pt x="8450" y="9523"/>
                    <a:pt x="9243" y="9194"/>
                    <a:pt x="9813" y="8669"/>
                  </a:cubicBezTo>
                  <a:cubicBezTo>
                    <a:pt x="10741" y="7811"/>
                    <a:pt x="11075" y="6430"/>
                    <a:pt x="11194" y="5216"/>
                  </a:cubicBezTo>
                  <a:cubicBezTo>
                    <a:pt x="11313" y="4144"/>
                    <a:pt x="11241" y="2620"/>
                    <a:pt x="10551" y="1715"/>
                  </a:cubicBezTo>
                  <a:cubicBezTo>
                    <a:pt x="9836" y="810"/>
                    <a:pt x="8693" y="310"/>
                    <a:pt x="7645" y="95"/>
                  </a:cubicBezTo>
                  <a:cubicBezTo>
                    <a:pt x="7321" y="30"/>
                    <a:pt x="6999" y="0"/>
                    <a:pt x="66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14"/>
          <p:cNvGrpSpPr/>
          <p:nvPr/>
        </p:nvGrpSpPr>
        <p:grpSpPr>
          <a:xfrm>
            <a:off x="4615842" y="1543104"/>
            <a:ext cx="315701" cy="284849"/>
            <a:chOff x="5698175" y="2389350"/>
            <a:chExt cx="241750" cy="218125"/>
          </a:xfrm>
        </p:grpSpPr>
        <p:sp>
          <p:nvSpPr>
            <p:cNvPr id="594" name="Google Shape;594;p14"/>
            <p:cNvSpPr/>
            <p:nvPr/>
          </p:nvSpPr>
          <p:spPr>
            <a:xfrm>
              <a:off x="5698175" y="2389350"/>
              <a:ext cx="241750" cy="218125"/>
            </a:xfrm>
            <a:custGeom>
              <a:rect b="b" l="l" r="r" t="t"/>
              <a:pathLst>
                <a:path extrusionOk="0" h="8725" w="9670">
                  <a:moveTo>
                    <a:pt x="4981" y="932"/>
                  </a:moveTo>
                  <a:cubicBezTo>
                    <a:pt x="6004" y="932"/>
                    <a:pt x="7073" y="1171"/>
                    <a:pt x="7788" y="1854"/>
                  </a:cubicBezTo>
                  <a:cubicBezTo>
                    <a:pt x="8526" y="2663"/>
                    <a:pt x="8669" y="3830"/>
                    <a:pt x="8145" y="4783"/>
                  </a:cubicBezTo>
                  <a:cubicBezTo>
                    <a:pt x="7541" y="5894"/>
                    <a:pt x="6313" y="6175"/>
                    <a:pt x="5130" y="6175"/>
                  </a:cubicBezTo>
                  <a:cubicBezTo>
                    <a:pt x="4868" y="6175"/>
                    <a:pt x="4609" y="6162"/>
                    <a:pt x="4359" y="6140"/>
                  </a:cubicBezTo>
                  <a:cubicBezTo>
                    <a:pt x="4323" y="6128"/>
                    <a:pt x="4287" y="6122"/>
                    <a:pt x="4249" y="6122"/>
                  </a:cubicBezTo>
                  <a:cubicBezTo>
                    <a:pt x="4210" y="6122"/>
                    <a:pt x="4168" y="6128"/>
                    <a:pt x="4121" y="6140"/>
                  </a:cubicBezTo>
                  <a:cubicBezTo>
                    <a:pt x="4025" y="6140"/>
                    <a:pt x="3930" y="6188"/>
                    <a:pt x="3859" y="6283"/>
                  </a:cubicBezTo>
                  <a:cubicBezTo>
                    <a:pt x="3263" y="6712"/>
                    <a:pt x="2644" y="7140"/>
                    <a:pt x="2025" y="7521"/>
                  </a:cubicBezTo>
                  <a:cubicBezTo>
                    <a:pt x="1953" y="6807"/>
                    <a:pt x="1953" y="6092"/>
                    <a:pt x="1953" y="5354"/>
                  </a:cubicBezTo>
                  <a:cubicBezTo>
                    <a:pt x="1953" y="5235"/>
                    <a:pt x="1906" y="5116"/>
                    <a:pt x="1811" y="5045"/>
                  </a:cubicBezTo>
                  <a:cubicBezTo>
                    <a:pt x="1382" y="4164"/>
                    <a:pt x="1358" y="3140"/>
                    <a:pt x="1763" y="2258"/>
                  </a:cubicBezTo>
                  <a:cubicBezTo>
                    <a:pt x="2096" y="1496"/>
                    <a:pt x="2858" y="1211"/>
                    <a:pt x="3620" y="1068"/>
                  </a:cubicBezTo>
                  <a:cubicBezTo>
                    <a:pt x="4037" y="984"/>
                    <a:pt x="4504" y="932"/>
                    <a:pt x="4981" y="932"/>
                  </a:cubicBezTo>
                  <a:close/>
                  <a:moveTo>
                    <a:pt x="4996" y="0"/>
                  </a:moveTo>
                  <a:cubicBezTo>
                    <a:pt x="4210" y="0"/>
                    <a:pt x="3434" y="121"/>
                    <a:pt x="2787" y="306"/>
                  </a:cubicBezTo>
                  <a:cubicBezTo>
                    <a:pt x="620" y="949"/>
                    <a:pt x="1" y="3687"/>
                    <a:pt x="1025" y="5521"/>
                  </a:cubicBezTo>
                  <a:cubicBezTo>
                    <a:pt x="1025" y="6474"/>
                    <a:pt x="1072" y="7450"/>
                    <a:pt x="1191" y="8402"/>
                  </a:cubicBezTo>
                  <a:cubicBezTo>
                    <a:pt x="1242" y="8606"/>
                    <a:pt x="1426" y="8725"/>
                    <a:pt x="1622" y="8725"/>
                  </a:cubicBezTo>
                  <a:cubicBezTo>
                    <a:pt x="1701" y="8725"/>
                    <a:pt x="1783" y="8706"/>
                    <a:pt x="1858" y="8664"/>
                  </a:cubicBezTo>
                  <a:cubicBezTo>
                    <a:pt x="2715" y="8188"/>
                    <a:pt x="3549" y="7640"/>
                    <a:pt x="4359" y="7069"/>
                  </a:cubicBezTo>
                  <a:cubicBezTo>
                    <a:pt x="4596" y="7088"/>
                    <a:pt x="4836" y="7098"/>
                    <a:pt x="5075" y="7098"/>
                  </a:cubicBezTo>
                  <a:cubicBezTo>
                    <a:pt x="6639" y="7098"/>
                    <a:pt x="8197" y="6647"/>
                    <a:pt x="9003" y="5140"/>
                  </a:cubicBezTo>
                  <a:cubicBezTo>
                    <a:pt x="9669" y="3782"/>
                    <a:pt x="9384" y="2139"/>
                    <a:pt x="8312" y="1115"/>
                  </a:cubicBezTo>
                  <a:cubicBezTo>
                    <a:pt x="7496" y="299"/>
                    <a:pt x="6234" y="0"/>
                    <a:pt x="49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4"/>
            <p:cNvSpPr/>
            <p:nvPr/>
          </p:nvSpPr>
          <p:spPr>
            <a:xfrm>
              <a:off x="5757350" y="2438400"/>
              <a:ext cx="117725" cy="27325"/>
            </a:xfrm>
            <a:custGeom>
              <a:rect b="b" l="l" r="r" t="t"/>
              <a:pathLst>
                <a:path extrusionOk="0" h="1093" w="4709">
                  <a:moveTo>
                    <a:pt x="1609" y="0"/>
                  </a:moveTo>
                  <a:cubicBezTo>
                    <a:pt x="1129" y="0"/>
                    <a:pt x="646" y="265"/>
                    <a:pt x="229" y="463"/>
                  </a:cubicBezTo>
                  <a:cubicBezTo>
                    <a:pt x="0" y="567"/>
                    <a:pt x="135" y="890"/>
                    <a:pt x="364" y="890"/>
                  </a:cubicBezTo>
                  <a:cubicBezTo>
                    <a:pt x="397" y="890"/>
                    <a:pt x="432" y="883"/>
                    <a:pt x="468" y="868"/>
                  </a:cubicBezTo>
                  <a:cubicBezTo>
                    <a:pt x="825" y="654"/>
                    <a:pt x="1230" y="535"/>
                    <a:pt x="1658" y="463"/>
                  </a:cubicBezTo>
                  <a:cubicBezTo>
                    <a:pt x="1672" y="462"/>
                    <a:pt x="1685" y="462"/>
                    <a:pt x="1699" y="462"/>
                  </a:cubicBezTo>
                  <a:cubicBezTo>
                    <a:pt x="2152" y="462"/>
                    <a:pt x="2456" y="848"/>
                    <a:pt x="2849" y="987"/>
                  </a:cubicBezTo>
                  <a:cubicBezTo>
                    <a:pt x="3037" y="1062"/>
                    <a:pt x="3208" y="1092"/>
                    <a:pt x="3373" y="1092"/>
                  </a:cubicBezTo>
                  <a:cubicBezTo>
                    <a:pt x="3729" y="1092"/>
                    <a:pt x="4053" y="951"/>
                    <a:pt x="4445" y="820"/>
                  </a:cubicBezTo>
                  <a:cubicBezTo>
                    <a:pt x="4709" y="732"/>
                    <a:pt x="4627" y="360"/>
                    <a:pt x="4388" y="360"/>
                  </a:cubicBezTo>
                  <a:cubicBezTo>
                    <a:pt x="4368" y="360"/>
                    <a:pt x="4347" y="362"/>
                    <a:pt x="4326" y="368"/>
                  </a:cubicBezTo>
                  <a:cubicBezTo>
                    <a:pt x="3986" y="486"/>
                    <a:pt x="3692" y="613"/>
                    <a:pt x="3381" y="613"/>
                  </a:cubicBezTo>
                  <a:cubicBezTo>
                    <a:pt x="3191" y="613"/>
                    <a:pt x="2994" y="566"/>
                    <a:pt x="2778" y="439"/>
                  </a:cubicBezTo>
                  <a:cubicBezTo>
                    <a:pt x="2516" y="249"/>
                    <a:pt x="2206" y="106"/>
                    <a:pt x="1896" y="34"/>
                  </a:cubicBezTo>
                  <a:cubicBezTo>
                    <a:pt x="1801" y="11"/>
                    <a:pt x="1705" y="0"/>
                    <a:pt x="1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4"/>
            <p:cNvSpPr/>
            <p:nvPr/>
          </p:nvSpPr>
          <p:spPr>
            <a:xfrm>
              <a:off x="5757475" y="2485075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7"/>
                  </a:cubicBezTo>
                  <a:cubicBezTo>
                    <a:pt x="1" y="579"/>
                    <a:pt x="124" y="889"/>
                    <a:pt x="343" y="889"/>
                  </a:cubicBezTo>
                  <a:cubicBezTo>
                    <a:pt x="380" y="889"/>
                    <a:pt x="421" y="879"/>
                    <a:pt x="463" y="858"/>
                  </a:cubicBezTo>
                  <a:cubicBezTo>
                    <a:pt x="820" y="668"/>
                    <a:pt x="1225" y="525"/>
                    <a:pt x="1653" y="477"/>
                  </a:cubicBezTo>
                  <a:cubicBezTo>
                    <a:pt x="1678" y="475"/>
                    <a:pt x="1703" y="474"/>
                    <a:pt x="1727" y="474"/>
                  </a:cubicBezTo>
                  <a:cubicBezTo>
                    <a:pt x="2162" y="474"/>
                    <a:pt x="2460" y="866"/>
                    <a:pt x="2844" y="1001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3" y="1096"/>
                    <a:pt x="4048" y="965"/>
                    <a:pt x="4440" y="835"/>
                  </a:cubicBezTo>
                  <a:cubicBezTo>
                    <a:pt x="4698" y="748"/>
                    <a:pt x="4625" y="369"/>
                    <a:pt x="4397" y="369"/>
                  </a:cubicBezTo>
                  <a:cubicBezTo>
                    <a:pt x="4373" y="369"/>
                    <a:pt x="4347" y="373"/>
                    <a:pt x="4321" y="382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2"/>
                    <a:pt x="2773" y="430"/>
                  </a:cubicBezTo>
                  <a:cubicBezTo>
                    <a:pt x="2511" y="263"/>
                    <a:pt x="2201" y="120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14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920200" y="2931176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5"/>
          <p:cNvSpPr txBox="1"/>
          <p:nvPr>
            <p:ph type="title"/>
          </p:nvPr>
        </p:nvSpPr>
        <p:spPr>
          <a:xfrm>
            <a:off x="1761575" y="711175"/>
            <a:ext cx="56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When ML Shines</a:t>
            </a:r>
            <a:endParaRPr/>
          </a:p>
        </p:txBody>
      </p:sp>
      <p:sp>
        <p:nvSpPr>
          <p:cNvPr id="604" name="Google Shape;604;p15"/>
          <p:cNvSpPr/>
          <p:nvPr/>
        </p:nvSpPr>
        <p:spPr>
          <a:xfrm>
            <a:off x="3336163" y="1624607"/>
            <a:ext cx="407485" cy="374550"/>
          </a:xfrm>
          <a:custGeom>
            <a:rect b="b" l="l" r="r" t="t"/>
            <a:pathLst>
              <a:path extrusionOk="0" h="11691" w="12718">
                <a:moveTo>
                  <a:pt x="7764" y="1347"/>
                </a:moveTo>
                <a:cubicBezTo>
                  <a:pt x="8050" y="1466"/>
                  <a:pt x="8264" y="1728"/>
                  <a:pt x="8312" y="2037"/>
                </a:cubicBezTo>
                <a:cubicBezTo>
                  <a:pt x="8097" y="2085"/>
                  <a:pt x="7859" y="2109"/>
                  <a:pt x="7645" y="2109"/>
                </a:cubicBezTo>
                <a:cubicBezTo>
                  <a:pt x="7692" y="1895"/>
                  <a:pt x="7716" y="1633"/>
                  <a:pt x="7764" y="1371"/>
                </a:cubicBezTo>
                <a:lnTo>
                  <a:pt x="7764" y="1347"/>
                </a:lnTo>
                <a:close/>
                <a:moveTo>
                  <a:pt x="4882" y="1085"/>
                </a:moveTo>
                <a:cubicBezTo>
                  <a:pt x="5525" y="1109"/>
                  <a:pt x="6144" y="1085"/>
                  <a:pt x="6764" y="1133"/>
                </a:cubicBezTo>
                <a:cubicBezTo>
                  <a:pt x="6692" y="1609"/>
                  <a:pt x="6597" y="2085"/>
                  <a:pt x="6526" y="2585"/>
                </a:cubicBezTo>
                <a:cubicBezTo>
                  <a:pt x="6526" y="2800"/>
                  <a:pt x="6692" y="3014"/>
                  <a:pt x="6907" y="3085"/>
                </a:cubicBezTo>
                <a:cubicBezTo>
                  <a:pt x="7149" y="3136"/>
                  <a:pt x="7398" y="3160"/>
                  <a:pt x="7647" y="3160"/>
                </a:cubicBezTo>
                <a:cubicBezTo>
                  <a:pt x="7863" y="3160"/>
                  <a:pt x="8078" y="3142"/>
                  <a:pt x="8288" y="3109"/>
                </a:cubicBezTo>
                <a:cubicBezTo>
                  <a:pt x="8288" y="3157"/>
                  <a:pt x="8288" y="3204"/>
                  <a:pt x="8288" y="3228"/>
                </a:cubicBezTo>
                <a:cubicBezTo>
                  <a:pt x="8193" y="3966"/>
                  <a:pt x="8169" y="4728"/>
                  <a:pt x="8193" y="5467"/>
                </a:cubicBezTo>
                <a:lnTo>
                  <a:pt x="7145" y="5467"/>
                </a:lnTo>
                <a:cubicBezTo>
                  <a:pt x="6430" y="5467"/>
                  <a:pt x="5716" y="5491"/>
                  <a:pt x="4978" y="5538"/>
                </a:cubicBezTo>
                <a:cubicBezTo>
                  <a:pt x="4930" y="4062"/>
                  <a:pt x="4882" y="2585"/>
                  <a:pt x="4882" y="1085"/>
                </a:cubicBezTo>
                <a:close/>
                <a:moveTo>
                  <a:pt x="7361" y="6510"/>
                </a:moveTo>
                <a:cubicBezTo>
                  <a:pt x="7733" y="6510"/>
                  <a:pt x="8106" y="6518"/>
                  <a:pt x="8478" y="6538"/>
                </a:cubicBezTo>
                <a:cubicBezTo>
                  <a:pt x="8534" y="6566"/>
                  <a:pt x="8606" y="6578"/>
                  <a:pt x="8676" y="6578"/>
                </a:cubicBezTo>
                <a:cubicBezTo>
                  <a:pt x="8725" y="6578"/>
                  <a:pt x="8772" y="6572"/>
                  <a:pt x="8812" y="6562"/>
                </a:cubicBezTo>
                <a:cubicBezTo>
                  <a:pt x="9169" y="6586"/>
                  <a:pt x="9502" y="6634"/>
                  <a:pt x="9836" y="6681"/>
                </a:cubicBezTo>
                <a:cubicBezTo>
                  <a:pt x="10336" y="6753"/>
                  <a:pt x="10812" y="6848"/>
                  <a:pt x="11265" y="7015"/>
                </a:cubicBezTo>
                <a:cubicBezTo>
                  <a:pt x="11574" y="7110"/>
                  <a:pt x="11431" y="7848"/>
                  <a:pt x="11431" y="8110"/>
                </a:cubicBezTo>
                <a:cubicBezTo>
                  <a:pt x="11479" y="8634"/>
                  <a:pt x="11479" y="9158"/>
                  <a:pt x="11407" y="9658"/>
                </a:cubicBezTo>
                <a:cubicBezTo>
                  <a:pt x="11362" y="9850"/>
                  <a:pt x="11082" y="9903"/>
                  <a:pt x="10772" y="9903"/>
                </a:cubicBezTo>
                <a:cubicBezTo>
                  <a:pt x="10427" y="9903"/>
                  <a:pt x="10045" y="9837"/>
                  <a:pt x="9907" y="9825"/>
                </a:cubicBezTo>
                <a:cubicBezTo>
                  <a:pt x="8728" y="9753"/>
                  <a:pt x="7550" y="9718"/>
                  <a:pt x="6371" y="9718"/>
                </a:cubicBezTo>
                <a:cubicBezTo>
                  <a:pt x="5192" y="9718"/>
                  <a:pt x="4013" y="9753"/>
                  <a:pt x="2834" y="9825"/>
                </a:cubicBezTo>
                <a:cubicBezTo>
                  <a:pt x="2752" y="9825"/>
                  <a:pt x="2628" y="9832"/>
                  <a:pt x="2496" y="9832"/>
                </a:cubicBezTo>
                <a:cubicBezTo>
                  <a:pt x="2211" y="9832"/>
                  <a:pt x="1883" y="9798"/>
                  <a:pt x="1834" y="9587"/>
                </a:cubicBezTo>
                <a:cubicBezTo>
                  <a:pt x="1786" y="9182"/>
                  <a:pt x="1763" y="8801"/>
                  <a:pt x="1810" y="8396"/>
                </a:cubicBezTo>
                <a:cubicBezTo>
                  <a:pt x="1834" y="7848"/>
                  <a:pt x="1905" y="7300"/>
                  <a:pt x="1929" y="6753"/>
                </a:cubicBezTo>
                <a:cubicBezTo>
                  <a:pt x="3728" y="6713"/>
                  <a:pt x="5543" y="6510"/>
                  <a:pt x="7361" y="6510"/>
                </a:cubicBezTo>
                <a:close/>
                <a:moveTo>
                  <a:pt x="4406" y="1"/>
                </a:moveTo>
                <a:cubicBezTo>
                  <a:pt x="4117" y="1"/>
                  <a:pt x="3858" y="223"/>
                  <a:pt x="3858" y="537"/>
                </a:cubicBezTo>
                <a:cubicBezTo>
                  <a:pt x="3811" y="2228"/>
                  <a:pt x="3882" y="3919"/>
                  <a:pt x="3954" y="5610"/>
                </a:cubicBezTo>
                <a:cubicBezTo>
                  <a:pt x="3120" y="5657"/>
                  <a:pt x="2263" y="5705"/>
                  <a:pt x="1429" y="5729"/>
                </a:cubicBezTo>
                <a:cubicBezTo>
                  <a:pt x="1411" y="5726"/>
                  <a:pt x="1393" y="5724"/>
                  <a:pt x="1374" y="5724"/>
                </a:cubicBezTo>
                <a:cubicBezTo>
                  <a:pt x="1245" y="5724"/>
                  <a:pt x="1108" y="5794"/>
                  <a:pt x="1024" y="5919"/>
                </a:cubicBezTo>
                <a:cubicBezTo>
                  <a:pt x="953" y="5991"/>
                  <a:pt x="905" y="6110"/>
                  <a:pt x="905" y="6229"/>
                </a:cubicBezTo>
                <a:cubicBezTo>
                  <a:pt x="881" y="7658"/>
                  <a:pt x="0" y="10539"/>
                  <a:pt x="2048" y="10825"/>
                </a:cubicBezTo>
                <a:lnTo>
                  <a:pt x="2048" y="11015"/>
                </a:lnTo>
                <a:cubicBezTo>
                  <a:pt x="2048" y="11254"/>
                  <a:pt x="2215" y="11468"/>
                  <a:pt x="2429" y="11539"/>
                </a:cubicBezTo>
                <a:cubicBezTo>
                  <a:pt x="2759" y="11607"/>
                  <a:pt x="3249" y="11691"/>
                  <a:pt x="3729" y="11691"/>
                </a:cubicBezTo>
                <a:cubicBezTo>
                  <a:pt x="4428" y="11691"/>
                  <a:pt x="5103" y="11513"/>
                  <a:pt x="5216" y="10849"/>
                </a:cubicBezTo>
                <a:cubicBezTo>
                  <a:pt x="5787" y="10825"/>
                  <a:pt x="6335" y="10801"/>
                  <a:pt x="6883" y="10801"/>
                </a:cubicBezTo>
                <a:lnTo>
                  <a:pt x="7573" y="10801"/>
                </a:lnTo>
                <a:lnTo>
                  <a:pt x="7573" y="11087"/>
                </a:lnTo>
                <a:cubicBezTo>
                  <a:pt x="7597" y="11373"/>
                  <a:pt x="7811" y="11587"/>
                  <a:pt x="8097" y="11611"/>
                </a:cubicBezTo>
                <a:cubicBezTo>
                  <a:pt x="8347" y="11627"/>
                  <a:pt x="8711" y="11659"/>
                  <a:pt x="9093" y="11659"/>
                </a:cubicBezTo>
                <a:cubicBezTo>
                  <a:pt x="9842" y="11659"/>
                  <a:pt x="10663" y="11535"/>
                  <a:pt x="10836" y="10920"/>
                </a:cubicBezTo>
                <a:cubicBezTo>
                  <a:pt x="11003" y="10920"/>
                  <a:pt x="11146" y="10920"/>
                  <a:pt x="11312" y="10896"/>
                </a:cubicBezTo>
                <a:cubicBezTo>
                  <a:pt x="12479" y="10754"/>
                  <a:pt x="12527" y="9515"/>
                  <a:pt x="12479" y="8586"/>
                </a:cubicBezTo>
                <a:cubicBezTo>
                  <a:pt x="12479" y="7753"/>
                  <a:pt x="12717" y="6586"/>
                  <a:pt x="11836" y="6110"/>
                </a:cubicBezTo>
                <a:cubicBezTo>
                  <a:pt x="11026" y="5729"/>
                  <a:pt x="10145" y="5514"/>
                  <a:pt x="9240" y="5514"/>
                </a:cubicBezTo>
                <a:cubicBezTo>
                  <a:pt x="9264" y="4514"/>
                  <a:pt x="9288" y="3562"/>
                  <a:pt x="9407" y="2561"/>
                </a:cubicBezTo>
                <a:cubicBezTo>
                  <a:pt x="9502" y="1895"/>
                  <a:pt x="9264" y="1204"/>
                  <a:pt x="8740" y="751"/>
                </a:cubicBezTo>
                <a:cubicBezTo>
                  <a:pt x="8028" y="115"/>
                  <a:pt x="7055" y="67"/>
                  <a:pt x="6098" y="67"/>
                </a:cubicBezTo>
                <a:cubicBezTo>
                  <a:pt x="5928" y="67"/>
                  <a:pt x="5757" y="68"/>
                  <a:pt x="5589" y="68"/>
                </a:cubicBezTo>
                <a:cubicBezTo>
                  <a:pt x="5219" y="68"/>
                  <a:pt x="4858" y="61"/>
                  <a:pt x="4525" y="13"/>
                </a:cubicBezTo>
                <a:cubicBezTo>
                  <a:pt x="4485" y="5"/>
                  <a:pt x="4445" y="1"/>
                  <a:pt x="440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5839314" y="1652641"/>
            <a:ext cx="383404" cy="341201"/>
          </a:xfrm>
          <a:custGeom>
            <a:rect b="b" l="l" r="r" t="t"/>
            <a:pathLst>
              <a:path extrusionOk="0" h="10025" w="11265">
                <a:moveTo>
                  <a:pt x="4049" y="1050"/>
                </a:moveTo>
                <a:cubicBezTo>
                  <a:pt x="4121" y="1098"/>
                  <a:pt x="4216" y="1169"/>
                  <a:pt x="4311" y="1217"/>
                </a:cubicBezTo>
                <a:cubicBezTo>
                  <a:pt x="4525" y="1312"/>
                  <a:pt x="4740" y="1383"/>
                  <a:pt x="4954" y="1431"/>
                </a:cubicBezTo>
                <a:cubicBezTo>
                  <a:pt x="4573" y="1622"/>
                  <a:pt x="4192" y="1788"/>
                  <a:pt x="3811" y="2003"/>
                </a:cubicBezTo>
                <a:cubicBezTo>
                  <a:pt x="3359" y="2288"/>
                  <a:pt x="2954" y="2669"/>
                  <a:pt x="2477" y="2955"/>
                </a:cubicBezTo>
                <a:cubicBezTo>
                  <a:pt x="2096" y="2908"/>
                  <a:pt x="1691" y="2836"/>
                  <a:pt x="1310" y="2693"/>
                </a:cubicBezTo>
                <a:cubicBezTo>
                  <a:pt x="1739" y="2431"/>
                  <a:pt x="2215" y="2265"/>
                  <a:pt x="2644" y="2026"/>
                </a:cubicBezTo>
                <a:cubicBezTo>
                  <a:pt x="3144" y="1741"/>
                  <a:pt x="3573" y="1360"/>
                  <a:pt x="4049" y="1050"/>
                </a:cubicBezTo>
                <a:close/>
                <a:moveTo>
                  <a:pt x="7193" y="1026"/>
                </a:moveTo>
                <a:cubicBezTo>
                  <a:pt x="7693" y="1336"/>
                  <a:pt x="8121" y="1693"/>
                  <a:pt x="8598" y="2003"/>
                </a:cubicBezTo>
                <a:cubicBezTo>
                  <a:pt x="9026" y="2312"/>
                  <a:pt x="9503" y="2455"/>
                  <a:pt x="9931" y="2693"/>
                </a:cubicBezTo>
                <a:cubicBezTo>
                  <a:pt x="9550" y="2836"/>
                  <a:pt x="9169" y="2908"/>
                  <a:pt x="8764" y="2955"/>
                </a:cubicBezTo>
                <a:lnTo>
                  <a:pt x="8717" y="2931"/>
                </a:lnTo>
                <a:cubicBezTo>
                  <a:pt x="8669" y="2884"/>
                  <a:pt x="8622" y="2860"/>
                  <a:pt x="8574" y="2836"/>
                </a:cubicBezTo>
                <a:cubicBezTo>
                  <a:pt x="8193" y="2574"/>
                  <a:pt x="7836" y="2265"/>
                  <a:pt x="7431" y="2026"/>
                </a:cubicBezTo>
                <a:cubicBezTo>
                  <a:pt x="7074" y="1812"/>
                  <a:pt x="6693" y="1622"/>
                  <a:pt x="6288" y="1431"/>
                </a:cubicBezTo>
                <a:cubicBezTo>
                  <a:pt x="6454" y="1383"/>
                  <a:pt x="6645" y="1336"/>
                  <a:pt x="6764" y="1288"/>
                </a:cubicBezTo>
                <a:cubicBezTo>
                  <a:pt x="6931" y="1217"/>
                  <a:pt x="7074" y="1145"/>
                  <a:pt x="7193" y="1026"/>
                </a:cubicBezTo>
                <a:close/>
                <a:moveTo>
                  <a:pt x="5621" y="2146"/>
                </a:moveTo>
                <a:cubicBezTo>
                  <a:pt x="6073" y="2384"/>
                  <a:pt x="6526" y="2574"/>
                  <a:pt x="6978" y="2812"/>
                </a:cubicBezTo>
                <a:cubicBezTo>
                  <a:pt x="7216" y="2955"/>
                  <a:pt x="7431" y="3122"/>
                  <a:pt x="7669" y="3312"/>
                </a:cubicBezTo>
                <a:cubicBezTo>
                  <a:pt x="6907" y="3527"/>
                  <a:pt x="6169" y="3860"/>
                  <a:pt x="5502" y="4241"/>
                </a:cubicBezTo>
                <a:cubicBezTo>
                  <a:pt x="4859" y="3884"/>
                  <a:pt x="4216" y="3598"/>
                  <a:pt x="3525" y="3360"/>
                </a:cubicBezTo>
                <a:cubicBezTo>
                  <a:pt x="3787" y="3170"/>
                  <a:pt x="4025" y="2979"/>
                  <a:pt x="4287" y="2812"/>
                </a:cubicBezTo>
                <a:cubicBezTo>
                  <a:pt x="4716" y="2550"/>
                  <a:pt x="5192" y="2360"/>
                  <a:pt x="5621" y="2146"/>
                </a:cubicBezTo>
                <a:close/>
                <a:moveTo>
                  <a:pt x="8526" y="4003"/>
                </a:moveTo>
                <a:cubicBezTo>
                  <a:pt x="8883" y="4265"/>
                  <a:pt x="9288" y="4432"/>
                  <a:pt x="9646" y="4670"/>
                </a:cubicBezTo>
                <a:cubicBezTo>
                  <a:pt x="9574" y="4718"/>
                  <a:pt x="9503" y="4765"/>
                  <a:pt x="9431" y="4813"/>
                </a:cubicBezTo>
                <a:cubicBezTo>
                  <a:pt x="8979" y="5003"/>
                  <a:pt x="8550" y="5194"/>
                  <a:pt x="8074" y="5360"/>
                </a:cubicBezTo>
                <a:cubicBezTo>
                  <a:pt x="7717" y="5503"/>
                  <a:pt x="7336" y="5646"/>
                  <a:pt x="6978" y="5742"/>
                </a:cubicBezTo>
                <a:cubicBezTo>
                  <a:pt x="6960" y="5746"/>
                  <a:pt x="6941" y="5748"/>
                  <a:pt x="6923" y="5748"/>
                </a:cubicBezTo>
                <a:cubicBezTo>
                  <a:pt x="6638" y="5748"/>
                  <a:pt x="6398" y="5242"/>
                  <a:pt x="6264" y="4884"/>
                </a:cubicBezTo>
                <a:cubicBezTo>
                  <a:pt x="6978" y="4479"/>
                  <a:pt x="7740" y="4194"/>
                  <a:pt x="8526" y="4003"/>
                </a:cubicBezTo>
                <a:close/>
                <a:moveTo>
                  <a:pt x="2858" y="4146"/>
                </a:moveTo>
                <a:cubicBezTo>
                  <a:pt x="3501" y="4313"/>
                  <a:pt x="4121" y="4575"/>
                  <a:pt x="4716" y="4884"/>
                </a:cubicBezTo>
                <a:cubicBezTo>
                  <a:pt x="4573" y="5265"/>
                  <a:pt x="4335" y="5765"/>
                  <a:pt x="4073" y="5765"/>
                </a:cubicBezTo>
                <a:cubicBezTo>
                  <a:pt x="3692" y="5718"/>
                  <a:pt x="3335" y="5622"/>
                  <a:pt x="3001" y="5456"/>
                </a:cubicBezTo>
                <a:cubicBezTo>
                  <a:pt x="2454" y="5313"/>
                  <a:pt x="1906" y="5122"/>
                  <a:pt x="1382" y="4884"/>
                </a:cubicBezTo>
                <a:cubicBezTo>
                  <a:pt x="1858" y="4622"/>
                  <a:pt x="2454" y="4527"/>
                  <a:pt x="2858" y="4146"/>
                </a:cubicBezTo>
                <a:close/>
                <a:moveTo>
                  <a:pt x="5502" y="5384"/>
                </a:moveTo>
                <a:cubicBezTo>
                  <a:pt x="5819" y="6077"/>
                  <a:pt x="6250" y="6622"/>
                  <a:pt x="6989" y="6622"/>
                </a:cubicBezTo>
                <a:cubicBezTo>
                  <a:pt x="7139" y="6622"/>
                  <a:pt x="7302" y="6599"/>
                  <a:pt x="7478" y="6551"/>
                </a:cubicBezTo>
                <a:cubicBezTo>
                  <a:pt x="8098" y="6385"/>
                  <a:pt x="8693" y="6170"/>
                  <a:pt x="9288" y="5932"/>
                </a:cubicBezTo>
                <a:cubicBezTo>
                  <a:pt x="9312" y="6527"/>
                  <a:pt x="9360" y="7147"/>
                  <a:pt x="9336" y="7718"/>
                </a:cubicBezTo>
                <a:cubicBezTo>
                  <a:pt x="9336" y="8028"/>
                  <a:pt x="7812" y="8480"/>
                  <a:pt x="7574" y="8599"/>
                </a:cubicBezTo>
                <a:cubicBezTo>
                  <a:pt x="6933" y="8882"/>
                  <a:pt x="6377" y="9044"/>
                  <a:pt x="5781" y="9044"/>
                </a:cubicBezTo>
                <a:cubicBezTo>
                  <a:pt x="5425" y="9044"/>
                  <a:pt x="5055" y="8986"/>
                  <a:pt x="4644" y="8861"/>
                </a:cubicBezTo>
                <a:cubicBezTo>
                  <a:pt x="3882" y="8575"/>
                  <a:pt x="3073" y="8337"/>
                  <a:pt x="2263" y="8147"/>
                </a:cubicBezTo>
                <a:cubicBezTo>
                  <a:pt x="2215" y="7504"/>
                  <a:pt x="2168" y="6837"/>
                  <a:pt x="2144" y="6194"/>
                </a:cubicBezTo>
                <a:lnTo>
                  <a:pt x="2144" y="6194"/>
                </a:lnTo>
                <a:cubicBezTo>
                  <a:pt x="2620" y="6337"/>
                  <a:pt x="3097" y="6456"/>
                  <a:pt x="3478" y="6575"/>
                </a:cubicBezTo>
                <a:cubicBezTo>
                  <a:pt x="3658" y="6623"/>
                  <a:pt x="3824" y="6646"/>
                  <a:pt x="3976" y="6646"/>
                </a:cubicBezTo>
                <a:cubicBezTo>
                  <a:pt x="4730" y="6646"/>
                  <a:pt x="5165" y="6097"/>
                  <a:pt x="5502" y="5384"/>
                </a:cubicBezTo>
                <a:close/>
                <a:moveTo>
                  <a:pt x="7109" y="0"/>
                </a:moveTo>
                <a:cubicBezTo>
                  <a:pt x="6954" y="0"/>
                  <a:pt x="6810" y="85"/>
                  <a:pt x="6716" y="240"/>
                </a:cubicBezTo>
                <a:cubicBezTo>
                  <a:pt x="6478" y="574"/>
                  <a:pt x="6026" y="645"/>
                  <a:pt x="5645" y="836"/>
                </a:cubicBezTo>
                <a:cubicBezTo>
                  <a:pt x="5240" y="645"/>
                  <a:pt x="4787" y="574"/>
                  <a:pt x="4549" y="240"/>
                </a:cubicBezTo>
                <a:cubicBezTo>
                  <a:pt x="4453" y="96"/>
                  <a:pt x="4292" y="6"/>
                  <a:pt x="4132" y="6"/>
                </a:cubicBezTo>
                <a:cubicBezTo>
                  <a:pt x="4054" y="6"/>
                  <a:pt x="3976" y="27"/>
                  <a:pt x="3906" y="74"/>
                </a:cubicBezTo>
                <a:cubicBezTo>
                  <a:pt x="3216" y="431"/>
                  <a:pt x="2644" y="979"/>
                  <a:pt x="1953" y="1360"/>
                </a:cubicBezTo>
                <a:cubicBezTo>
                  <a:pt x="1334" y="1693"/>
                  <a:pt x="715" y="1907"/>
                  <a:pt x="167" y="2384"/>
                </a:cubicBezTo>
                <a:cubicBezTo>
                  <a:pt x="1" y="2574"/>
                  <a:pt x="1" y="2860"/>
                  <a:pt x="167" y="3050"/>
                </a:cubicBezTo>
                <a:cubicBezTo>
                  <a:pt x="620" y="3432"/>
                  <a:pt x="1191" y="3693"/>
                  <a:pt x="1787" y="3765"/>
                </a:cubicBezTo>
                <a:cubicBezTo>
                  <a:pt x="1287" y="4027"/>
                  <a:pt x="691" y="4146"/>
                  <a:pt x="286" y="4551"/>
                </a:cubicBezTo>
                <a:cubicBezTo>
                  <a:pt x="96" y="4718"/>
                  <a:pt x="96" y="5003"/>
                  <a:pt x="286" y="5194"/>
                </a:cubicBezTo>
                <a:cubicBezTo>
                  <a:pt x="525" y="5456"/>
                  <a:pt x="858" y="5694"/>
                  <a:pt x="1191" y="5837"/>
                </a:cubicBezTo>
                <a:cubicBezTo>
                  <a:pt x="1191" y="6742"/>
                  <a:pt x="1310" y="7647"/>
                  <a:pt x="1358" y="8575"/>
                </a:cubicBezTo>
                <a:cubicBezTo>
                  <a:pt x="1358" y="8814"/>
                  <a:pt x="1572" y="9028"/>
                  <a:pt x="1834" y="9028"/>
                </a:cubicBezTo>
                <a:cubicBezTo>
                  <a:pt x="3073" y="9147"/>
                  <a:pt x="4168" y="9861"/>
                  <a:pt x="5407" y="10004"/>
                </a:cubicBezTo>
                <a:cubicBezTo>
                  <a:pt x="5525" y="10018"/>
                  <a:pt x="5642" y="10025"/>
                  <a:pt x="5758" y="10025"/>
                </a:cubicBezTo>
                <a:cubicBezTo>
                  <a:pt x="6645" y="10025"/>
                  <a:pt x="7467" y="9648"/>
                  <a:pt x="8288" y="9290"/>
                </a:cubicBezTo>
                <a:cubicBezTo>
                  <a:pt x="8883" y="9028"/>
                  <a:pt x="9788" y="8837"/>
                  <a:pt x="10122" y="8218"/>
                </a:cubicBezTo>
                <a:cubicBezTo>
                  <a:pt x="10241" y="7956"/>
                  <a:pt x="10289" y="7647"/>
                  <a:pt x="10241" y="7337"/>
                </a:cubicBezTo>
                <a:cubicBezTo>
                  <a:pt x="10217" y="6694"/>
                  <a:pt x="10193" y="6075"/>
                  <a:pt x="10169" y="5456"/>
                </a:cubicBezTo>
                <a:cubicBezTo>
                  <a:pt x="10360" y="5337"/>
                  <a:pt x="10527" y="5170"/>
                  <a:pt x="10693" y="5003"/>
                </a:cubicBezTo>
                <a:cubicBezTo>
                  <a:pt x="10860" y="4813"/>
                  <a:pt x="10860" y="4527"/>
                  <a:pt x="10693" y="4336"/>
                </a:cubicBezTo>
                <a:cubicBezTo>
                  <a:pt x="10408" y="4098"/>
                  <a:pt x="10074" y="3860"/>
                  <a:pt x="9741" y="3693"/>
                </a:cubicBezTo>
                <a:cubicBezTo>
                  <a:pt x="10241" y="3598"/>
                  <a:pt x="10693" y="3360"/>
                  <a:pt x="11074" y="3027"/>
                </a:cubicBezTo>
                <a:cubicBezTo>
                  <a:pt x="11265" y="2836"/>
                  <a:pt x="11265" y="2550"/>
                  <a:pt x="11074" y="2384"/>
                </a:cubicBezTo>
                <a:cubicBezTo>
                  <a:pt x="10527" y="1955"/>
                  <a:pt x="9931" y="1598"/>
                  <a:pt x="9312" y="1360"/>
                </a:cubicBezTo>
                <a:cubicBezTo>
                  <a:pt x="8598" y="1002"/>
                  <a:pt x="8050" y="431"/>
                  <a:pt x="7359" y="74"/>
                </a:cubicBezTo>
                <a:cubicBezTo>
                  <a:pt x="7277" y="24"/>
                  <a:pt x="7191" y="0"/>
                  <a:pt x="710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4587741" y="1692746"/>
            <a:ext cx="407480" cy="260977"/>
          </a:xfrm>
          <a:custGeom>
            <a:rect b="b" l="l" r="r" t="t"/>
            <a:pathLst>
              <a:path extrusionOk="0" h="6758" w="10551">
                <a:moveTo>
                  <a:pt x="1167" y="3573"/>
                </a:moveTo>
                <a:cubicBezTo>
                  <a:pt x="1453" y="3573"/>
                  <a:pt x="1739" y="3596"/>
                  <a:pt x="2001" y="3596"/>
                </a:cubicBezTo>
                <a:cubicBezTo>
                  <a:pt x="2025" y="4049"/>
                  <a:pt x="2072" y="4525"/>
                  <a:pt x="2072" y="5002"/>
                </a:cubicBezTo>
                <a:cubicBezTo>
                  <a:pt x="1715" y="4549"/>
                  <a:pt x="1429" y="4073"/>
                  <a:pt x="1167" y="3573"/>
                </a:cubicBezTo>
                <a:close/>
                <a:moveTo>
                  <a:pt x="8212" y="923"/>
                </a:moveTo>
                <a:cubicBezTo>
                  <a:pt x="8677" y="923"/>
                  <a:pt x="9193" y="1015"/>
                  <a:pt x="9574" y="1096"/>
                </a:cubicBezTo>
                <a:cubicBezTo>
                  <a:pt x="9431" y="2668"/>
                  <a:pt x="8979" y="4239"/>
                  <a:pt x="8621" y="5787"/>
                </a:cubicBezTo>
                <a:cubicBezTo>
                  <a:pt x="7478" y="5802"/>
                  <a:pt x="6344" y="5825"/>
                  <a:pt x="5208" y="5825"/>
                </a:cubicBezTo>
                <a:cubicBezTo>
                  <a:pt x="4474" y="5825"/>
                  <a:pt x="3739" y="5815"/>
                  <a:pt x="3001" y="5787"/>
                </a:cubicBezTo>
                <a:cubicBezTo>
                  <a:pt x="3025" y="4740"/>
                  <a:pt x="2906" y="3716"/>
                  <a:pt x="2906" y="2668"/>
                </a:cubicBezTo>
                <a:lnTo>
                  <a:pt x="2906" y="2668"/>
                </a:lnTo>
                <a:cubicBezTo>
                  <a:pt x="3298" y="2686"/>
                  <a:pt x="3703" y="2710"/>
                  <a:pt x="4106" y="2710"/>
                </a:cubicBezTo>
                <a:cubicBezTo>
                  <a:pt x="4782" y="2710"/>
                  <a:pt x="5453" y="2641"/>
                  <a:pt x="6049" y="2358"/>
                </a:cubicBezTo>
                <a:cubicBezTo>
                  <a:pt x="6526" y="2191"/>
                  <a:pt x="6907" y="1810"/>
                  <a:pt x="7121" y="1358"/>
                </a:cubicBezTo>
                <a:cubicBezTo>
                  <a:pt x="7280" y="1027"/>
                  <a:pt x="7718" y="923"/>
                  <a:pt x="8212" y="923"/>
                </a:cubicBezTo>
                <a:close/>
                <a:moveTo>
                  <a:pt x="8252" y="1"/>
                </a:moveTo>
                <a:cubicBezTo>
                  <a:pt x="7442" y="1"/>
                  <a:pt x="6680" y="203"/>
                  <a:pt x="6335" y="905"/>
                </a:cubicBezTo>
                <a:cubicBezTo>
                  <a:pt x="5952" y="1672"/>
                  <a:pt x="4994" y="1818"/>
                  <a:pt x="4048" y="1818"/>
                </a:cubicBezTo>
                <a:cubicBezTo>
                  <a:pt x="3466" y="1818"/>
                  <a:pt x="2889" y="1763"/>
                  <a:pt x="2453" y="1763"/>
                </a:cubicBezTo>
                <a:cubicBezTo>
                  <a:pt x="2436" y="1760"/>
                  <a:pt x="2419" y="1759"/>
                  <a:pt x="2403" y="1759"/>
                </a:cubicBezTo>
                <a:cubicBezTo>
                  <a:pt x="2258" y="1759"/>
                  <a:pt x="2134" y="1849"/>
                  <a:pt x="2049" y="1977"/>
                </a:cubicBezTo>
                <a:cubicBezTo>
                  <a:pt x="2001" y="2049"/>
                  <a:pt x="1977" y="2120"/>
                  <a:pt x="1977" y="2215"/>
                </a:cubicBezTo>
                <a:lnTo>
                  <a:pt x="1977" y="2668"/>
                </a:lnTo>
                <a:cubicBezTo>
                  <a:pt x="1846" y="2662"/>
                  <a:pt x="1715" y="2659"/>
                  <a:pt x="1584" y="2659"/>
                </a:cubicBezTo>
                <a:cubicBezTo>
                  <a:pt x="1191" y="2659"/>
                  <a:pt x="798" y="2686"/>
                  <a:pt x="405" y="2739"/>
                </a:cubicBezTo>
                <a:cubicBezTo>
                  <a:pt x="143" y="2811"/>
                  <a:pt x="0" y="3073"/>
                  <a:pt x="72" y="3311"/>
                </a:cubicBezTo>
                <a:cubicBezTo>
                  <a:pt x="477" y="4501"/>
                  <a:pt x="1286" y="5430"/>
                  <a:pt x="2025" y="6407"/>
                </a:cubicBezTo>
                <a:cubicBezTo>
                  <a:pt x="2072" y="6478"/>
                  <a:pt x="2144" y="6526"/>
                  <a:pt x="2215" y="6549"/>
                </a:cubicBezTo>
                <a:cubicBezTo>
                  <a:pt x="2287" y="6645"/>
                  <a:pt x="2406" y="6692"/>
                  <a:pt x="2525" y="6692"/>
                </a:cubicBezTo>
                <a:cubicBezTo>
                  <a:pt x="3392" y="6741"/>
                  <a:pt x="4263" y="6758"/>
                  <a:pt x="5135" y="6758"/>
                </a:cubicBezTo>
                <a:cubicBezTo>
                  <a:pt x="6418" y="6758"/>
                  <a:pt x="7702" y="6721"/>
                  <a:pt x="8979" y="6692"/>
                </a:cubicBezTo>
                <a:cubicBezTo>
                  <a:pt x="9193" y="6692"/>
                  <a:pt x="9360" y="6549"/>
                  <a:pt x="9431" y="6359"/>
                </a:cubicBezTo>
                <a:cubicBezTo>
                  <a:pt x="9860" y="4525"/>
                  <a:pt x="10407" y="2620"/>
                  <a:pt x="10550" y="715"/>
                </a:cubicBezTo>
                <a:cubicBezTo>
                  <a:pt x="10550" y="501"/>
                  <a:pt x="10407" y="334"/>
                  <a:pt x="10217" y="262"/>
                </a:cubicBezTo>
                <a:cubicBezTo>
                  <a:pt x="9687" y="152"/>
                  <a:pt x="8952" y="1"/>
                  <a:pt x="825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2108663" y="1646715"/>
            <a:ext cx="383407" cy="353028"/>
          </a:xfrm>
          <a:custGeom>
            <a:rect b="b" l="l" r="r" t="t"/>
            <a:pathLst>
              <a:path extrusionOk="0" h="8641" w="9384">
                <a:moveTo>
                  <a:pt x="2668" y="810"/>
                </a:moveTo>
                <a:lnTo>
                  <a:pt x="2668" y="810"/>
                </a:lnTo>
                <a:cubicBezTo>
                  <a:pt x="3382" y="881"/>
                  <a:pt x="4097" y="976"/>
                  <a:pt x="4811" y="1119"/>
                </a:cubicBezTo>
                <a:cubicBezTo>
                  <a:pt x="5740" y="1310"/>
                  <a:pt x="6716" y="1500"/>
                  <a:pt x="7621" y="1786"/>
                </a:cubicBezTo>
                <a:cubicBezTo>
                  <a:pt x="7002" y="1929"/>
                  <a:pt x="6359" y="2120"/>
                  <a:pt x="5978" y="2596"/>
                </a:cubicBezTo>
                <a:lnTo>
                  <a:pt x="5954" y="2596"/>
                </a:lnTo>
                <a:cubicBezTo>
                  <a:pt x="5145" y="2120"/>
                  <a:pt x="4287" y="1715"/>
                  <a:pt x="3478" y="1238"/>
                </a:cubicBezTo>
                <a:cubicBezTo>
                  <a:pt x="3216" y="1095"/>
                  <a:pt x="2954" y="953"/>
                  <a:pt x="2668" y="810"/>
                </a:cubicBezTo>
                <a:close/>
                <a:moveTo>
                  <a:pt x="1191" y="953"/>
                </a:moveTo>
                <a:lnTo>
                  <a:pt x="1191" y="953"/>
                </a:lnTo>
                <a:cubicBezTo>
                  <a:pt x="1858" y="1215"/>
                  <a:pt x="2501" y="1500"/>
                  <a:pt x="3120" y="1834"/>
                </a:cubicBezTo>
                <a:cubicBezTo>
                  <a:pt x="4002" y="2310"/>
                  <a:pt x="4907" y="2786"/>
                  <a:pt x="5740" y="3286"/>
                </a:cubicBezTo>
                <a:cubicBezTo>
                  <a:pt x="5692" y="4191"/>
                  <a:pt x="5740" y="5144"/>
                  <a:pt x="5621" y="6049"/>
                </a:cubicBezTo>
                <a:cubicBezTo>
                  <a:pt x="5288" y="5668"/>
                  <a:pt x="4930" y="5287"/>
                  <a:pt x="4597" y="4906"/>
                </a:cubicBezTo>
                <a:cubicBezTo>
                  <a:pt x="4597" y="4882"/>
                  <a:pt x="4573" y="4858"/>
                  <a:pt x="4549" y="4858"/>
                </a:cubicBezTo>
                <a:cubicBezTo>
                  <a:pt x="4526" y="4811"/>
                  <a:pt x="4502" y="4811"/>
                  <a:pt x="4478" y="4787"/>
                </a:cubicBezTo>
                <a:cubicBezTo>
                  <a:pt x="3216" y="3667"/>
                  <a:pt x="2287" y="2239"/>
                  <a:pt x="1191" y="953"/>
                </a:cubicBezTo>
                <a:close/>
                <a:moveTo>
                  <a:pt x="1025" y="1834"/>
                </a:moveTo>
                <a:lnTo>
                  <a:pt x="1025" y="1834"/>
                </a:lnTo>
                <a:cubicBezTo>
                  <a:pt x="1930" y="2953"/>
                  <a:pt x="2787" y="4144"/>
                  <a:pt x="3859" y="5144"/>
                </a:cubicBezTo>
                <a:cubicBezTo>
                  <a:pt x="3406" y="5787"/>
                  <a:pt x="3073" y="6501"/>
                  <a:pt x="2858" y="7263"/>
                </a:cubicBezTo>
                <a:cubicBezTo>
                  <a:pt x="2477" y="6335"/>
                  <a:pt x="2263" y="5358"/>
                  <a:pt x="1930" y="4430"/>
                </a:cubicBezTo>
                <a:cubicBezTo>
                  <a:pt x="1644" y="3548"/>
                  <a:pt x="1287" y="2691"/>
                  <a:pt x="1025" y="1834"/>
                </a:cubicBezTo>
                <a:close/>
                <a:moveTo>
                  <a:pt x="406" y="0"/>
                </a:moveTo>
                <a:cubicBezTo>
                  <a:pt x="263" y="0"/>
                  <a:pt x="144" y="71"/>
                  <a:pt x="96" y="214"/>
                </a:cubicBezTo>
                <a:cubicBezTo>
                  <a:pt x="72" y="238"/>
                  <a:pt x="25" y="286"/>
                  <a:pt x="25" y="333"/>
                </a:cubicBezTo>
                <a:cubicBezTo>
                  <a:pt x="1" y="333"/>
                  <a:pt x="1" y="357"/>
                  <a:pt x="25" y="357"/>
                </a:cubicBezTo>
                <a:cubicBezTo>
                  <a:pt x="1" y="381"/>
                  <a:pt x="1" y="381"/>
                  <a:pt x="25" y="405"/>
                </a:cubicBezTo>
                <a:cubicBezTo>
                  <a:pt x="1" y="405"/>
                  <a:pt x="1" y="405"/>
                  <a:pt x="25" y="429"/>
                </a:cubicBezTo>
                <a:cubicBezTo>
                  <a:pt x="1" y="429"/>
                  <a:pt x="1" y="453"/>
                  <a:pt x="25" y="476"/>
                </a:cubicBezTo>
                <a:lnTo>
                  <a:pt x="25" y="500"/>
                </a:lnTo>
                <a:lnTo>
                  <a:pt x="25" y="524"/>
                </a:lnTo>
                <a:cubicBezTo>
                  <a:pt x="1" y="548"/>
                  <a:pt x="1" y="548"/>
                  <a:pt x="25" y="548"/>
                </a:cubicBezTo>
                <a:cubicBezTo>
                  <a:pt x="310" y="2048"/>
                  <a:pt x="906" y="3453"/>
                  <a:pt x="1406" y="4906"/>
                </a:cubicBezTo>
                <a:cubicBezTo>
                  <a:pt x="1834" y="6097"/>
                  <a:pt x="2073" y="7359"/>
                  <a:pt x="2692" y="8478"/>
                </a:cubicBezTo>
                <a:cubicBezTo>
                  <a:pt x="2763" y="8589"/>
                  <a:pt x="2872" y="8640"/>
                  <a:pt x="2982" y="8640"/>
                </a:cubicBezTo>
                <a:cubicBezTo>
                  <a:pt x="3131" y="8640"/>
                  <a:pt x="3280" y="8547"/>
                  <a:pt x="3335" y="8383"/>
                </a:cubicBezTo>
                <a:cubicBezTo>
                  <a:pt x="3501" y="7406"/>
                  <a:pt x="3859" y="6501"/>
                  <a:pt x="4383" y="5668"/>
                </a:cubicBezTo>
                <a:cubicBezTo>
                  <a:pt x="4787" y="6144"/>
                  <a:pt x="5216" y="6597"/>
                  <a:pt x="5621" y="7097"/>
                </a:cubicBezTo>
                <a:cubicBezTo>
                  <a:pt x="5690" y="7165"/>
                  <a:pt x="5774" y="7197"/>
                  <a:pt x="5857" y="7197"/>
                </a:cubicBezTo>
                <a:cubicBezTo>
                  <a:pt x="6004" y="7197"/>
                  <a:pt x="6147" y="7098"/>
                  <a:pt x="6193" y="6930"/>
                </a:cubicBezTo>
                <a:cubicBezTo>
                  <a:pt x="6502" y="5692"/>
                  <a:pt x="6407" y="4406"/>
                  <a:pt x="6502" y="3120"/>
                </a:cubicBezTo>
                <a:cubicBezTo>
                  <a:pt x="6978" y="2429"/>
                  <a:pt x="8288" y="2429"/>
                  <a:pt x="9050" y="2239"/>
                </a:cubicBezTo>
                <a:cubicBezTo>
                  <a:pt x="9265" y="2143"/>
                  <a:pt x="9384" y="1715"/>
                  <a:pt x="9074" y="1596"/>
                </a:cubicBezTo>
                <a:cubicBezTo>
                  <a:pt x="7860" y="1072"/>
                  <a:pt x="6550" y="834"/>
                  <a:pt x="5288" y="524"/>
                </a:cubicBezTo>
                <a:cubicBezTo>
                  <a:pt x="4502" y="357"/>
                  <a:pt x="3716" y="262"/>
                  <a:pt x="2930" y="214"/>
                </a:cubicBezTo>
                <a:cubicBezTo>
                  <a:pt x="2096" y="143"/>
                  <a:pt x="1263" y="24"/>
                  <a:pt x="4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15"/>
          <p:cNvGrpSpPr/>
          <p:nvPr/>
        </p:nvGrpSpPr>
        <p:grpSpPr>
          <a:xfrm>
            <a:off x="7066812" y="1636022"/>
            <a:ext cx="368701" cy="367136"/>
            <a:chOff x="6252450" y="2381750"/>
            <a:chExt cx="270825" cy="269675"/>
          </a:xfrm>
        </p:grpSpPr>
        <p:sp>
          <p:nvSpPr>
            <p:cNvPr id="609" name="Google Shape;609;p15"/>
            <p:cNvSpPr/>
            <p:nvPr/>
          </p:nvSpPr>
          <p:spPr>
            <a:xfrm>
              <a:off x="6252450" y="2381750"/>
              <a:ext cx="244725" cy="269675"/>
            </a:xfrm>
            <a:custGeom>
              <a:rect b="b" l="l" r="r" t="t"/>
              <a:pathLst>
                <a:path extrusionOk="0" h="10787" w="9789">
                  <a:moveTo>
                    <a:pt x="7729" y="913"/>
                  </a:moveTo>
                  <a:cubicBezTo>
                    <a:pt x="7963" y="913"/>
                    <a:pt x="8165" y="948"/>
                    <a:pt x="8241" y="1062"/>
                  </a:cubicBezTo>
                  <a:cubicBezTo>
                    <a:pt x="8646" y="1657"/>
                    <a:pt x="8527" y="2753"/>
                    <a:pt x="8527" y="3444"/>
                  </a:cubicBezTo>
                  <a:cubicBezTo>
                    <a:pt x="8503" y="4587"/>
                    <a:pt x="8407" y="5682"/>
                    <a:pt x="8503" y="6825"/>
                  </a:cubicBezTo>
                  <a:cubicBezTo>
                    <a:pt x="8574" y="7778"/>
                    <a:pt x="8741" y="8849"/>
                    <a:pt x="8503" y="9802"/>
                  </a:cubicBezTo>
                  <a:cubicBezTo>
                    <a:pt x="8499" y="9820"/>
                    <a:pt x="8445" y="9828"/>
                    <a:pt x="8354" y="9828"/>
                  </a:cubicBezTo>
                  <a:cubicBezTo>
                    <a:pt x="7842" y="9828"/>
                    <a:pt x="6177" y="9584"/>
                    <a:pt x="5955" y="9564"/>
                  </a:cubicBezTo>
                  <a:cubicBezTo>
                    <a:pt x="5861" y="9556"/>
                    <a:pt x="5767" y="9552"/>
                    <a:pt x="5672" y="9552"/>
                  </a:cubicBezTo>
                  <a:cubicBezTo>
                    <a:pt x="4990" y="9552"/>
                    <a:pt x="4253" y="9730"/>
                    <a:pt x="3558" y="9730"/>
                  </a:cubicBezTo>
                  <a:cubicBezTo>
                    <a:pt x="3181" y="9730"/>
                    <a:pt x="2816" y="9678"/>
                    <a:pt x="2478" y="9516"/>
                  </a:cubicBezTo>
                  <a:cubicBezTo>
                    <a:pt x="2049" y="9326"/>
                    <a:pt x="2168" y="8373"/>
                    <a:pt x="2239" y="7802"/>
                  </a:cubicBezTo>
                  <a:lnTo>
                    <a:pt x="2359" y="7802"/>
                  </a:lnTo>
                  <a:cubicBezTo>
                    <a:pt x="2380" y="7805"/>
                    <a:pt x="2401" y="7807"/>
                    <a:pt x="2422" y="7807"/>
                  </a:cubicBezTo>
                  <a:cubicBezTo>
                    <a:pt x="2805" y="7807"/>
                    <a:pt x="2955" y="7203"/>
                    <a:pt x="2525" y="7135"/>
                  </a:cubicBezTo>
                  <a:lnTo>
                    <a:pt x="2311" y="7111"/>
                  </a:lnTo>
                  <a:cubicBezTo>
                    <a:pt x="2335" y="6563"/>
                    <a:pt x="2311" y="6015"/>
                    <a:pt x="2311" y="5492"/>
                  </a:cubicBezTo>
                  <a:lnTo>
                    <a:pt x="2311" y="5087"/>
                  </a:lnTo>
                  <a:lnTo>
                    <a:pt x="2692" y="5087"/>
                  </a:lnTo>
                  <a:cubicBezTo>
                    <a:pt x="3144" y="5087"/>
                    <a:pt x="3144" y="4420"/>
                    <a:pt x="2692" y="4420"/>
                  </a:cubicBezTo>
                  <a:lnTo>
                    <a:pt x="2287" y="4420"/>
                  </a:lnTo>
                  <a:cubicBezTo>
                    <a:pt x="2287" y="3705"/>
                    <a:pt x="2263" y="2991"/>
                    <a:pt x="2263" y="2300"/>
                  </a:cubicBezTo>
                  <a:lnTo>
                    <a:pt x="2263" y="2300"/>
                  </a:lnTo>
                  <a:lnTo>
                    <a:pt x="2478" y="2324"/>
                  </a:lnTo>
                  <a:cubicBezTo>
                    <a:pt x="2499" y="2328"/>
                    <a:pt x="2520" y="2330"/>
                    <a:pt x="2541" y="2330"/>
                  </a:cubicBezTo>
                  <a:cubicBezTo>
                    <a:pt x="2924" y="2330"/>
                    <a:pt x="3074" y="1725"/>
                    <a:pt x="2644" y="1657"/>
                  </a:cubicBezTo>
                  <a:cubicBezTo>
                    <a:pt x="2525" y="1634"/>
                    <a:pt x="2382" y="1610"/>
                    <a:pt x="2239" y="1610"/>
                  </a:cubicBezTo>
                  <a:lnTo>
                    <a:pt x="2239" y="1110"/>
                  </a:lnTo>
                  <a:cubicBezTo>
                    <a:pt x="3764" y="1086"/>
                    <a:pt x="5264" y="1014"/>
                    <a:pt x="6788" y="991"/>
                  </a:cubicBezTo>
                  <a:cubicBezTo>
                    <a:pt x="6960" y="991"/>
                    <a:pt x="7380" y="913"/>
                    <a:pt x="7729" y="913"/>
                  </a:cubicBezTo>
                  <a:close/>
                  <a:moveTo>
                    <a:pt x="6852" y="1"/>
                  </a:moveTo>
                  <a:cubicBezTo>
                    <a:pt x="5168" y="1"/>
                    <a:pt x="3454" y="209"/>
                    <a:pt x="1787" y="229"/>
                  </a:cubicBezTo>
                  <a:cubicBezTo>
                    <a:pt x="1525" y="229"/>
                    <a:pt x="1335" y="419"/>
                    <a:pt x="1311" y="681"/>
                  </a:cubicBezTo>
                  <a:lnTo>
                    <a:pt x="1311" y="1586"/>
                  </a:lnTo>
                  <a:lnTo>
                    <a:pt x="453" y="1586"/>
                  </a:lnTo>
                  <a:cubicBezTo>
                    <a:pt x="1" y="1586"/>
                    <a:pt x="1" y="2277"/>
                    <a:pt x="453" y="2277"/>
                  </a:cubicBezTo>
                  <a:cubicBezTo>
                    <a:pt x="763" y="2277"/>
                    <a:pt x="1049" y="2277"/>
                    <a:pt x="1335" y="2253"/>
                  </a:cubicBezTo>
                  <a:cubicBezTo>
                    <a:pt x="1335" y="2967"/>
                    <a:pt x="1358" y="3682"/>
                    <a:pt x="1358" y="4420"/>
                  </a:cubicBezTo>
                  <a:lnTo>
                    <a:pt x="453" y="4420"/>
                  </a:lnTo>
                  <a:cubicBezTo>
                    <a:pt x="1" y="4420"/>
                    <a:pt x="1" y="5087"/>
                    <a:pt x="453" y="5087"/>
                  </a:cubicBezTo>
                  <a:lnTo>
                    <a:pt x="1358" y="5087"/>
                  </a:lnTo>
                  <a:cubicBezTo>
                    <a:pt x="1358" y="5611"/>
                    <a:pt x="1358" y="6111"/>
                    <a:pt x="1358" y="6611"/>
                  </a:cubicBezTo>
                  <a:cubicBezTo>
                    <a:pt x="1358" y="6754"/>
                    <a:pt x="1358" y="6897"/>
                    <a:pt x="1358" y="7039"/>
                  </a:cubicBezTo>
                  <a:lnTo>
                    <a:pt x="453" y="7039"/>
                  </a:lnTo>
                  <a:cubicBezTo>
                    <a:pt x="49" y="7087"/>
                    <a:pt x="49" y="7706"/>
                    <a:pt x="453" y="7754"/>
                  </a:cubicBezTo>
                  <a:cubicBezTo>
                    <a:pt x="739" y="7754"/>
                    <a:pt x="1025" y="7754"/>
                    <a:pt x="1311" y="7730"/>
                  </a:cubicBezTo>
                  <a:lnTo>
                    <a:pt x="1311" y="7730"/>
                  </a:lnTo>
                  <a:cubicBezTo>
                    <a:pt x="1215" y="8730"/>
                    <a:pt x="1192" y="9778"/>
                    <a:pt x="2001" y="10326"/>
                  </a:cubicBezTo>
                  <a:cubicBezTo>
                    <a:pt x="2408" y="10588"/>
                    <a:pt x="2904" y="10668"/>
                    <a:pt x="3427" y="10668"/>
                  </a:cubicBezTo>
                  <a:cubicBezTo>
                    <a:pt x="4253" y="10668"/>
                    <a:pt x="5145" y="10468"/>
                    <a:pt x="5858" y="10468"/>
                  </a:cubicBezTo>
                  <a:cubicBezTo>
                    <a:pt x="5882" y="10468"/>
                    <a:pt x="5907" y="10468"/>
                    <a:pt x="5931" y="10469"/>
                  </a:cubicBezTo>
                  <a:cubicBezTo>
                    <a:pt x="6414" y="10500"/>
                    <a:pt x="7388" y="10787"/>
                    <a:pt x="8170" y="10787"/>
                  </a:cubicBezTo>
                  <a:cubicBezTo>
                    <a:pt x="8582" y="10787"/>
                    <a:pt x="8940" y="10707"/>
                    <a:pt x="9146" y="10469"/>
                  </a:cubicBezTo>
                  <a:cubicBezTo>
                    <a:pt x="9789" y="9754"/>
                    <a:pt x="9503" y="8278"/>
                    <a:pt x="9431" y="7397"/>
                  </a:cubicBezTo>
                  <a:cubicBezTo>
                    <a:pt x="9336" y="5873"/>
                    <a:pt x="9431" y="4372"/>
                    <a:pt x="9431" y="2824"/>
                  </a:cubicBezTo>
                  <a:cubicBezTo>
                    <a:pt x="9431" y="1753"/>
                    <a:pt x="9360" y="157"/>
                    <a:pt x="8003" y="38"/>
                  </a:cubicBezTo>
                  <a:cubicBezTo>
                    <a:pt x="7621" y="11"/>
                    <a:pt x="7238" y="1"/>
                    <a:pt x="6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5"/>
            <p:cNvSpPr/>
            <p:nvPr/>
          </p:nvSpPr>
          <p:spPr>
            <a:xfrm>
              <a:off x="6499525" y="2400250"/>
              <a:ext cx="23250" cy="82925"/>
            </a:xfrm>
            <a:custGeom>
              <a:rect b="b" l="l" r="r" t="t"/>
              <a:pathLst>
                <a:path extrusionOk="0" h="3317" w="930">
                  <a:moveTo>
                    <a:pt x="456" y="1"/>
                  </a:moveTo>
                  <a:cubicBezTo>
                    <a:pt x="227" y="1"/>
                    <a:pt x="1" y="155"/>
                    <a:pt x="1" y="465"/>
                  </a:cubicBezTo>
                  <a:lnTo>
                    <a:pt x="1" y="2870"/>
                  </a:lnTo>
                  <a:cubicBezTo>
                    <a:pt x="1" y="3168"/>
                    <a:pt x="233" y="3317"/>
                    <a:pt x="465" y="3317"/>
                  </a:cubicBezTo>
                  <a:cubicBezTo>
                    <a:pt x="698" y="3317"/>
                    <a:pt x="930" y="3168"/>
                    <a:pt x="930" y="2870"/>
                  </a:cubicBezTo>
                  <a:lnTo>
                    <a:pt x="930" y="465"/>
                  </a:lnTo>
                  <a:cubicBezTo>
                    <a:pt x="918" y="155"/>
                    <a:pt x="686" y="1"/>
                    <a:pt x="4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5"/>
            <p:cNvSpPr/>
            <p:nvPr/>
          </p:nvSpPr>
          <p:spPr>
            <a:xfrm>
              <a:off x="6497750" y="2497300"/>
              <a:ext cx="25525" cy="71850"/>
            </a:xfrm>
            <a:custGeom>
              <a:rect b="b" l="l" r="r" t="t"/>
              <a:pathLst>
                <a:path extrusionOk="0" h="2874" w="1021">
                  <a:moveTo>
                    <a:pt x="489" y="0"/>
                  </a:moveTo>
                  <a:cubicBezTo>
                    <a:pt x="257" y="0"/>
                    <a:pt x="24" y="155"/>
                    <a:pt x="24" y="465"/>
                  </a:cubicBezTo>
                  <a:cubicBezTo>
                    <a:pt x="0" y="1155"/>
                    <a:pt x="24" y="1846"/>
                    <a:pt x="72" y="2537"/>
                  </a:cubicBezTo>
                  <a:cubicBezTo>
                    <a:pt x="110" y="2772"/>
                    <a:pt x="270" y="2873"/>
                    <a:pt x="445" y="2873"/>
                  </a:cubicBezTo>
                  <a:cubicBezTo>
                    <a:pt x="715" y="2873"/>
                    <a:pt x="1020" y="2635"/>
                    <a:pt x="977" y="2275"/>
                  </a:cubicBezTo>
                  <a:cubicBezTo>
                    <a:pt x="929" y="1679"/>
                    <a:pt x="905" y="1060"/>
                    <a:pt x="953" y="465"/>
                  </a:cubicBezTo>
                  <a:cubicBezTo>
                    <a:pt x="953" y="155"/>
                    <a:pt x="721" y="0"/>
                    <a:pt x="4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6499525" y="2580500"/>
              <a:ext cx="23250" cy="56275"/>
            </a:xfrm>
            <a:custGeom>
              <a:rect b="b" l="l" r="r" t="t"/>
              <a:pathLst>
                <a:path extrusionOk="0" h="2251" w="930">
                  <a:moveTo>
                    <a:pt x="456" y="0"/>
                  </a:moveTo>
                  <a:cubicBezTo>
                    <a:pt x="227" y="0"/>
                    <a:pt x="1" y="149"/>
                    <a:pt x="1" y="447"/>
                  </a:cubicBezTo>
                  <a:lnTo>
                    <a:pt x="1" y="1804"/>
                  </a:lnTo>
                  <a:cubicBezTo>
                    <a:pt x="1" y="2102"/>
                    <a:pt x="233" y="2251"/>
                    <a:pt x="465" y="2251"/>
                  </a:cubicBezTo>
                  <a:cubicBezTo>
                    <a:pt x="698" y="2251"/>
                    <a:pt x="930" y="2102"/>
                    <a:pt x="930" y="1804"/>
                  </a:cubicBezTo>
                  <a:lnTo>
                    <a:pt x="930" y="447"/>
                  </a:lnTo>
                  <a:cubicBezTo>
                    <a:pt x="918" y="149"/>
                    <a:pt x="686" y="0"/>
                    <a:pt x="4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3" name="Google Shape;613;p1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5400092">
            <a:off x="2049917" y="2285565"/>
            <a:ext cx="500900" cy="23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1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5400092">
            <a:off x="4513112" y="2285565"/>
            <a:ext cx="500900" cy="23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1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5400092">
            <a:off x="6976308" y="2285565"/>
            <a:ext cx="500900" cy="23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5"/>
          <p:cNvSpPr txBox="1"/>
          <p:nvPr>
            <p:ph idx="4294967295" type="subTitle"/>
          </p:nvPr>
        </p:nvSpPr>
        <p:spPr>
          <a:xfrm>
            <a:off x="1523363" y="29168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Long lists of rules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17" name="Google Shape;617;p15"/>
          <p:cNvSpPr txBox="1"/>
          <p:nvPr>
            <p:ph idx="4294967295" type="subTitle"/>
          </p:nvPr>
        </p:nvSpPr>
        <p:spPr>
          <a:xfrm>
            <a:off x="2754963" y="36026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 good solution yet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18" name="Google Shape;618;p15"/>
          <p:cNvSpPr txBox="1"/>
          <p:nvPr>
            <p:ph idx="4294967295" type="subTitle"/>
          </p:nvPr>
        </p:nvSpPr>
        <p:spPr>
          <a:xfrm>
            <a:off x="3986563" y="29168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Patterns keep changing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19" name="Google Shape;619;p15"/>
          <p:cNvSpPr txBox="1"/>
          <p:nvPr>
            <p:ph idx="4294967295" type="subTitle"/>
          </p:nvPr>
        </p:nvSpPr>
        <p:spPr>
          <a:xfrm>
            <a:off x="5234650" y="36026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Repetitive at scale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20" name="Google Shape;620;p15"/>
          <p:cNvSpPr txBox="1"/>
          <p:nvPr>
            <p:ph idx="4294967295" type="subTitle"/>
          </p:nvPr>
        </p:nvSpPr>
        <p:spPr>
          <a:xfrm>
            <a:off x="6449763" y="29168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Cheap mistakes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621" name="Google Shape;6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2897175" y="2678331"/>
            <a:ext cx="1269587" cy="24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5383725" y="2678331"/>
            <a:ext cx="1269587" cy="24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15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4" name="Google Shape;6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631325" y="3520166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6"/>
          <p:cNvSpPr txBox="1"/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Simpler Works</a:t>
            </a:r>
            <a:endParaRPr sz="2100"/>
          </a:p>
        </p:txBody>
      </p:sp>
      <p:sp>
        <p:nvSpPr>
          <p:cNvPr id="630" name="Google Shape;630;p16"/>
          <p:cNvSpPr txBox="1"/>
          <p:nvPr>
            <p:ph idx="1" type="subTitle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Rules do the trick</a:t>
            </a:r>
            <a:endParaRPr/>
          </a:p>
        </p:txBody>
      </p:sp>
      <p:sp>
        <p:nvSpPr>
          <p:cNvPr id="631" name="Google Shape;631;p16"/>
          <p:cNvSpPr txBox="1"/>
          <p:nvPr>
            <p:ph idx="2" type="title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Unethical</a:t>
            </a:r>
            <a:endParaRPr sz="2100"/>
          </a:p>
        </p:txBody>
      </p:sp>
      <p:sp>
        <p:nvSpPr>
          <p:cNvPr id="632" name="Google Shape;632;p16"/>
          <p:cNvSpPr txBox="1"/>
          <p:nvPr>
            <p:ph idx="3" type="subTitle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Harm · Bias · Unfair</a:t>
            </a:r>
            <a:endParaRPr/>
          </a:p>
        </p:txBody>
      </p:sp>
      <p:sp>
        <p:nvSpPr>
          <p:cNvPr id="633" name="Google Shape;633;p16"/>
          <p:cNvSpPr txBox="1"/>
          <p:nvPr>
            <p:ph idx="4" type="title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Not Worth It</a:t>
            </a:r>
            <a:endParaRPr sz="2100"/>
          </a:p>
        </p:txBody>
      </p:sp>
      <p:sp>
        <p:nvSpPr>
          <p:cNvPr id="634" name="Google Shape;634;p16"/>
          <p:cNvSpPr txBox="1"/>
          <p:nvPr>
            <p:ph idx="5" type="subTitle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Cost above the value</a:t>
            </a:r>
            <a:endParaRPr/>
          </a:p>
        </p:txBody>
      </p:sp>
      <p:sp>
        <p:nvSpPr>
          <p:cNvPr id="635" name="Google Shape;635;p16"/>
          <p:cNvSpPr txBox="1"/>
          <p:nvPr>
            <p:ph idx="6" type="title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When to Skip ML</a:t>
            </a: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6908293" y="1608513"/>
            <a:ext cx="446360" cy="322962"/>
          </a:xfrm>
          <a:custGeom>
            <a:rect b="b" l="l" r="r" t="t"/>
            <a:pathLst>
              <a:path extrusionOk="0" h="7479" w="10336">
                <a:moveTo>
                  <a:pt x="7787" y="900"/>
                </a:moveTo>
                <a:cubicBezTo>
                  <a:pt x="7073" y="1733"/>
                  <a:pt x="6311" y="2638"/>
                  <a:pt x="5263" y="2948"/>
                </a:cubicBezTo>
                <a:cubicBezTo>
                  <a:pt x="5187" y="2970"/>
                  <a:pt x="5111" y="2980"/>
                  <a:pt x="5036" y="2980"/>
                </a:cubicBezTo>
                <a:cubicBezTo>
                  <a:pt x="4384" y="2980"/>
                  <a:pt x="3780" y="2215"/>
                  <a:pt x="3310" y="1852"/>
                </a:cubicBezTo>
                <a:cubicBezTo>
                  <a:pt x="2929" y="1566"/>
                  <a:pt x="2524" y="1328"/>
                  <a:pt x="2120" y="1114"/>
                </a:cubicBezTo>
                <a:cubicBezTo>
                  <a:pt x="3596" y="1114"/>
                  <a:pt x="5120" y="1114"/>
                  <a:pt x="6597" y="995"/>
                </a:cubicBezTo>
                <a:cubicBezTo>
                  <a:pt x="6740" y="995"/>
                  <a:pt x="7287" y="900"/>
                  <a:pt x="7787" y="900"/>
                </a:cubicBezTo>
                <a:close/>
                <a:moveTo>
                  <a:pt x="8669" y="1304"/>
                </a:moveTo>
                <a:cubicBezTo>
                  <a:pt x="8716" y="1852"/>
                  <a:pt x="8550" y="2495"/>
                  <a:pt x="8573" y="3067"/>
                </a:cubicBezTo>
                <a:cubicBezTo>
                  <a:pt x="8621" y="3757"/>
                  <a:pt x="8716" y="4448"/>
                  <a:pt x="8740" y="5138"/>
                </a:cubicBezTo>
                <a:cubicBezTo>
                  <a:pt x="8740" y="5377"/>
                  <a:pt x="8740" y="5615"/>
                  <a:pt x="8716" y="5853"/>
                </a:cubicBezTo>
                <a:cubicBezTo>
                  <a:pt x="8311" y="4829"/>
                  <a:pt x="7692" y="3900"/>
                  <a:pt x="6930" y="3090"/>
                </a:cubicBezTo>
                <a:cubicBezTo>
                  <a:pt x="7549" y="2543"/>
                  <a:pt x="8121" y="1947"/>
                  <a:pt x="8669" y="1304"/>
                </a:cubicBezTo>
                <a:close/>
                <a:moveTo>
                  <a:pt x="929" y="1543"/>
                </a:moveTo>
                <a:lnTo>
                  <a:pt x="929" y="1543"/>
                </a:lnTo>
                <a:cubicBezTo>
                  <a:pt x="1739" y="1947"/>
                  <a:pt x="2477" y="2424"/>
                  <a:pt x="3191" y="2971"/>
                </a:cubicBezTo>
                <a:cubicBezTo>
                  <a:pt x="2524" y="4186"/>
                  <a:pt x="1643" y="5258"/>
                  <a:pt x="1072" y="6544"/>
                </a:cubicBezTo>
                <a:lnTo>
                  <a:pt x="1048" y="6520"/>
                </a:lnTo>
                <a:cubicBezTo>
                  <a:pt x="1024" y="4877"/>
                  <a:pt x="976" y="3210"/>
                  <a:pt x="929" y="1543"/>
                </a:cubicBezTo>
                <a:close/>
                <a:moveTo>
                  <a:pt x="3929" y="3543"/>
                </a:moveTo>
                <a:cubicBezTo>
                  <a:pt x="4276" y="3767"/>
                  <a:pt x="4675" y="3887"/>
                  <a:pt x="5096" y="3887"/>
                </a:cubicBezTo>
                <a:cubicBezTo>
                  <a:pt x="5167" y="3887"/>
                  <a:pt x="5239" y="3883"/>
                  <a:pt x="5311" y="3876"/>
                </a:cubicBezTo>
                <a:cubicBezTo>
                  <a:pt x="5573" y="3829"/>
                  <a:pt x="5858" y="3733"/>
                  <a:pt x="6120" y="3614"/>
                </a:cubicBezTo>
                <a:cubicBezTo>
                  <a:pt x="6930" y="4400"/>
                  <a:pt x="7573" y="5377"/>
                  <a:pt x="7978" y="6448"/>
                </a:cubicBezTo>
                <a:cubicBezTo>
                  <a:pt x="7764" y="6424"/>
                  <a:pt x="7549" y="6401"/>
                  <a:pt x="7430" y="6401"/>
                </a:cubicBezTo>
                <a:cubicBezTo>
                  <a:pt x="7209" y="6395"/>
                  <a:pt x="6988" y="6392"/>
                  <a:pt x="6766" y="6392"/>
                </a:cubicBezTo>
                <a:cubicBezTo>
                  <a:pt x="5202" y="6392"/>
                  <a:pt x="3637" y="6523"/>
                  <a:pt x="2072" y="6544"/>
                </a:cubicBezTo>
                <a:cubicBezTo>
                  <a:pt x="2596" y="5496"/>
                  <a:pt x="3358" y="4567"/>
                  <a:pt x="3929" y="3543"/>
                </a:cubicBezTo>
                <a:close/>
                <a:moveTo>
                  <a:pt x="7605" y="1"/>
                </a:moveTo>
                <a:cubicBezTo>
                  <a:pt x="6840" y="1"/>
                  <a:pt x="6076" y="114"/>
                  <a:pt x="5311" y="114"/>
                </a:cubicBezTo>
                <a:cubicBezTo>
                  <a:pt x="3691" y="114"/>
                  <a:pt x="2096" y="161"/>
                  <a:pt x="476" y="185"/>
                </a:cubicBezTo>
                <a:cubicBezTo>
                  <a:pt x="456" y="181"/>
                  <a:pt x="436" y="179"/>
                  <a:pt x="415" y="179"/>
                </a:cubicBezTo>
                <a:cubicBezTo>
                  <a:pt x="318" y="179"/>
                  <a:pt x="226" y="225"/>
                  <a:pt x="167" y="304"/>
                </a:cubicBezTo>
                <a:cubicBezTo>
                  <a:pt x="72" y="376"/>
                  <a:pt x="0" y="495"/>
                  <a:pt x="24" y="638"/>
                </a:cubicBezTo>
                <a:cubicBezTo>
                  <a:pt x="24" y="2757"/>
                  <a:pt x="119" y="4877"/>
                  <a:pt x="143" y="6972"/>
                </a:cubicBezTo>
                <a:cubicBezTo>
                  <a:pt x="143" y="7234"/>
                  <a:pt x="334" y="7448"/>
                  <a:pt x="595" y="7448"/>
                </a:cubicBezTo>
                <a:cubicBezTo>
                  <a:pt x="1022" y="7470"/>
                  <a:pt x="1449" y="7479"/>
                  <a:pt x="1877" y="7479"/>
                </a:cubicBezTo>
                <a:cubicBezTo>
                  <a:pt x="2857" y="7479"/>
                  <a:pt x="3840" y="7434"/>
                  <a:pt x="4834" y="7401"/>
                </a:cubicBezTo>
                <a:cubicBezTo>
                  <a:pt x="5059" y="7392"/>
                  <a:pt x="5288" y="7389"/>
                  <a:pt x="5519" y="7389"/>
                </a:cubicBezTo>
                <a:cubicBezTo>
                  <a:pt x="6011" y="7389"/>
                  <a:pt x="6514" y="7403"/>
                  <a:pt x="7014" y="7403"/>
                </a:cubicBezTo>
                <a:cubicBezTo>
                  <a:pt x="7527" y="7403"/>
                  <a:pt x="8037" y="7388"/>
                  <a:pt x="8526" y="7329"/>
                </a:cubicBezTo>
                <a:cubicBezTo>
                  <a:pt x="10336" y="7067"/>
                  <a:pt x="9597" y="4281"/>
                  <a:pt x="9502" y="3067"/>
                </a:cubicBezTo>
                <a:cubicBezTo>
                  <a:pt x="9454" y="2305"/>
                  <a:pt x="9597" y="1566"/>
                  <a:pt x="9502" y="804"/>
                </a:cubicBezTo>
                <a:cubicBezTo>
                  <a:pt x="9454" y="542"/>
                  <a:pt x="9288" y="304"/>
                  <a:pt x="9026" y="185"/>
                </a:cubicBezTo>
                <a:cubicBezTo>
                  <a:pt x="8947" y="106"/>
                  <a:pt x="8835" y="60"/>
                  <a:pt x="8718" y="60"/>
                </a:cubicBezTo>
                <a:cubicBezTo>
                  <a:pt x="8694" y="60"/>
                  <a:pt x="8669" y="62"/>
                  <a:pt x="8645" y="66"/>
                </a:cubicBezTo>
                <a:cubicBezTo>
                  <a:pt x="8454" y="42"/>
                  <a:pt x="8288" y="18"/>
                  <a:pt x="8097" y="18"/>
                </a:cubicBezTo>
                <a:cubicBezTo>
                  <a:pt x="7933" y="6"/>
                  <a:pt x="7769" y="1"/>
                  <a:pt x="760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4604357" y="2348657"/>
            <a:ext cx="381583" cy="466026"/>
          </a:xfrm>
          <a:custGeom>
            <a:rect b="b" l="l" r="r" t="t"/>
            <a:pathLst>
              <a:path extrusionOk="0" h="10792" w="8836">
                <a:moveTo>
                  <a:pt x="4591" y="1049"/>
                </a:moveTo>
                <a:cubicBezTo>
                  <a:pt x="4609" y="1049"/>
                  <a:pt x="4626" y="1049"/>
                  <a:pt x="4644" y="1050"/>
                </a:cubicBezTo>
                <a:cubicBezTo>
                  <a:pt x="6502" y="1050"/>
                  <a:pt x="6883" y="3550"/>
                  <a:pt x="5430" y="4455"/>
                </a:cubicBezTo>
                <a:cubicBezTo>
                  <a:pt x="5131" y="4652"/>
                  <a:pt x="4810" y="4740"/>
                  <a:pt x="4493" y="4740"/>
                </a:cubicBezTo>
                <a:cubicBezTo>
                  <a:pt x="3551" y="4740"/>
                  <a:pt x="2655" y="3960"/>
                  <a:pt x="2548" y="2979"/>
                </a:cubicBezTo>
                <a:cubicBezTo>
                  <a:pt x="2408" y="1760"/>
                  <a:pt x="3512" y="1049"/>
                  <a:pt x="4591" y="1049"/>
                </a:cubicBezTo>
                <a:close/>
                <a:moveTo>
                  <a:pt x="3096" y="5384"/>
                </a:moveTo>
                <a:cubicBezTo>
                  <a:pt x="3560" y="5599"/>
                  <a:pt x="4070" y="5711"/>
                  <a:pt x="4585" y="5711"/>
                </a:cubicBezTo>
                <a:cubicBezTo>
                  <a:pt x="4811" y="5711"/>
                  <a:pt x="5038" y="5689"/>
                  <a:pt x="5263" y="5646"/>
                </a:cubicBezTo>
                <a:cubicBezTo>
                  <a:pt x="5478" y="5598"/>
                  <a:pt x="5692" y="5527"/>
                  <a:pt x="5906" y="5432"/>
                </a:cubicBezTo>
                <a:cubicBezTo>
                  <a:pt x="6740" y="6313"/>
                  <a:pt x="7311" y="7432"/>
                  <a:pt x="7549" y="8623"/>
                </a:cubicBezTo>
                <a:cubicBezTo>
                  <a:pt x="7692" y="9313"/>
                  <a:pt x="5263" y="9718"/>
                  <a:pt x="4716" y="9742"/>
                </a:cubicBezTo>
                <a:cubicBezTo>
                  <a:pt x="4577" y="9754"/>
                  <a:pt x="4438" y="9760"/>
                  <a:pt x="4300" y="9760"/>
                </a:cubicBezTo>
                <a:cubicBezTo>
                  <a:pt x="3346" y="9760"/>
                  <a:pt x="2407" y="9476"/>
                  <a:pt x="1596" y="8956"/>
                </a:cubicBezTo>
                <a:cubicBezTo>
                  <a:pt x="1215" y="8718"/>
                  <a:pt x="1310" y="8980"/>
                  <a:pt x="1358" y="8623"/>
                </a:cubicBezTo>
                <a:lnTo>
                  <a:pt x="1382" y="8599"/>
                </a:lnTo>
                <a:cubicBezTo>
                  <a:pt x="1453" y="8265"/>
                  <a:pt x="1548" y="7908"/>
                  <a:pt x="1667" y="7599"/>
                </a:cubicBezTo>
                <a:cubicBezTo>
                  <a:pt x="1977" y="6765"/>
                  <a:pt x="2453" y="6003"/>
                  <a:pt x="3096" y="5384"/>
                </a:cubicBezTo>
                <a:close/>
                <a:moveTo>
                  <a:pt x="4754" y="0"/>
                </a:moveTo>
                <a:cubicBezTo>
                  <a:pt x="4725" y="0"/>
                  <a:pt x="4697" y="1"/>
                  <a:pt x="4668" y="2"/>
                </a:cubicBezTo>
                <a:cubicBezTo>
                  <a:pt x="3001" y="2"/>
                  <a:pt x="1620" y="1050"/>
                  <a:pt x="1501" y="2741"/>
                </a:cubicBezTo>
                <a:cubicBezTo>
                  <a:pt x="1429" y="3503"/>
                  <a:pt x="1691" y="4241"/>
                  <a:pt x="2215" y="4789"/>
                </a:cubicBezTo>
                <a:cubicBezTo>
                  <a:pt x="1596" y="5432"/>
                  <a:pt x="1120" y="6170"/>
                  <a:pt x="786" y="6980"/>
                </a:cubicBezTo>
                <a:cubicBezTo>
                  <a:pt x="572" y="7527"/>
                  <a:pt x="0" y="8647"/>
                  <a:pt x="357" y="9218"/>
                </a:cubicBezTo>
                <a:cubicBezTo>
                  <a:pt x="1089" y="10499"/>
                  <a:pt x="3205" y="10791"/>
                  <a:pt x="4553" y="10791"/>
                </a:cubicBezTo>
                <a:cubicBezTo>
                  <a:pt x="4609" y="10791"/>
                  <a:pt x="4663" y="10791"/>
                  <a:pt x="4716" y="10790"/>
                </a:cubicBezTo>
                <a:cubicBezTo>
                  <a:pt x="5930" y="10766"/>
                  <a:pt x="7907" y="10361"/>
                  <a:pt x="8502" y="9147"/>
                </a:cubicBezTo>
                <a:cubicBezTo>
                  <a:pt x="8835" y="8504"/>
                  <a:pt x="8335" y="7456"/>
                  <a:pt x="8073" y="6837"/>
                </a:cubicBezTo>
                <a:cubicBezTo>
                  <a:pt x="7740" y="6051"/>
                  <a:pt x="7288" y="5336"/>
                  <a:pt x="6668" y="4741"/>
                </a:cubicBezTo>
                <a:cubicBezTo>
                  <a:pt x="7145" y="4098"/>
                  <a:pt x="7383" y="3336"/>
                  <a:pt x="7359" y="2526"/>
                </a:cubicBezTo>
                <a:cubicBezTo>
                  <a:pt x="7312" y="1126"/>
                  <a:pt x="6145" y="0"/>
                  <a:pt x="47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9" name="Google Shape;639;p16"/>
          <p:cNvGrpSpPr/>
          <p:nvPr/>
        </p:nvGrpSpPr>
        <p:grpSpPr>
          <a:xfrm>
            <a:off x="2233194" y="1585547"/>
            <a:ext cx="457718" cy="368908"/>
            <a:chOff x="1634225" y="2385300"/>
            <a:chExt cx="264975" cy="213575"/>
          </a:xfrm>
        </p:grpSpPr>
        <p:sp>
          <p:nvSpPr>
            <p:cNvPr id="640" name="Google Shape;640;p16"/>
            <p:cNvSpPr/>
            <p:nvPr/>
          </p:nvSpPr>
          <p:spPr>
            <a:xfrm>
              <a:off x="1634225" y="2385300"/>
              <a:ext cx="264975" cy="213575"/>
            </a:xfrm>
            <a:custGeom>
              <a:rect b="b" l="l" r="r" t="t"/>
              <a:pathLst>
                <a:path extrusionOk="0" h="8543" w="10599">
                  <a:moveTo>
                    <a:pt x="1287" y="944"/>
                  </a:moveTo>
                  <a:cubicBezTo>
                    <a:pt x="2532" y="944"/>
                    <a:pt x="3776" y="1089"/>
                    <a:pt x="5040" y="1089"/>
                  </a:cubicBezTo>
                  <a:cubicBezTo>
                    <a:pt x="5131" y="1089"/>
                    <a:pt x="5221" y="1088"/>
                    <a:pt x="5312" y="1087"/>
                  </a:cubicBezTo>
                  <a:cubicBezTo>
                    <a:pt x="6417" y="1065"/>
                    <a:pt x="7522" y="965"/>
                    <a:pt x="8627" y="965"/>
                  </a:cubicBezTo>
                  <a:cubicBezTo>
                    <a:pt x="8736" y="965"/>
                    <a:pt x="8846" y="966"/>
                    <a:pt x="8955" y="968"/>
                  </a:cubicBezTo>
                  <a:cubicBezTo>
                    <a:pt x="9622" y="992"/>
                    <a:pt x="9265" y="2968"/>
                    <a:pt x="9265" y="3468"/>
                  </a:cubicBezTo>
                  <a:cubicBezTo>
                    <a:pt x="9289" y="4849"/>
                    <a:pt x="9551" y="6231"/>
                    <a:pt x="9312" y="7588"/>
                  </a:cubicBezTo>
                  <a:lnTo>
                    <a:pt x="9312" y="7564"/>
                  </a:lnTo>
                  <a:cubicBezTo>
                    <a:pt x="8375" y="7466"/>
                    <a:pt x="7449" y="7412"/>
                    <a:pt x="6519" y="7412"/>
                  </a:cubicBezTo>
                  <a:cubicBezTo>
                    <a:pt x="6102" y="7412"/>
                    <a:pt x="5684" y="7423"/>
                    <a:pt x="5264" y="7445"/>
                  </a:cubicBezTo>
                  <a:cubicBezTo>
                    <a:pt x="4396" y="7524"/>
                    <a:pt x="3512" y="7570"/>
                    <a:pt x="2624" y="7570"/>
                  </a:cubicBezTo>
                  <a:cubicBezTo>
                    <a:pt x="2441" y="7570"/>
                    <a:pt x="2257" y="7568"/>
                    <a:pt x="2073" y="7564"/>
                  </a:cubicBezTo>
                  <a:cubicBezTo>
                    <a:pt x="1501" y="7540"/>
                    <a:pt x="1263" y="7540"/>
                    <a:pt x="1287" y="6969"/>
                  </a:cubicBezTo>
                  <a:cubicBezTo>
                    <a:pt x="1287" y="6469"/>
                    <a:pt x="1382" y="5969"/>
                    <a:pt x="1382" y="5469"/>
                  </a:cubicBezTo>
                  <a:cubicBezTo>
                    <a:pt x="1382" y="3968"/>
                    <a:pt x="1287" y="2444"/>
                    <a:pt x="1287" y="944"/>
                  </a:cubicBezTo>
                  <a:close/>
                  <a:moveTo>
                    <a:pt x="1693" y="0"/>
                  </a:moveTo>
                  <a:cubicBezTo>
                    <a:pt x="1399" y="0"/>
                    <a:pt x="1105" y="4"/>
                    <a:pt x="811" y="15"/>
                  </a:cubicBezTo>
                  <a:cubicBezTo>
                    <a:pt x="715" y="15"/>
                    <a:pt x="644" y="39"/>
                    <a:pt x="573" y="87"/>
                  </a:cubicBezTo>
                  <a:cubicBezTo>
                    <a:pt x="430" y="158"/>
                    <a:pt x="334" y="301"/>
                    <a:pt x="358" y="468"/>
                  </a:cubicBezTo>
                  <a:cubicBezTo>
                    <a:pt x="358" y="2254"/>
                    <a:pt x="525" y="4040"/>
                    <a:pt x="453" y="5826"/>
                  </a:cubicBezTo>
                  <a:cubicBezTo>
                    <a:pt x="406" y="6659"/>
                    <a:pt x="1" y="7921"/>
                    <a:pt x="1049" y="8303"/>
                  </a:cubicBezTo>
                  <a:cubicBezTo>
                    <a:pt x="1524" y="8486"/>
                    <a:pt x="2063" y="8542"/>
                    <a:pt x="2614" y="8542"/>
                  </a:cubicBezTo>
                  <a:cubicBezTo>
                    <a:pt x="3279" y="8542"/>
                    <a:pt x="3962" y="8461"/>
                    <a:pt x="4573" y="8422"/>
                  </a:cubicBezTo>
                  <a:cubicBezTo>
                    <a:pt x="5212" y="8377"/>
                    <a:pt x="5853" y="8355"/>
                    <a:pt x="6496" y="8355"/>
                  </a:cubicBezTo>
                  <a:cubicBezTo>
                    <a:pt x="7555" y="8355"/>
                    <a:pt x="8617" y="8413"/>
                    <a:pt x="9670" y="8517"/>
                  </a:cubicBezTo>
                  <a:cubicBezTo>
                    <a:pt x="9884" y="8517"/>
                    <a:pt x="10074" y="8374"/>
                    <a:pt x="10122" y="8183"/>
                  </a:cubicBezTo>
                  <a:cubicBezTo>
                    <a:pt x="10527" y="6636"/>
                    <a:pt x="10265" y="5040"/>
                    <a:pt x="10194" y="3468"/>
                  </a:cubicBezTo>
                  <a:cubicBezTo>
                    <a:pt x="10170" y="2587"/>
                    <a:pt x="10598" y="1087"/>
                    <a:pt x="9908" y="372"/>
                  </a:cubicBezTo>
                  <a:cubicBezTo>
                    <a:pt x="9574" y="63"/>
                    <a:pt x="9193" y="63"/>
                    <a:pt x="8765" y="39"/>
                  </a:cubicBezTo>
                  <a:cubicBezTo>
                    <a:pt x="8304" y="39"/>
                    <a:pt x="7844" y="28"/>
                    <a:pt x="7391" y="28"/>
                  </a:cubicBezTo>
                  <a:cubicBezTo>
                    <a:pt x="7164" y="28"/>
                    <a:pt x="6939" y="31"/>
                    <a:pt x="6717" y="39"/>
                  </a:cubicBezTo>
                  <a:cubicBezTo>
                    <a:pt x="6270" y="66"/>
                    <a:pt x="5824" y="76"/>
                    <a:pt x="5380" y="76"/>
                  </a:cubicBezTo>
                  <a:cubicBezTo>
                    <a:pt x="4150" y="76"/>
                    <a:pt x="2925" y="0"/>
                    <a:pt x="16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1681875" y="2427900"/>
              <a:ext cx="75025" cy="88825"/>
            </a:xfrm>
            <a:custGeom>
              <a:rect b="b" l="l" r="r" t="t"/>
              <a:pathLst>
                <a:path extrusionOk="0" h="3553" w="3001">
                  <a:moveTo>
                    <a:pt x="1548" y="478"/>
                  </a:moveTo>
                  <a:cubicBezTo>
                    <a:pt x="2048" y="478"/>
                    <a:pt x="2143" y="1169"/>
                    <a:pt x="1762" y="1407"/>
                  </a:cubicBezTo>
                  <a:cubicBezTo>
                    <a:pt x="1672" y="1465"/>
                    <a:pt x="1575" y="1492"/>
                    <a:pt x="1481" y="1492"/>
                  </a:cubicBezTo>
                  <a:cubicBezTo>
                    <a:pt x="1225" y="1492"/>
                    <a:pt x="987" y="1298"/>
                    <a:pt x="953" y="1002"/>
                  </a:cubicBezTo>
                  <a:cubicBezTo>
                    <a:pt x="905" y="669"/>
                    <a:pt x="1238" y="478"/>
                    <a:pt x="1548" y="478"/>
                  </a:cubicBezTo>
                  <a:close/>
                  <a:moveTo>
                    <a:pt x="1072" y="1836"/>
                  </a:moveTo>
                  <a:cubicBezTo>
                    <a:pt x="1215" y="1899"/>
                    <a:pt x="1368" y="1931"/>
                    <a:pt x="1525" y="1931"/>
                  </a:cubicBezTo>
                  <a:cubicBezTo>
                    <a:pt x="1604" y="1931"/>
                    <a:pt x="1683" y="1923"/>
                    <a:pt x="1762" y="1907"/>
                  </a:cubicBezTo>
                  <a:cubicBezTo>
                    <a:pt x="1810" y="1907"/>
                    <a:pt x="1881" y="1883"/>
                    <a:pt x="1929" y="1859"/>
                  </a:cubicBezTo>
                  <a:cubicBezTo>
                    <a:pt x="2143" y="2121"/>
                    <a:pt x="2310" y="2431"/>
                    <a:pt x="2382" y="2764"/>
                  </a:cubicBezTo>
                  <a:cubicBezTo>
                    <a:pt x="2429" y="2931"/>
                    <a:pt x="1715" y="3050"/>
                    <a:pt x="1572" y="3050"/>
                  </a:cubicBezTo>
                  <a:cubicBezTo>
                    <a:pt x="1511" y="3058"/>
                    <a:pt x="1450" y="3062"/>
                    <a:pt x="1390" y="3062"/>
                  </a:cubicBezTo>
                  <a:cubicBezTo>
                    <a:pt x="1102" y="3062"/>
                    <a:pt x="832" y="2970"/>
                    <a:pt x="595" y="2812"/>
                  </a:cubicBezTo>
                  <a:cubicBezTo>
                    <a:pt x="595" y="2788"/>
                    <a:pt x="595" y="2764"/>
                    <a:pt x="595" y="2764"/>
                  </a:cubicBezTo>
                  <a:cubicBezTo>
                    <a:pt x="619" y="2669"/>
                    <a:pt x="643" y="2574"/>
                    <a:pt x="667" y="2479"/>
                  </a:cubicBezTo>
                  <a:cubicBezTo>
                    <a:pt x="762" y="2240"/>
                    <a:pt x="905" y="2026"/>
                    <a:pt x="1072" y="1836"/>
                  </a:cubicBezTo>
                  <a:close/>
                  <a:moveTo>
                    <a:pt x="1502" y="1"/>
                  </a:moveTo>
                  <a:cubicBezTo>
                    <a:pt x="974" y="1"/>
                    <a:pt x="523" y="398"/>
                    <a:pt x="476" y="931"/>
                  </a:cubicBezTo>
                  <a:cubicBezTo>
                    <a:pt x="453" y="1169"/>
                    <a:pt x="524" y="1407"/>
                    <a:pt x="691" y="1574"/>
                  </a:cubicBezTo>
                  <a:cubicBezTo>
                    <a:pt x="381" y="1931"/>
                    <a:pt x="0" y="2526"/>
                    <a:pt x="119" y="2955"/>
                  </a:cubicBezTo>
                  <a:cubicBezTo>
                    <a:pt x="238" y="3384"/>
                    <a:pt x="1072" y="3526"/>
                    <a:pt x="1429" y="3550"/>
                  </a:cubicBezTo>
                  <a:cubicBezTo>
                    <a:pt x="1456" y="3552"/>
                    <a:pt x="1484" y="3553"/>
                    <a:pt x="1514" y="3553"/>
                  </a:cubicBezTo>
                  <a:cubicBezTo>
                    <a:pt x="1917" y="3553"/>
                    <a:pt x="2611" y="3401"/>
                    <a:pt x="2810" y="3003"/>
                  </a:cubicBezTo>
                  <a:cubicBezTo>
                    <a:pt x="3001" y="2574"/>
                    <a:pt x="2596" y="1931"/>
                    <a:pt x="2263" y="1550"/>
                  </a:cubicBezTo>
                  <a:cubicBezTo>
                    <a:pt x="2405" y="1359"/>
                    <a:pt x="2453" y="1121"/>
                    <a:pt x="2453" y="859"/>
                  </a:cubicBezTo>
                  <a:cubicBezTo>
                    <a:pt x="2429" y="383"/>
                    <a:pt x="2024" y="2"/>
                    <a:pt x="1548" y="2"/>
                  </a:cubicBezTo>
                  <a:cubicBezTo>
                    <a:pt x="1533" y="1"/>
                    <a:pt x="1517" y="1"/>
                    <a:pt x="15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1775600" y="2447875"/>
              <a:ext cx="69925" cy="19450"/>
            </a:xfrm>
            <a:custGeom>
              <a:rect b="b" l="l" r="r" t="t"/>
              <a:pathLst>
                <a:path extrusionOk="0" h="778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6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5" y="463"/>
                  </a:cubicBezTo>
                  <a:cubicBezTo>
                    <a:pt x="1293" y="463"/>
                    <a:pt x="1453" y="659"/>
                    <a:pt x="1633" y="727"/>
                  </a:cubicBezTo>
                  <a:cubicBezTo>
                    <a:pt x="1747" y="762"/>
                    <a:pt x="1860" y="778"/>
                    <a:pt x="1973" y="778"/>
                  </a:cubicBezTo>
                  <a:cubicBezTo>
                    <a:pt x="2167" y="778"/>
                    <a:pt x="2357" y="731"/>
                    <a:pt x="2538" y="656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1775600" y="2483600"/>
              <a:ext cx="69925" cy="19750"/>
            </a:xfrm>
            <a:custGeom>
              <a:rect b="b" l="l" r="r" t="t"/>
              <a:pathLst>
                <a:path extrusionOk="0" h="790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5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4" y="463"/>
                  </a:cubicBezTo>
                  <a:cubicBezTo>
                    <a:pt x="1293" y="463"/>
                    <a:pt x="1453" y="660"/>
                    <a:pt x="1633" y="751"/>
                  </a:cubicBezTo>
                  <a:cubicBezTo>
                    <a:pt x="1744" y="776"/>
                    <a:pt x="1855" y="790"/>
                    <a:pt x="1965" y="790"/>
                  </a:cubicBezTo>
                  <a:cubicBezTo>
                    <a:pt x="2162" y="790"/>
                    <a:pt x="2355" y="747"/>
                    <a:pt x="2538" y="655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1708425" y="2525550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8"/>
                  </a:cubicBezTo>
                  <a:cubicBezTo>
                    <a:pt x="1" y="579"/>
                    <a:pt x="141" y="889"/>
                    <a:pt x="350" y="889"/>
                  </a:cubicBezTo>
                  <a:cubicBezTo>
                    <a:pt x="386" y="889"/>
                    <a:pt x="424" y="880"/>
                    <a:pt x="462" y="859"/>
                  </a:cubicBezTo>
                  <a:cubicBezTo>
                    <a:pt x="819" y="668"/>
                    <a:pt x="1224" y="525"/>
                    <a:pt x="1653" y="478"/>
                  </a:cubicBezTo>
                  <a:cubicBezTo>
                    <a:pt x="1678" y="475"/>
                    <a:pt x="1702" y="474"/>
                    <a:pt x="1726" y="474"/>
                  </a:cubicBezTo>
                  <a:cubicBezTo>
                    <a:pt x="2162" y="474"/>
                    <a:pt x="2460" y="866"/>
                    <a:pt x="2844" y="1002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2" y="1096"/>
                    <a:pt x="4047" y="966"/>
                    <a:pt x="4439" y="835"/>
                  </a:cubicBezTo>
                  <a:cubicBezTo>
                    <a:pt x="4698" y="749"/>
                    <a:pt x="4625" y="369"/>
                    <a:pt x="4396" y="369"/>
                  </a:cubicBezTo>
                  <a:cubicBezTo>
                    <a:pt x="4373" y="369"/>
                    <a:pt x="4347" y="374"/>
                    <a:pt x="4320" y="383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3"/>
                    <a:pt x="2772" y="430"/>
                  </a:cubicBezTo>
                  <a:cubicBezTo>
                    <a:pt x="2510" y="263"/>
                    <a:pt x="2201" y="121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5" name="Google Shape;6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011150" y="3560301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7"/>
          <p:cNvPicPr preferRelativeResize="0"/>
          <p:nvPr/>
        </p:nvPicPr>
        <p:blipFill rotWithShape="1">
          <a:blip r:embed="rId3">
            <a:alphaModFix amt="86000"/>
          </a:blip>
          <a:srcRect b="0" l="0" r="0" t="0"/>
          <a:stretch/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7"/>
          <p:cNvSpPr txBox="1"/>
          <p:nvPr>
            <p:ph idx="2" type="title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652" name="Google Shape;652;p17"/>
          <p:cNvPicPr preferRelativeResize="0"/>
          <p:nvPr/>
        </p:nvPicPr>
        <p:blipFill rotWithShape="1">
          <a:blip r:embed="rId4">
            <a:alphaModFix/>
          </a:blip>
          <a:srcRect b="21026" l="0" r="8892" t="16970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17"/>
          <p:cNvPicPr preferRelativeResize="0"/>
          <p:nvPr/>
        </p:nvPicPr>
        <p:blipFill rotWithShape="1">
          <a:blip r:embed="rId5">
            <a:alphaModFix/>
          </a:blip>
          <a:srcRect b="18301" l="0" r="8892" t="16735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7"/>
          <p:cNvSpPr txBox="1"/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SCOPE IT</a:t>
            </a:r>
            <a:endParaRPr/>
          </a:p>
        </p:txBody>
      </p:sp>
      <p:sp>
        <p:nvSpPr>
          <p:cNvPr id="655" name="Google Shape;655;p17"/>
          <p:cNvSpPr txBox="1"/>
          <p:nvPr>
            <p:ph idx="1" type="subTitle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 · Data · Metric · Limits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8"/>
          <p:cNvSpPr txBox="1"/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Classify</a:t>
            </a:r>
            <a:endParaRPr/>
          </a:p>
        </p:txBody>
      </p:sp>
      <p:sp>
        <p:nvSpPr>
          <p:cNvPr id="661" name="Google Shape;661;p18"/>
          <p:cNvSpPr txBox="1"/>
          <p:nvPr>
            <p:ph idx="1" type="subTitle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Late or on time</a:t>
            </a:r>
            <a:endParaRPr/>
          </a:p>
        </p:txBody>
      </p:sp>
      <p:sp>
        <p:nvSpPr>
          <p:cNvPr id="662" name="Google Shape;662;p18"/>
          <p:cNvSpPr txBox="1"/>
          <p:nvPr>
            <p:ph idx="2" type="title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Estimate</a:t>
            </a:r>
            <a:endParaRPr/>
          </a:p>
        </p:txBody>
      </p:sp>
      <p:sp>
        <p:nvSpPr>
          <p:cNvPr id="663" name="Google Shape;663;p18"/>
          <p:cNvSpPr txBox="1"/>
          <p:nvPr>
            <p:ph idx="3" type="subTitle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How many days late</a:t>
            </a:r>
            <a:endParaRPr/>
          </a:p>
        </p:txBody>
      </p:sp>
      <p:sp>
        <p:nvSpPr>
          <p:cNvPr id="664" name="Google Shape;664;p18"/>
          <p:cNvSpPr txBox="1"/>
          <p:nvPr>
            <p:ph idx="4" type="title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Binary</a:t>
            </a:r>
            <a:endParaRPr/>
          </a:p>
        </p:txBody>
      </p:sp>
      <p:sp>
        <p:nvSpPr>
          <p:cNvPr id="665" name="Google Shape;665;p18"/>
          <p:cNvSpPr txBox="1"/>
          <p:nvPr>
            <p:ph idx="5" type="subTitle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Two classes only</a:t>
            </a:r>
            <a:endParaRPr/>
          </a:p>
        </p:txBody>
      </p:sp>
      <p:sp>
        <p:nvSpPr>
          <p:cNvPr id="666" name="Google Shape;666;p18"/>
          <p:cNvSpPr txBox="1"/>
          <p:nvPr>
            <p:ph idx="6" type="title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Many Classes</a:t>
            </a:r>
            <a:endParaRPr/>
          </a:p>
        </p:txBody>
      </p:sp>
      <p:sp>
        <p:nvSpPr>
          <p:cNvPr id="667" name="Google Shape;667;p18"/>
          <p:cNvSpPr txBox="1"/>
          <p:nvPr>
            <p:ph idx="7" type="subTitle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Early · On time · Late</a:t>
            </a:r>
            <a:endParaRPr/>
          </a:p>
        </p:txBody>
      </p:sp>
      <p:sp>
        <p:nvSpPr>
          <p:cNvPr id="668" name="Google Shape;668;p18"/>
          <p:cNvSpPr txBox="1"/>
          <p:nvPr>
            <p:ph idx="8" type="title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Framing the Problem</a:t>
            </a:r>
            <a:endParaRPr/>
          </a:p>
        </p:txBody>
      </p:sp>
      <p:sp>
        <p:nvSpPr>
          <p:cNvPr id="669" name="Google Shape;669;p18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18"/>
          <p:cNvGrpSpPr/>
          <p:nvPr/>
        </p:nvGrpSpPr>
        <p:grpSpPr>
          <a:xfrm>
            <a:off x="1973772" y="3476292"/>
            <a:ext cx="391667" cy="370360"/>
            <a:chOff x="1055550" y="4082050"/>
            <a:chExt cx="241725" cy="228575"/>
          </a:xfrm>
        </p:grpSpPr>
        <p:sp>
          <p:nvSpPr>
            <p:cNvPr id="671" name="Google Shape;671;p18"/>
            <p:cNvSpPr/>
            <p:nvPr/>
          </p:nvSpPr>
          <p:spPr>
            <a:xfrm>
              <a:off x="1055550" y="4082050"/>
              <a:ext cx="241725" cy="228575"/>
            </a:xfrm>
            <a:custGeom>
              <a:rect b="b" l="l" r="r" t="t"/>
              <a:pathLst>
                <a:path extrusionOk="0" h="9143" w="9669">
                  <a:moveTo>
                    <a:pt x="6787" y="969"/>
                  </a:moveTo>
                  <a:cubicBezTo>
                    <a:pt x="6811" y="1326"/>
                    <a:pt x="6883" y="1683"/>
                    <a:pt x="6930" y="2040"/>
                  </a:cubicBezTo>
                  <a:cubicBezTo>
                    <a:pt x="6997" y="2604"/>
                    <a:pt x="6752" y="2729"/>
                    <a:pt x="6388" y="2729"/>
                  </a:cubicBezTo>
                  <a:cubicBezTo>
                    <a:pt x="6229" y="2729"/>
                    <a:pt x="6047" y="2705"/>
                    <a:pt x="5859" y="2683"/>
                  </a:cubicBezTo>
                  <a:cubicBezTo>
                    <a:pt x="5359" y="2622"/>
                    <a:pt x="4854" y="2591"/>
                    <a:pt x="4349" y="2591"/>
                  </a:cubicBezTo>
                  <a:cubicBezTo>
                    <a:pt x="3675" y="2591"/>
                    <a:pt x="3001" y="2646"/>
                    <a:pt x="2334" y="2755"/>
                  </a:cubicBezTo>
                  <a:cubicBezTo>
                    <a:pt x="2263" y="2207"/>
                    <a:pt x="2263" y="1635"/>
                    <a:pt x="2334" y="1088"/>
                  </a:cubicBezTo>
                  <a:cubicBezTo>
                    <a:pt x="3811" y="1088"/>
                    <a:pt x="5311" y="1040"/>
                    <a:pt x="6787" y="969"/>
                  </a:cubicBezTo>
                  <a:close/>
                  <a:moveTo>
                    <a:pt x="7936" y="920"/>
                  </a:moveTo>
                  <a:cubicBezTo>
                    <a:pt x="8235" y="920"/>
                    <a:pt x="8560" y="934"/>
                    <a:pt x="8597" y="1064"/>
                  </a:cubicBezTo>
                  <a:cubicBezTo>
                    <a:pt x="8645" y="1493"/>
                    <a:pt x="8645" y="1945"/>
                    <a:pt x="8574" y="2374"/>
                  </a:cubicBezTo>
                  <a:cubicBezTo>
                    <a:pt x="8550" y="2921"/>
                    <a:pt x="8550" y="3469"/>
                    <a:pt x="8597" y="4017"/>
                  </a:cubicBezTo>
                  <a:cubicBezTo>
                    <a:pt x="8669" y="4827"/>
                    <a:pt x="8716" y="5660"/>
                    <a:pt x="8716" y="6494"/>
                  </a:cubicBezTo>
                  <a:cubicBezTo>
                    <a:pt x="8716" y="6851"/>
                    <a:pt x="8716" y="7232"/>
                    <a:pt x="8693" y="7565"/>
                  </a:cubicBezTo>
                  <a:cubicBezTo>
                    <a:pt x="8645" y="8041"/>
                    <a:pt x="8621" y="8065"/>
                    <a:pt x="8121" y="8089"/>
                  </a:cubicBezTo>
                  <a:lnTo>
                    <a:pt x="7407" y="8113"/>
                  </a:lnTo>
                  <a:cubicBezTo>
                    <a:pt x="7216" y="7113"/>
                    <a:pt x="7835" y="5517"/>
                    <a:pt x="6930" y="4779"/>
                  </a:cubicBezTo>
                  <a:cubicBezTo>
                    <a:pt x="6677" y="4565"/>
                    <a:pt x="6333" y="4509"/>
                    <a:pt x="5984" y="4509"/>
                  </a:cubicBezTo>
                  <a:cubicBezTo>
                    <a:pt x="5710" y="4509"/>
                    <a:pt x="5433" y="4544"/>
                    <a:pt x="5192" y="4565"/>
                  </a:cubicBezTo>
                  <a:cubicBezTo>
                    <a:pt x="4287" y="4636"/>
                    <a:pt x="3430" y="4612"/>
                    <a:pt x="2548" y="4779"/>
                  </a:cubicBezTo>
                  <a:cubicBezTo>
                    <a:pt x="2310" y="4850"/>
                    <a:pt x="2167" y="5112"/>
                    <a:pt x="2239" y="5350"/>
                  </a:cubicBezTo>
                  <a:cubicBezTo>
                    <a:pt x="2334" y="6303"/>
                    <a:pt x="2382" y="7279"/>
                    <a:pt x="2334" y="8232"/>
                  </a:cubicBezTo>
                  <a:cubicBezTo>
                    <a:pt x="1905" y="8232"/>
                    <a:pt x="1477" y="8232"/>
                    <a:pt x="1024" y="8208"/>
                  </a:cubicBezTo>
                  <a:cubicBezTo>
                    <a:pt x="1024" y="5827"/>
                    <a:pt x="929" y="3469"/>
                    <a:pt x="929" y="1112"/>
                  </a:cubicBezTo>
                  <a:lnTo>
                    <a:pt x="1405" y="1112"/>
                  </a:lnTo>
                  <a:cubicBezTo>
                    <a:pt x="1382" y="1897"/>
                    <a:pt x="1286" y="2683"/>
                    <a:pt x="1548" y="3445"/>
                  </a:cubicBezTo>
                  <a:cubicBezTo>
                    <a:pt x="1607" y="3642"/>
                    <a:pt x="1796" y="3773"/>
                    <a:pt x="1994" y="3773"/>
                  </a:cubicBezTo>
                  <a:cubicBezTo>
                    <a:pt x="2036" y="3773"/>
                    <a:pt x="2078" y="3767"/>
                    <a:pt x="2120" y="3755"/>
                  </a:cubicBezTo>
                  <a:cubicBezTo>
                    <a:pt x="2697" y="3594"/>
                    <a:pt x="3282" y="3554"/>
                    <a:pt x="3870" y="3554"/>
                  </a:cubicBezTo>
                  <a:cubicBezTo>
                    <a:pt x="4325" y="3554"/>
                    <a:pt x="4782" y="3578"/>
                    <a:pt x="5239" y="3588"/>
                  </a:cubicBezTo>
                  <a:cubicBezTo>
                    <a:pt x="5626" y="3605"/>
                    <a:pt x="6084" y="3693"/>
                    <a:pt x="6513" y="3693"/>
                  </a:cubicBezTo>
                  <a:cubicBezTo>
                    <a:pt x="6691" y="3693"/>
                    <a:pt x="6865" y="3678"/>
                    <a:pt x="7026" y="3636"/>
                  </a:cubicBezTo>
                  <a:cubicBezTo>
                    <a:pt x="8240" y="3302"/>
                    <a:pt x="7788" y="1874"/>
                    <a:pt x="7692" y="921"/>
                  </a:cubicBezTo>
                  <a:cubicBezTo>
                    <a:pt x="7766" y="921"/>
                    <a:pt x="7850" y="920"/>
                    <a:pt x="7936" y="920"/>
                  </a:cubicBezTo>
                  <a:close/>
                  <a:moveTo>
                    <a:pt x="5422" y="5406"/>
                  </a:moveTo>
                  <a:cubicBezTo>
                    <a:pt x="5955" y="5406"/>
                    <a:pt x="6370" y="5470"/>
                    <a:pt x="6430" y="5660"/>
                  </a:cubicBezTo>
                  <a:cubicBezTo>
                    <a:pt x="6668" y="6446"/>
                    <a:pt x="6383" y="7327"/>
                    <a:pt x="6478" y="8137"/>
                  </a:cubicBezTo>
                  <a:lnTo>
                    <a:pt x="6502" y="8137"/>
                  </a:lnTo>
                  <a:cubicBezTo>
                    <a:pt x="5406" y="8184"/>
                    <a:pt x="4335" y="8232"/>
                    <a:pt x="3263" y="8232"/>
                  </a:cubicBezTo>
                  <a:cubicBezTo>
                    <a:pt x="3287" y="7351"/>
                    <a:pt x="3263" y="6470"/>
                    <a:pt x="3168" y="5612"/>
                  </a:cubicBezTo>
                  <a:cubicBezTo>
                    <a:pt x="3721" y="5529"/>
                    <a:pt x="4684" y="5406"/>
                    <a:pt x="5422" y="5406"/>
                  </a:cubicBezTo>
                  <a:close/>
                  <a:moveTo>
                    <a:pt x="7764" y="0"/>
                  </a:moveTo>
                  <a:cubicBezTo>
                    <a:pt x="7063" y="0"/>
                    <a:pt x="6347" y="111"/>
                    <a:pt x="5644" y="111"/>
                  </a:cubicBezTo>
                  <a:cubicBezTo>
                    <a:pt x="3906" y="111"/>
                    <a:pt x="2191" y="183"/>
                    <a:pt x="453" y="183"/>
                  </a:cubicBezTo>
                  <a:cubicBezTo>
                    <a:pt x="334" y="183"/>
                    <a:pt x="238" y="230"/>
                    <a:pt x="143" y="302"/>
                  </a:cubicBezTo>
                  <a:cubicBezTo>
                    <a:pt x="48" y="373"/>
                    <a:pt x="0" y="516"/>
                    <a:pt x="0" y="635"/>
                  </a:cubicBezTo>
                  <a:cubicBezTo>
                    <a:pt x="0" y="3326"/>
                    <a:pt x="119" y="5993"/>
                    <a:pt x="119" y="8637"/>
                  </a:cubicBezTo>
                  <a:cubicBezTo>
                    <a:pt x="119" y="8899"/>
                    <a:pt x="334" y="9113"/>
                    <a:pt x="572" y="9113"/>
                  </a:cubicBezTo>
                  <a:cubicBezTo>
                    <a:pt x="1018" y="9134"/>
                    <a:pt x="1465" y="9143"/>
                    <a:pt x="1911" y="9143"/>
                  </a:cubicBezTo>
                  <a:cubicBezTo>
                    <a:pt x="2989" y="9143"/>
                    <a:pt x="4066" y="9092"/>
                    <a:pt x="5144" y="9042"/>
                  </a:cubicBezTo>
                  <a:cubicBezTo>
                    <a:pt x="5906" y="9018"/>
                    <a:pt x="6668" y="8994"/>
                    <a:pt x="7430" y="8994"/>
                  </a:cubicBezTo>
                  <a:cubicBezTo>
                    <a:pt x="7657" y="8994"/>
                    <a:pt x="7954" y="9030"/>
                    <a:pt x="8246" y="9030"/>
                  </a:cubicBezTo>
                  <a:cubicBezTo>
                    <a:pt x="8538" y="9030"/>
                    <a:pt x="8824" y="8994"/>
                    <a:pt x="9026" y="8851"/>
                  </a:cubicBezTo>
                  <a:cubicBezTo>
                    <a:pt x="9621" y="8446"/>
                    <a:pt x="9621" y="7732"/>
                    <a:pt x="9645" y="7065"/>
                  </a:cubicBezTo>
                  <a:cubicBezTo>
                    <a:pt x="9669" y="6041"/>
                    <a:pt x="9645" y="5017"/>
                    <a:pt x="9550" y="3993"/>
                  </a:cubicBezTo>
                  <a:cubicBezTo>
                    <a:pt x="9502" y="3255"/>
                    <a:pt x="9502" y="2493"/>
                    <a:pt x="9526" y="1731"/>
                  </a:cubicBezTo>
                  <a:cubicBezTo>
                    <a:pt x="9574" y="921"/>
                    <a:pt x="9478" y="230"/>
                    <a:pt x="8574" y="64"/>
                  </a:cubicBezTo>
                  <a:cubicBezTo>
                    <a:pt x="8307" y="17"/>
                    <a:pt x="8036" y="0"/>
                    <a:pt x="77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1187125" y="4233225"/>
              <a:ext cx="13825" cy="42325"/>
            </a:xfrm>
            <a:custGeom>
              <a:rect b="b" l="l" r="r" t="t"/>
              <a:pathLst>
                <a:path extrusionOk="0" h="1693" w="553">
                  <a:moveTo>
                    <a:pt x="289" y="0"/>
                  </a:moveTo>
                  <a:cubicBezTo>
                    <a:pt x="191" y="0"/>
                    <a:pt x="96" y="54"/>
                    <a:pt x="72" y="161"/>
                  </a:cubicBezTo>
                  <a:cubicBezTo>
                    <a:pt x="0" y="613"/>
                    <a:pt x="0" y="1066"/>
                    <a:pt x="72" y="1518"/>
                  </a:cubicBezTo>
                  <a:cubicBezTo>
                    <a:pt x="100" y="1641"/>
                    <a:pt x="184" y="1692"/>
                    <a:pt x="273" y="1692"/>
                  </a:cubicBezTo>
                  <a:cubicBezTo>
                    <a:pt x="408" y="1692"/>
                    <a:pt x="553" y="1572"/>
                    <a:pt x="524" y="1399"/>
                  </a:cubicBezTo>
                  <a:cubicBezTo>
                    <a:pt x="453" y="994"/>
                    <a:pt x="453" y="566"/>
                    <a:pt x="524" y="161"/>
                  </a:cubicBezTo>
                  <a:cubicBezTo>
                    <a:pt x="488" y="54"/>
                    <a:pt x="387" y="0"/>
                    <a:pt x="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3" name="Google Shape;673;p18"/>
          <p:cNvGrpSpPr/>
          <p:nvPr/>
        </p:nvGrpSpPr>
        <p:grpSpPr>
          <a:xfrm>
            <a:off x="1952535" y="1935834"/>
            <a:ext cx="434159" cy="412002"/>
            <a:chOff x="4536025" y="2809375"/>
            <a:chExt cx="267950" cy="254275"/>
          </a:xfrm>
        </p:grpSpPr>
        <p:sp>
          <p:nvSpPr>
            <p:cNvPr id="674" name="Google Shape;674;p18"/>
            <p:cNvSpPr/>
            <p:nvPr/>
          </p:nvSpPr>
          <p:spPr>
            <a:xfrm>
              <a:off x="4593300" y="2809375"/>
              <a:ext cx="171375" cy="93075"/>
            </a:xfrm>
            <a:custGeom>
              <a:rect b="b" l="l" r="r" t="t"/>
              <a:pathLst>
                <a:path extrusionOk="0" h="3723" w="6855">
                  <a:moveTo>
                    <a:pt x="5783" y="2389"/>
                  </a:moveTo>
                  <a:cubicBezTo>
                    <a:pt x="5831" y="2508"/>
                    <a:pt x="5854" y="2628"/>
                    <a:pt x="5854" y="2747"/>
                  </a:cubicBezTo>
                  <a:lnTo>
                    <a:pt x="5497" y="2723"/>
                  </a:lnTo>
                  <a:cubicBezTo>
                    <a:pt x="5592" y="2628"/>
                    <a:pt x="5688" y="2508"/>
                    <a:pt x="5783" y="2389"/>
                  </a:cubicBezTo>
                  <a:close/>
                  <a:moveTo>
                    <a:pt x="2880" y="1"/>
                  </a:moveTo>
                  <a:cubicBezTo>
                    <a:pt x="2805" y="1"/>
                    <a:pt x="2733" y="11"/>
                    <a:pt x="2663" y="32"/>
                  </a:cubicBezTo>
                  <a:cubicBezTo>
                    <a:pt x="1615" y="389"/>
                    <a:pt x="806" y="1818"/>
                    <a:pt x="234" y="2699"/>
                  </a:cubicBezTo>
                  <a:cubicBezTo>
                    <a:pt x="1" y="3049"/>
                    <a:pt x="327" y="3387"/>
                    <a:pt x="651" y="3387"/>
                  </a:cubicBezTo>
                  <a:cubicBezTo>
                    <a:pt x="789" y="3387"/>
                    <a:pt x="927" y="3325"/>
                    <a:pt x="1020" y="3175"/>
                  </a:cubicBezTo>
                  <a:cubicBezTo>
                    <a:pt x="1496" y="2413"/>
                    <a:pt x="2044" y="1699"/>
                    <a:pt x="2663" y="1080"/>
                  </a:cubicBezTo>
                  <a:cubicBezTo>
                    <a:pt x="2714" y="1035"/>
                    <a:pt x="2776" y="1015"/>
                    <a:pt x="2848" y="1015"/>
                  </a:cubicBezTo>
                  <a:cubicBezTo>
                    <a:pt x="3314" y="1015"/>
                    <a:pt x="4165" y="1864"/>
                    <a:pt x="4640" y="2318"/>
                  </a:cubicBezTo>
                  <a:cubicBezTo>
                    <a:pt x="4497" y="2485"/>
                    <a:pt x="4330" y="2628"/>
                    <a:pt x="4163" y="2794"/>
                  </a:cubicBezTo>
                  <a:cubicBezTo>
                    <a:pt x="3830" y="3080"/>
                    <a:pt x="4116" y="3532"/>
                    <a:pt x="4497" y="3580"/>
                  </a:cubicBezTo>
                  <a:cubicBezTo>
                    <a:pt x="5116" y="3628"/>
                    <a:pt x="5735" y="3675"/>
                    <a:pt x="6354" y="3723"/>
                  </a:cubicBezTo>
                  <a:cubicBezTo>
                    <a:pt x="6593" y="3723"/>
                    <a:pt x="6807" y="3509"/>
                    <a:pt x="6807" y="3247"/>
                  </a:cubicBezTo>
                  <a:cubicBezTo>
                    <a:pt x="6855" y="2556"/>
                    <a:pt x="6664" y="1865"/>
                    <a:pt x="6283" y="1294"/>
                  </a:cubicBezTo>
                  <a:cubicBezTo>
                    <a:pt x="6235" y="1246"/>
                    <a:pt x="6188" y="1199"/>
                    <a:pt x="6116" y="1151"/>
                  </a:cubicBezTo>
                  <a:cubicBezTo>
                    <a:pt x="6045" y="1079"/>
                    <a:pt x="5955" y="1047"/>
                    <a:pt x="5867" y="1047"/>
                  </a:cubicBezTo>
                  <a:cubicBezTo>
                    <a:pt x="5751" y="1047"/>
                    <a:pt x="5636" y="1104"/>
                    <a:pt x="5569" y="1199"/>
                  </a:cubicBezTo>
                  <a:lnTo>
                    <a:pt x="5235" y="1604"/>
                  </a:lnTo>
                  <a:cubicBezTo>
                    <a:pt x="4628" y="1039"/>
                    <a:pt x="3644" y="1"/>
                    <a:pt x="28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8"/>
            <p:cNvSpPr/>
            <p:nvPr/>
          </p:nvSpPr>
          <p:spPr>
            <a:xfrm>
              <a:off x="4536025" y="2912700"/>
              <a:ext cx="128025" cy="128525"/>
            </a:xfrm>
            <a:custGeom>
              <a:rect b="b" l="l" r="r" t="t"/>
              <a:pathLst>
                <a:path extrusionOk="0" h="5141" w="5121">
                  <a:moveTo>
                    <a:pt x="1596" y="1090"/>
                  </a:moveTo>
                  <a:cubicBezTo>
                    <a:pt x="1644" y="1209"/>
                    <a:pt x="1692" y="1328"/>
                    <a:pt x="1715" y="1448"/>
                  </a:cubicBezTo>
                  <a:cubicBezTo>
                    <a:pt x="1573" y="1376"/>
                    <a:pt x="1430" y="1352"/>
                    <a:pt x="1287" y="1305"/>
                  </a:cubicBezTo>
                  <a:cubicBezTo>
                    <a:pt x="1382" y="1209"/>
                    <a:pt x="1501" y="1138"/>
                    <a:pt x="1596" y="1090"/>
                  </a:cubicBezTo>
                  <a:close/>
                  <a:moveTo>
                    <a:pt x="1898" y="0"/>
                  </a:moveTo>
                  <a:cubicBezTo>
                    <a:pt x="1854" y="0"/>
                    <a:pt x="1809" y="6"/>
                    <a:pt x="1763" y="19"/>
                  </a:cubicBezTo>
                  <a:cubicBezTo>
                    <a:pt x="1096" y="304"/>
                    <a:pt x="453" y="638"/>
                    <a:pt x="72" y="1305"/>
                  </a:cubicBezTo>
                  <a:cubicBezTo>
                    <a:pt x="1" y="1448"/>
                    <a:pt x="1" y="1614"/>
                    <a:pt x="72" y="1733"/>
                  </a:cubicBezTo>
                  <a:cubicBezTo>
                    <a:pt x="144" y="1852"/>
                    <a:pt x="239" y="1948"/>
                    <a:pt x="382" y="1971"/>
                  </a:cubicBezTo>
                  <a:lnTo>
                    <a:pt x="810" y="2114"/>
                  </a:lnTo>
                  <a:cubicBezTo>
                    <a:pt x="549" y="3043"/>
                    <a:pt x="72" y="4162"/>
                    <a:pt x="1025" y="4829"/>
                  </a:cubicBezTo>
                  <a:cubicBezTo>
                    <a:pt x="1430" y="5091"/>
                    <a:pt x="2096" y="5091"/>
                    <a:pt x="2573" y="5115"/>
                  </a:cubicBezTo>
                  <a:cubicBezTo>
                    <a:pt x="2810" y="5133"/>
                    <a:pt x="3048" y="5137"/>
                    <a:pt x="3286" y="5137"/>
                  </a:cubicBezTo>
                  <a:cubicBezTo>
                    <a:pt x="3548" y="5137"/>
                    <a:pt x="3810" y="5132"/>
                    <a:pt x="4076" y="5132"/>
                  </a:cubicBezTo>
                  <a:cubicBezTo>
                    <a:pt x="4225" y="5132"/>
                    <a:pt x="4374" y="5133"/>
                    <a:pt x="4526" y="5139"/>
                  </a:cubicBezTo>
                  <a:cubicBezTo>
                    <a:pt x="4540" y="5140"/>
                    <a:pt x="4555" y="5141"/>
                    <a:pt x="4569" y="5141"/>
                  </a:cubicBezTo>
                  <a:cubicBezTo>
                    <a:pt x="5121" y="5141"/>
                    <a:pt x="5106" y="4257"/>
                    <a:pt x="4526" y="4234"/>
                  </a:cubicBezTo>
                  <a:cubicBezTo>
                    <a:pt x="3692" y="4186"/>
                    <a:pt x="2882" y="4234"/>
                    <a:pt x="2049" y="4162"/>
                  </a:cubicBezTo>
                  <a:cubicBezTo>
                    <a:pt x="1525" y="4115"/>
                    <a:pt x="1311" y="3972"/>
                    <a:pt x="1406" y="3424"/>
                  </a:cubicBezTo>
                  <a:cubicBezTo>
                    <a:pt x="1477" y="3091"/>
                    <a:pt x="1596" y="2757"/>
                    <a:pt x="1715" y="2424"/>
                  </a:cubicBezTo>
                  <a:cubicBezTo>
                    <a:pt x="1882" y="2495"/>
                    <a:pt x="2073" y="2567"/>
                    <a:pt x="2239" y="2638"/>
                  </a:cubicBezTo>
                  <a:cubicBezTo>
                    <a:pt x="2309" y="2673"/>
                    <a:pt x="2384" y="2689"/>
                    <a:pt x="2459" y="2689"/>
                  </a:cubicBezTo>
                  <a:cubicBezTo>
                    <a:pt x="2744" y="2689"/>
                    <a:pt x="3019" y="2454"/>
                    <a:pt x="2906" y="2114"/>
                  </a:cubicBezTo>
                  <a:cubicBezTo>
                    <a:pt x="2716" y="1519"/>
                    <a:pt x="2525" y="924"/>
                    <a:pt x="2335" y="328"/>
                  </a:cubicBezTo>
                  <a:cubicBezTo>
                    <a:pt x="2276" y="132"/>
                    <a:pt x="2103" y="0"/>
                    <a:pt x="18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8"/>
            <p:cNvSpPr/>
            <p:nvPr/>
          </p:nvSpPr>
          <p:spPr>
            <a:xfrm>
              <a:off x="4675950" y="2919025"/>
              <a:ext cx="128025" cy="144625"/>
            </a:xfrm>
            <a:custGeom>
              <a:rect b="b" l="l" r="r" t="t"/>
              <a:pathLst>
                <a:path extrusionOk="0" h="5785" w="5121">
                  <a:moveTo>
                    <a:pt x="1524" y="4124"/>
                  </a:moveTo>
                  <a:cubicBezTo>
                    <a:pt x="1524" y="4267"/>
                    <a:pt x="1500" y="4433"/>
                    <a:pt x="1500" y="4576"/>
                  </a:cubicBezTo>
                  <a:cubicBezTo>
                    <a:pt x="1405" y="4505"/>
                    <a:pt x="1310" y="4409"/>
                    <a:pt x="1215" y="4314"/>
                  </a:cubicBezTo>
                  <a:lnTo>
                    <a:pt x="1524" y="4124"/>
                  </a:lnTo>
                  <a:close/>
                  <a:moveTo>
                    <a:pt x="3794" y="1"/>
                  </a:moveTo>
                  <a:cubicBezTo>
                    <a:pt x="3517" y="1"/>
                    <a:pt x="3215" y="239"/>
                    <a:pt x="3287" y="599"/>
                  </a:cubicBezTo>
                  <a:cubicBezTo>
                    <a:pt x="3453" y="1433"/>
                    <a:pt x="3739" y="2219"/>
                    <a:pt x="3858" y="3076"/>
                  </a:cubicBezTo>
                  <a:cubicBezTo>
                    <a:pt x="3930" y="3624"/>
                    <a:pt x="3739" y="3766"/>
                    <a:pt x="3191" y="3790"/>
                  </a:cubicBezTo>
                  <a:cubicBezTo>
                    <a:pt x="3112" y="3798"/>
                    <a:pt x="3033" y="3801"/>
                    <a:pt x="2953" y="3801"/>
                  </a:cubicBezTo>
                  <a:cubicBezTo>
                    <a:pt x="2794" y="3801"/>
                    <a:pt x="2636" y="3790"/>
                    <a:pt x="2477" y="3790"/>
                  </a:cubicBezTo>
                  <a:cubicBezTo>
                    <a:pt x="2501" y="3624"/>
                    <a:pt x="2525" y="3481"/>
                    <a:pt x="2548" y="3338"/>
                  </a:cubicBezTo>
                  <a:cubicBezTo>
                    <a:pt x="2623" y="3020"/>
                    <a:pt x="2390" y="2747"/>
                    <a:pt x="2114" y="2747"/>
                  </a:cubicBezTo>
                  <a:cubicBezTo>
                    <a:pt x="2038" y="2747"/>
                    <a:pt x="1959" y="2768"/>
                    <a:pt x="1882" y="2814"/>
                  </a:cubicBezTo>
                  <a:cubicBezTo>
                    <a:pt x="1358" y="3147"/>
                    <a:pt x="834" y="3481"/>
                    <a:pt x="310" y="3814"/>
                  </a:cubicBezTo>
                  <a:cubicBezTo>
                    <a:pt x="72" y="3933"/>
                    <a:pt x="0" y="4219"/>
                    <a:pt x="143" y="4433"/>
                  </a:cubicBezTo>
                  <a:cubicBezTo>
                    <a:pt x="596" y="5029"/>
                    <a:pt x="1072" y="5553"/>
                    <a:pt x="1810" y="5767"/>
                  </a:cubicBezTo>
                  <a:cubicBezTo>
                    <a:pt x="1852" y="5779"/>
                    <a:pt x="1895" y="5785"/>
                    <a:pt x="1938" y="5785"/>
                  </a:cubicBezTo>
                  <a:cubicBezTo>
                    <a:pt x="2066" y="5785"/>
                    <a:pt x="2191" y="5731"/>
                    <a:pt x="2263" y="5624"/>
                  </a:cubicBezTo>
                  <a:cubicBezTo>
                    <a:pt x="2334" y="5529"/>
                    <a:pt x="2382" y="5433"/>
                    <a:pt x="2405" y="5314"/>
                  </a:cubicBezTo>
                  <a:lnTo>
                    <a:pt x="2405" y="4719"/>
                  </a:lnTo>
                  <a:cubicBezTo>
                    <a:pt x="2634" y="4732"/>
                    <a:pt x="2882" y="4748"/>
                    <a:pt x="3129" y="4748"/>
                  </a:cubicBezTo>
                  <a:cubicBezTo>
                    <a:pt x="3805" y="4748"/>
                    <a:pt x="4471" y="4627"/>
                    <a:pt x="4715" y="3981"/>
                  </a:cubicBezTo>
                  <a:cubicBezTo>
                    <a:pt x="5120" y="2862"/>
                    <a:pt x="4406" y="1409"/>
                    <a:pt x="4192" y="337"/>
                  </a:cubicBezTo>
                  <a:cubicBezTo>
                    <a:pt x="4145" y="102"/>
                    <a:pt x="3975" y="1"/>
                    <a:pt x="37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7" name="Google Shape;677;p18"/>
          <p:cNvSpPr/>
          <p:nvPr/>
        </p:nvSpPr>
        <p:spPr>
          <a:xfrm>
            <a:off x="5232373" y="1947187"/>
            <a:ext cx="417754" cy="389277"/>
          </a:xfrm>
          <a:custGeom>
            <a:rect b="b" l="l" r="r" t="t"/>
            <a:pathLst>
              <a:path extrusionOk="0" h="9610" w="10313">
                <a:moveTo>
                  <a:pt x="4869" y="904"/>
                </a:moveTo>
                <a:cubicBezTo>
                  <a:pt x="5298" y="904"/>
                  <a:pt x="5750" y="967"/>
                  <a:pt x="6002" y="1303"/>
                </a:cubicBezTo>
                <a:cubicBezTo>
                  <a:pt x="6169" y="1565"/>
                  <a:pt x="6312" y="1874"/>
                  <a:pt x="6359" y="2184"/>
                </a:cubicBezTo>
                <a:cubicBezTo>
                  <a:pt x="6002" y="2208"/>
                  <a:pt x="5645" y="2232"/>
                  <a:pt x="5311" y="2232"/>
                </a:cubicBezTo>
                <a:cubicBezTo>
                  <a:pt x="4454" y="2232"/>
                  <a:pt x="3621" y="2255"/>
                  <a:pt x="2787" y="2279"/>
                </a:cubicBezTo>
                <a:cubicBezTo>
                  <a:pt x="2906" y="1422"/>
                  <a:pt x="3359" y="993"/>
                  <a:pt x="4359" y="922"/>
                </a:cubicBezTo>
                <a:cubicBezTo>
                  <a:pt x="4514" y="915"/>
                  <a:pt x="4689" y="904"/>
                  <a:pt x="4869" y="904"/>
                </a:cubicBezTo>
                <a:close/>
                <a:moveTo>
                  <a:pt x="7963" y="3027"/>
                </a:moveTo>
                <a:cubicBezTo>
                  <a:pt x="8293" y="3027"/>
                  <a:pt x="8561" y="3065"/>
                  <a:pt x="8598" y="3184"/>
                </a:cubicBezTo>
                <a:cubicBezTo>
                  <a:pt x="8669" y="3589"/>
                  <a:pt x="8669" y="4018"/>
                  <a:pt x="8598" y="4423"/>
                </a:cubicBezTo>
                <a:cubicBezTo>
                  <a:pt x="7764" y="4970"/>
                  <a:pt x="6836" y="5375"/>
                  <a:pt x="5859" y="5566"/>
                </a:cubicBezTo>
                <a:cubicBezTo>
                  <a:pt x="5815" y="5367"/>
                  <a:pt x="5648" y="5230"/>
                  <a:pt x="5472" y="5230"/>
                </a:cubicBezTo>
                <a:cubicBezTo>
                  <a:pt x="5458" y="5230"/>
                  <a:pt x="5444" y="5231"/>
                  <a:pt x="5431" y="5232"/>
                </a:cubicBezTo>
                <a:cubicBezTo>
                  <a:pt x="5263" y="5222"/>
                  <a:pt x="5091" y="5217"/>
                  <a:pt x="4919" y="5217"/>
                </a:cubicBezTo>
                <a:cubicBezTo>
                  <a:pt x="4675" y="5217"/>
                  <a:pt x="4429" y="5228"/>
                  <a:pt x="4192" y="5256"/>
                </a:cubicBezTo>
                <a:cubicBezTo>
                  <a:pt x="3978" y="5256"/>
                  <a:pt x="3811" y="5399"/>
                  <a:pt x="3740" y="5613"/>
                </a:cubicBezTo>
                <a:cubicBezTo>
                  <a:pt x="2763" y="5399"/>
                  <a:pt x="1835" y="5089"/>
                  <a:pt x="930" y="4637"/>
                </a:cubicBezTo>
                <a:cubicBezTo>
                  <a:pt x="930" y="4161"/>
                  <a:pt x="906" y="3708"/>
                  <a:pt x="906" y="3232"/>
                </a:cubicBezTo>
                <a:cubicBezTo>
                  <a:pt x="1668" y="3232"/>
                  <a:pt x="2430" y="3239"/>
                  <a:pt x="3190" y="3239"/>
                </a:cubicBezTo>
                <a:cubicBezTo>
                  <a:pt x="4331" y="3239"/>
                  <a:pt x="5469" y="3222"/>
                  <a:pt x="6597" y="3137"/>
                </a:cubicBezTo>
                <a:cubicBezTo>
                  <a:pt x="6758" y="3122"/>
                  <a:pt x="7439" y="3027"/>
                  <a:pt x="7963" y="3027"/>
                </a:cubicBezTo>
                <a:close/>
                <a:moveTo>
                  <a:pt x="8598" y="5518"/>
                </a:moveTo>
                <a:cubicBezTo>
                  <a:pt x="8622" y="6113"/>
                  <a:pt x="8693" y="6685"/>
                  <a:pt x="8717" y="7280"/>
                </a:cubicBezTo>
                <a:cubicBezTo>
                  <a:pt x="8741" y="7614"/>
                  <a:pt x="8717" y="7971"/>
                  <a:pt x="8669" y="8304"/>
                </a:cubicBezTo>
                <a:cubicBezTo>
                  <a:pt x="8620" y="8524"/>
                  <a:pt x="8377" y="8581"/>
                  <a:pt x="8106" y="8581"/>
                </a:cubicBezTo>
                <a:cubicBezTo>
                  <a:pt x="7850" y="8581"/>
                  <a:pt x="7569" y="8530"/>
                  <a:pt x="7407" y="8519"/>
                </a:cubicBezTo>
                <a:cubicBezTo>
                  <a:pt x="7228" y="8515"/>
                  <a:pt x="7050" y="8513"/>
                  <a:pt x="6871" y="8513"/>
                </a:cubicBezTo>
                <a:cubicBezTo>
                  <a:pt x="5187" y="8513"/>
                  <a:pt x="3502" y="8674"/>
                  <a:pt x="1804" y="8674"/>
                </a:cubicBezTo>
                <a:cubicBezTo>
                  <a:pt x="1545" y="8674"/>
                  <a:pt x="1285" y="8670"/>
                  <a:pt x="1025" y="8662"/>
                </a:cubicBezTo>
                <a:cubicBezTo>
                  <a:pt x="1025" y="7661"/>
                  <a:pt x="1001" y="6661"/>
                  <a:pt x="977" y="5637"/>
                </a:cubicBezTo>
                <a:lnTo>
                  <a:pt x="977" y="5637"/>
                </a:lnTo>
                <a:cubicBezTo>
                  <a:pt x="1858" y="6042"/>
                  <a:pt x="2811" y="6352"/>
                  <a:pt x="3764" y="6518"/>
                </a:cubicBezTo>
                <a:cubicBezTo>
                  <a:pt x="3611" y="6824"/>
                  <a:pt x="3838" y="7170"/>
                  <a:pt x="4171" y="7170"/>
                </a:cubicBezTo>
                <a:cubicBezTo>
                  <a:pt x="4201" y="7170"/>
                  <a:pt x="4232" y="7167"/>
                  <a:pt x="4264" y="7161"/>
                </a:cubicBezTo>
                <a:lnTo>
                  <a:pt x="5407" y="7161"/>
                </a:lnTo>
                <a:cubicBezTo>
                  <a:pt x="5428" y="7164"/>
                  <a:pt x="5450" y="7166"/>
                  <a:pt x="5471" y="7166"/>
                </a:cubicBezTo>
                <a:cubicBezTo>
                  <a:pt x="5794" y="7166"/>
                  <a:pt x="6017" y="6831"/>
                  <a:pt x="5883" y="6518"/>
                </a:cubicBezTo>
                <a:cubicBezTo>
                  <a:pt x="6836" y="6352"/>
                  <a:pt x="7741" y="5994"/>
                  <a:pt x="8598" y="5518"/>
                </a:cubicBezTo>
                <a:close/>
                <a:moveTo>
                  <a:pt x="4966" y="0"/>
                </a:moveTo>
                <a:cubicBezTo>
                  <a:pt x="4754" y="0"/>
                  <a:pt x="4548" y="10"/>
                  <a:pt x="4359" y="17"/>
                </a:cubicBezTo>
                <a:cubicBezTo>
                  <a:pt x="2811" y="65"/>
                  <a:pt x="2025" y="898"/>
                  <a:pt x="1858" y="2303"/>
                </a:cubicBezTo>
                <a:lnTo>
                  <a:pt x="453" y="2303"/>
                </a:lnTo>
                <a:cubicBezTo>
                  <a:pt x="334" y="2303"/>
                  <a:pt x="239" y="2351"/>
                  <a:pt x="168" y="2422"/>
                </a:cubicBezTo>
                <a:cubicBezTo>
                  <a:pt x="48" y="2494"/>
                  <a:pt x="1" y="2637"/>
                  <a:pt x="1" y="2756"/>
                </a:cubicBezTo>
                <a:cubicBezTo>
                  <a:pt x="1" y="4875"/>
                  <a:pt x="120" y="6995"/>
                  <a:pt x="120" y="9114"/>
                </a:cubicBezTo>
                <a:cubicBezTo>
                  <a:pt x="120" y="9352"/>
                  <a:pt x="310" y="9566"/>
                  <a:pt x="572" y="9590"/>
                </a:cubicBezTo>
                <a:cubicBezTo>
                  <a:pt x="965" y="9604"/>
                  <a:pt x="1359" y="9609"/>
                  <a:pt x="1754" y="9609"/>
                </a:cubicBezTo>
                <a:cubicBezTo>
                  <a:pt x="2774" y="9609"/>
                  <a:pt x="3799" y="9570"/>
                  <a:pt x="4811" y="9519"/>
                </a:cubicBezTo>
                <a:cubicBezTo>
                  <a:pt x="4999" y="9511"/>
                  <a:pt x="5190" y="9509"/>
                  <a:pt x="5382" y="9509"/>
                </a:cubicBezTo>
                <a:cubicBezTo>
                  <a:pt x="5928" y="9509"/>
                  <a:pt x="6491" y="9531"/>
                  <a:pt x="7048" y="9531"/>
                </a:cubicBezTo>
                <a:cubicBezTo>
                  <a:pt x="7542" y="9531"/>
                  <a:pt x="8031" y="9513"/>
                  <a:pt x="8503" y="9447"/>
                </a:cubicBezTo>
                <a:cubicBezTo>
                  <a:pt x="10313" y="9209"/>
                  <a:pt x="9574" y="6423"/>
                  <a:pt x="9479" y="5208"/>
                </a:cubicBezTo>
                <a:cubicBezTo>
                  <a:pt x="9431" y="4446"/>
                  <a:pt x="9598" y="3708"/>
                  <a:pt x="9479" y="2946"/>
                </a:cubicBezTo>
                <a:cubicBezTo>
                  <a:pt x="9384" y="2255"/>
                  <a:pt x="8622" y="2184"/>
                  <a:pt x="8074" y="2136"/>
                </a:cubicBezTo>
                <a:lnTo>
                  <a:pt x="7288" y="2136"/>
                </a:lnTo>
                <a:cubicBezTo>
                  <a:pt x="7121" y="1541"/>
                  <a:pt x="6955" y="946"/>
                  <a:pt x="6502" y="469"/>
                </a:cubicBezTo>
                <a:cubicBezTo>
                  <a:pt x="6122" y="71"/>
                  <a:pt x="5527" y="0"/>
                  <a:pt x="49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8" name="Google Shape;678;p18"/>
          <p:cNvGrpSpPr/>
          <p:nvPr/>
        </p:nvGrpSpPr>
        <p:grpSpPr>
          <a:xfrm>
            <a:off x="5287360" y="3450761"/>
            <a:ext cx="307776" cy="421440"/>
            <a:chOff x="3428650" y="2373900"/>
            <a:chExt cx="189950" cy="260100"/>
          </a:xfrm>
        </p:grpSpPr>
        <p:sp>
          <p:nvSpPr>
            <p:cNvPr id="679" name="Google Shape;679;p18"/>
            <p:cNvSpPr/>
            <p:nvPr/>
          </p:nvSpPr>
          <p:spPr>
            <a:xfrm>
              <a:off x="3428650" y="2373900"/>
              <a:ext cx="189950" cy="260100"/>
            </a:xfrm>
            <a:custGeom>
              <a:rect b="b" l="l" r="r" t="t"/>
              <a:pathLst>
                <a:path extrusionOk="0" h="10404" w="7598">
                  <a:moveTo>
                    <a:pt x="5145" y="1019"/>
                  </a:moveTo>
                  <a:cubicBezTo>
                    <a:pt x="5454" y="1114"/>
                    <a:pt x="5740" y="1233"/>
                    <a:pt x="6002" y="1400"/>
                  </a:cubicBezTo>
                  <a:cubicBezTo>
                    <a:pt x="6645" y="1757"/>
                    <a:pt x="6812" y="2352"/>
                    <a:pt x="6812" y="2972"/>
                  </a:cubicBezTo>
                  <a:lnTo>
                    <a:pt x="6669" y="2972"/>
                  </a:lnTo>
                  <a:cubicBezTo>
                    <a:pt x="6247" y="3107"/>
                    <a:pt x="5801" y="3170"/>
                    <a:pt x="5357" y="3170"/>
                  </a:cubicBezTo>
                  <a:cubicBezTo>
                    <a:pt x="5174" y="3170"/>
                    <a:pt x="4992" y="3159"/>
                    <a:pt x="4811" y="3138"/>
                  </a:cubicBezTo>
                  <a:cubicBezTo>
                    <a:pt x="4907" y="2424"/>
                    <a:pt x="5050" y="1733"/>
                    <a:pt x="5145" y="1019"/>
                  </a:cubicBezTo>
                  <a:close/>
                  <a:moveTo>
                    <a:pt x="763" y="733"/>
                  </a:moveTo>
                  <a:lnTo>
                    <a:pt x="763" y="733"/>
                  </a:lnTo>
                  <a:cubicBezTo>
                    <a:pt x="1089" y="759"/>
                    <a:pt x="1424" y="766"/>
                    <a:pt x="1764" y="766"/>
                  </a:cubicBezTo>
                  <a:cubicBezTo>
                    <a:pt x="2095" y="766"/>
                    <a:pt x="2430" y="759"/>
                    <a:pt x="2766" y="759"/>
                  </a:cubicBezTo>
                  <a:cubicBezTo>
                    <a:pt x="3343" y="759"/>
                    <a:pt x="3920" y="778"/>
                    <a:pt x="4478" y="876"/>
                  </a:cubicBezTo>
                  <a:cubicBezTo>
                    <a:pt x="4359" y="1709"/>
                    <a:pt x="4168" y="2567"/>
                    <a:pt x="4073" y="3400"/>
                  </a:cubicBezTo>
                  <a:cubicBezTo>
                    <a:pt x="4073" y="3567"/>
                    <a:pt x="4168" y="3710"/>
                    <a:pt x="4311" y="3734"/>
                  </a:cubicBezTo>
                  <a:cubicBezTo>
                    <a:pt x="4667" y="3815"/>
                    <a:pt x="5024" y="3853"/>
                    <a:pt x="5378" y="3853"/>
                  </a:cubicBezTo>
                  <a:cubicBezTo>
                    <a:pt x="5853" y="3853"/>
                    <a:pt x="6324" y="3785"/>
                    <a:pt x="6788" y="3662"/>
                  </a:cubicBezTo>
                  <a:lnTo>
                    <a:pt x="6788" y="3662"/>
                  </a:lnTo>
                  <a:cubicBezTo>
                    <a:pt x="6740" y="4043"/>
                    <a:pt x="6669" y="4400"/>
                    <a:pt x="6621" y="4734"/>
                  </a:cubicBezTo>
                  <a:cubicBezTo>
                    <a:pt x="6455" y="6329"/>
                    <a:pt x="6574" y="7925"/>
                    <a:pt x="6455" y="9521"/>
                  </a:cubicBezTo>
                  <a:cubicBezTo>
                    <a:pt x="5320" y="9594"/>
                    <a:pt x="4186" y="9704"/>
                    <a:pt x="3057" y="9704"/>
                  </a:cubicBezTo>
                  <a:cubicBezTo>
                    <a:pt x="2361" y="9704"/>
                    <a:pt x="1668" y="9662"/>
                    <a:pt x="977" y="9544"/>
                  </a:cubicBezTo>
                  <a:cubicBezTo>
                    <a:pt x="882" y="6615"/>
                    <a:pt x="715" y="3686"/>
                    <a:pt x="763" y="733"/>
                  </a:cubicBezTo>
                  <a:close/>
                  <a:moveTo>
                    <a:pt x="465" y="1"/>
                  </a:moveTo>
                  <a:cubicBezTo>
                    <a:pt x="447" y="1"/>
                    <a:pt x="429" y="7"/>
                    <a:pt x="406" y="19"/>
                  </a:cubicBezTo>
                  <a:cubicBezTo>
                    <a:pt x="239" y="19"/>
                    <a:pt x="96" y="162"/>
                    <a:pt x="96" y="352"/>
                  </a:cubicBezTo>
                  <a:cubicBezTo>
                    <a:pt x="1" y="3519"/>
                    <a:pt x="191" y="6687"/>
                    <a:pt x="287" y="9830"/>
                  </a:cubicBezTo>
                  <a:cubicBezTo>
                    <a:pt x="287" y="9997"/>
                    <a:pt x="382" y="10140"/>
                    <a:pt x="549" y="10187"/>
                  </a:cubicBezTo>
                  <a:cubicBezTo>
                    <a:pt x="1369" y="10348"/>
                    <a:pt x="2189" y="10403"/>
                    <a:pt x="3010" y="10403"/>
                  </a:cubicBezTo>
                  <a:cubicBezTo>
                    <a:pt x="4261" y="10403"/>
                    <a:pt x="5513" y="10274"/>
                    <a:pt x="6764" y="10187"/>
                  </a:cubicBezTo>
                  <a:cubicBezTo>
                    <a:pt x="6955" y="10187"/>
                    <a:pt x="7098" y="10021"/>
                    <a:pt x="7121" y="9854"/>
                  </a:cubicBezTo>
                  <a:cubicBezTo>
                    <a:pt x="7336" y="7925"/>
                    <a:pt x="7121" y="5996"/>
                    <a:pt x="7407" y="4091"/>
                  </a:cubicBezTo>
                  <a:cubicBezTo>
                    <a:pt x="7598" y="2948"/>
                    <a:pt x="7598" y="1876"/>
                    <a:pt x="6717" y="1043"/>
                  </a:cubicBezTo>
                  <a:cubicBezTo>
                    <a:pt x="5812" y="193"/>
                    <a:pt x="4537" y="77"/>
                    <a:pt x="3249" y="77"/>
                  </a:cubicBezTo>
                  <a:cubicBezTo>
                    <a:pt x="2765" y="77"/>
                    <a:pt x="2278" y="93"/>
                    <a:pt x="1810" y="93"/>
                  </a:cubicBezTo>
                  <a:cubicBezTo>
                    <a:pt x="1360" y="93"/>
                    <a:pt x="926" y="78"/>
                    <a:pt x="525" y="19"/>
                  </a:cubicBezTo>
                  <a:cubicBezTo>
                    <a:pt x="501" y="7"/>
                    <a:pt x="483" y="1"/>
                    <a:pt x="4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3460075" y="2481500"/>
              <a:ext cx="117975" cy="27275"/>
            </a:xfrm>
            <a:custGeom>
              <a:rect b="b" l="l" r="r" t="t"/>
              <a:pathLst>
                <a:path extrusionOk="0" h="1091" w="4719">
                  <a:moveTo>
                    <a:pt x="1646" y="0"/>
                  </a:moveTo>
                  <a:cubicBezTo>
                    <a:pt x="1163" y="0"/>
                    <a:pt x="651" y="270"/>
                    <a:pt x="244" y="454"/>
                  </a:cubicBezTo>
                  <a:cubicBezTo>
                    <a:pt x="0" y="576"/>
                    <a:pt x="138" y="889"/>
                    <a:pt x="347" y="889"/>
                  </a:cubicBezTo>
                  <a:cubicBezTo>
                    <a:pt x="382" y="889"/>
                    <a:pt x="420" y="879"/>
                    <a:pt x="458" y="859"/>
                  </a:cubicBezTo>
                  <a:cubicBezTo>
                    <a:pt x="840" y="644"/>
                    <a:pt x="1244" y="525"/>
                    <a:pt x="1649" y="478"/>
                  </a:cubicBezTo>
                  <a:cubicBezTo>
                    <a:pt x="1677" y="475"/>
                    <a:pt x="1703" y="474"/>
                    <a:pt x="1730" y="474"/>
                  </a:cubicBezTo>
                  <a:cubicBezTo>
                    <a:pt x="2181" y="474"/>
                    <a:pt x="2457" y="844"/>
                    <a:pt x="2840" y="1001"/>
                  </a:cubicBezTo>
                  <a:cubicBezTo>
                    <a:pt x="3016" y="1065"/>
                    <a:pt x="3180" y="1091"/>
                    <a:pt x="3338" y="1091"/>
                  </a:cubicBezTo>
                  <a:cubicBezTo>
                    <a:pt x="3714" y="1091"/>
                    <a:pt x="4057" y="945"/>
                    <a:pt x="4459" y="811"/>
                  </a:cubicBezTo>
                  <a:cubicBezTo>
                    <a:pt x="4718" y="746"/>
                    <a:pt x="4645" y="369"/>
                    <a:pt x="4417" y="369"/>
                  </a:cubicBezTo>
                  <a:cubicBezTo>
                    <a:pt x="4393" y="369"/>
                    <a:pt x="4367" y="373"/>
                    <a:pt x="4340" y="382"/>
                  </a:cubicBezTo>
                  <a:cubicBezTo>
                    <a:pt x="3989" y="485"/>
                    <a:pt x="3700" y="605"/>
                    <a:pt x="3397" y="605"/>
                  </a:cubicBezTo>
                  <a:cubicBezTo>
                    <a:pt x="3208" y="605"/>
                    <a:pt x="3012" y="558"/>
                    <a:pt x="2792" y="430"/>
                  </a:cubicBezTo>
                  <a:cubicBezTo>
                    <a:pt x="2507" y="239"/>
                    <a:pt x="2221" y="96"/>
                    <a:pt x="1887" y="25"/>
                  </a:cubicBezTo>
                  <a:cubicBezTo>
                    <a:pt x="1808" y="8"/>
                    <a:pt x="1727" y="0"/>
                    <a:pt x="16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3460075" y="2524950"/>
              <a:ext cx="117975" cy="27300"/>
            </a:xfrm>
            <a:custGeom>
              <a:rect b="b" l="l" r="r" t="t"/>
              <a:pathLst>
                <a:path extrusionOk="0" h="1092" w="4719">
                  <a:moveTo>
                    <a:pt x="1647" y="1"/>
                  </a:moveTo>
                  <a:cubicBezTo>
                    <a:pt x="1164" y="1"/>
                    <a:pt x="652" y="274"/>
                    <a:pt x="244" y="478"/>
                  </a:cubicBezTo>
                  <a:cubicBezTo>
                    <a:pt x="0" y="580"/>
                    <a:pt x="138" y="889"/>
                    <a:pt x="346" y="889"/>
                  </a:cubicBezTo>
                  <a:cubicBezTo>
                    <a:pt x="382" y="889"/>
                    <a:pt x="420" y="880"/>
                    <a:pt x="458" y="859"/>
                  </a:cubicBezTo>
                  <a:cubicBezTo>
                    <a:pt x="840" y="668"/>
                    <a:pt x="1244" y="526"/>
                    <a:pt x="1649" y="478"/>
                  </a:cubicBezTo>
                  <a:cubicBezTo>
                    <a:pt x="1675" y="475"/>
                    <a:pt x="1701" y="474"/>
                    <a:pt x="1726" y="474"/>
                  </a:cubicBezTo>
                  <a:cubicBezTo>
                    <a:pt x="2179" y="474"/>
                    <a:pt x="2456" y="866"/>
                    <a:pt x="2840" y="1002"/>
                  </a:cubicBezTo>
                  <a:cubicBezTo>
                    <a:pt x="3019" y="1066"/>
                    <a:pt x="3184" y="1092"/>
                    <a:pt x="3344" y="1092"/>
                  </a:cubicBezTo>
                  <a:cubicBezTo>
                    <a:pt x="3717" y="1092"/>
                    <a:pt x="4059" y="952"/>
                    <a:pt x="4459" y="835"/>
                  </a:cubicBezTo>
                  <a:cubicBezTo>
                    <a:pt x="4718" y="749"/>
                    <a:pt x="4645" y="370"/>
                    <a:pt x="4416" y="370"/>
                  </a:cubicBezTo>
                  <a:cubicBezTo>
                    <a:pt x="4393" y="370"/>
                    <a:pt x="4367" y="374"/>
                    <a:pt x="4340" y="383"/>
                  </a:cubicBezTo>
                  <a:cubicBezTo>
                    <a:pt x="3996" y="498"/>
                    <a:pt x="3712" y="612"/>
                    <a:pt x="3415" y="612"/>
                  </a:cubicBezTo>
                  <a:cubicBezTo>
                    <a:pt x="3220" y="612"/>
                    <a:pt x="3019" y="563"/>
                    <a:pt x="2792" y="430"/>
                  </a:cubicBezTo>
                  <a:cubicBezTo>
                    <a:pt x="2507" y="264"/>
                    <a:pt x="2221" y="121"/>
                    <a:pt x="1887" y="25"/>
                  </a:cubicBezTo>
                  <a:cubicBezTo>
                    <a:pt x="1808" y="8"/>
                    <a:pt x="1728" y="1"/>
                    <a:pt x="16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3459925" y="2568775"/>
              <a:ext cx="118125" cy="27075"/>
            </a:xfrm>
            <a:custGeom>
              <a:rect b="b" l="l" r="r" t="t"/>
              <a:pathLst>
                <a:path extrusionOk="0" h="1083" w="4725">
                  <a:moveTo>
                    <a:pt x="1615" y="0"/>
                  </a:moveTo>
                  <a:cubicBezTo>
                    <a:pt x="1143" y="0"/>
                    <a:pt x="647" y="265"/>
                    <a:pt x="250" y="463"/>
                  </a:cubicBezTo>
                  <a:cubicBezTo>
                    <a:pt x="0" y="568"/>
                    <a:pt x="151" y="890"/>
                    <a:pt x="368" y="890"/>
                  </a:cubicBezTo>
                  <a:cubicBezTo>
                    <a:pt x="399" y="890"/>
                    <a:pt x="431" y="883"/>
                    <a:pt x="464" y="868"/>
                  </a:cubicBezTo>
                  <a:cubicBezTo>
                    <a:pt x="846" y="654"/>
                    <a:pt x="1250" y="511"/>
                    <a:pt x="1655" y="463"/>
                  </a:cubicBezTo>
                  <a:cubicBezTo>
                    <a:pt x="1669" y="463"/>
                    <a:pt x="1683" y="462"/>
                    <a:pt x="1697" y="462"/>
                  </a:cubicBezTo>
                  <a:cubicBezTo>
                    <a:pt x="2172" y="462"/>
                    <a:pt x="2453" y="849"/>
                    <a:pt x="2846" y="987"/>
                  </a:cubicBezTo>
                  <a:cubicBezTo>
                    <a:pt x="3033" y="1055"/>
                    <a:pt x="3206" y="1082"/>
                    <a:pt x="3373" y="1082"/>
                  </a:cubicBezTo>
                  <a:cubicBezTo>
                    <a:pt x="3737" y="1082"/>
                    <a:pt x="4073" y="951"/>
                    <a:pt x="4465" y="821"/>
                  </a:cubicBezTo>
                  <a:cubicBezTo>
                    <a:pt x="4724" y="734"/>
                    <a:pt x="4651" y="355"/>
                    <a:pt x="4422" y="355"/>
                  </a:cubicBezTo>
                  <a:cubicBezTo>
                    <a:pt x="4399" y="355"/>
                    <a:pt x="4373" y="359"/>
                    <a:pt x="4346" y="368"/>
                  </a:cubicBezTo>
                  <a:cubicBezTo>
                    <a:pt x="3993" y="486"/>
                    <a:pt x="3704" y="603"/>
                    <a:pt x="3400" y="603"/>
                  </a:cubicBezTo>
                  <a:cubicBezTo>
                    <a:pt x="3211" y="603"/>
                    <a:pt x="3017" y="558"/>
                    <a:pt x="2798" y="440"/>
                  </a:cubicBezTo>
                  <a:cubicBezTo>
                    <a:pt x="2513" y="249"/>
                    <a:pt x="2227" y="106"/>
                    <a:pt x="1893" y="35"/>
                  </a:cubicBezTo>
                  <a:cubicBezTo>
                    <a:pt x="1802" y="11"/>
                    <a:pt x="1709" y="0"/>
                    <a:pt x="16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9"/>
          <p:cNvSpPr txBox="1"/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Many Ways to Frame It</a:t>
            </a:r>
            <a:endParaRPr/>
          </a:p>
        </p:txBody>
      </p:sp>
      <p:sp>
        <p:nvSpPr>
          <p:cNvPr id="688" name="Google Shape;688;p19"/>
          <p:cNvSpPr txBox="1"/>
          <p:nvPr>
            <p:ph idx="4294967295" type="subTitle"/>
          </p:nvPr>
        </p:nvSpPr>
        <p:spPr>
          <a:xfrm>
            <a:off x="3784900" y="2228205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 number, not a class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89" name="Google Shape;689;p19"/>
          <p:cNvSpPr txBox="1"/>
          <p:nvPr>
            <p:ph idx="4294967295" type="subTitle"/>
          </p:nvPr>
        </p:nvSpPr>
        <p:spPr>
          <a:xfrm>
            <a:off x="5981425" y="2228201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Early · On time · Late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90" name="Google Shape;690;p19"/>
          <p:cNvSpPr txBox="1"/>
          <p:nvPr>
            <p:ph idx="4294967295" type="subTitle"/>
          </p:nvPr>
        </p:nvSpPr>
        <p:spPr>
          <a:xfrm>
            <a:off x="1588375" y="222819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Late or not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91" name="Google Shape;691;p19"/>
          <p:cNvSpPr txBox="1"/>
          <p:nvPr>
            <p:ph idx="4294967295" type="subTitle"/>
          </p:nvPr>
        </p:nvSpPr>
        <p:spPr>
          <a:xfrm>
            <a:off x="2686642" y="376659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Which orders to check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92" name="Google Shape;692;p19"/>
          <p:cNvSpPr txBox="1"/>
          <p:nvPr>
            <p:ph idx="4294967295" type="subTitle"/>
          </p:nvPr>
        </p:nvSpPr>
        <p:spPr>
          <a:xfrm>
            <a:off x="4883162" y="3766601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New labels &amp; metric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93" name="Google Shape;693;p19"/>
          <p:cNvSpPr txBox="1"/>
          <p:nvPr>
            <p:ph idx="4294967295" type="subTitle"/>
          </p:nvPr>
        </p:nvSpPr>
        <p:spPr>
          <a:xfrm>
            <a:off x="5981425" y="1846072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Buckets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694" name="Google Shape;694;p19"/>
          <p:cNvSpPr txBox="1"/>
          <p:nvPr>
            <p:ph idx="4294967295" type="subTitle"/>
          </p:nvPr>
        </p:nvSpPr>
        <p:spPr>
          <a:xfrm>
            <a:off x="4883162" y="3384472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Same Data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695" name="Google Shape;695;p19"/>
          <p:cNvSpPr txBox="1"/>
          <p:nvPr>
            <p:ph idx="4294967295" type="subTitle"/>
          </p:nvPr>
        </p:nvSpPr>
        <p:spPr>
          <a:xfrm>
            <a:off x="3784900" y="1846076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Days Late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696" name="Google Shape;696;p19"/>
          <p:cNvSpPr txBox="1"/>
          <p:nvPr>
            <p:ph idx="4294967295" type="subTitle"/>
          </p:nvPr>
        </p:nvSpPr>
        <p:spPr>
          <a:xfrm>
            <a:off x="1588375" y="184606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Binary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697" name="Google Shape;697;p19"/>
          <p:cNvSpPr txBox="1"/>
          <p:nvPr>
            <p:ph idx="4294967295" type="subTitle"/>
          </p:nvPr>
        </p:nvSpPr>
        <p:spPr>
          <a:xfrm>
            <a:off x="2686642" y="338446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Ranking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698" name="Google Shape;698;p19"/>
          <p:cNvSpPr/>
          <p:nvPr/>
        </p:nvSpPr>
        <p:spPr>
          <a:xfrm>
            <a:off x="2379676" y="1524996"/>
            <a:ext cx="395002" cy="321088"/>
          </a:xfrm>
          <a:custGeom>
            <a:rect b="b" l="l" r="r" t="t"/>
            <a:pathLst>
              <a:path extrusionOk="0" h="9835" w="12099">
                <a:moveTo>
                  <a:pt x="8478" y="1025"/>
                </a:moveTo>
                <a:cubicBezTo>
                  <a:pt x="8590" y="1025"/>
                  <a:pt x="8563" y="1035"/>
                  <a:pt x="8505" y="1035"/>
                </a:cubicBezTo>
                <a:cubicBezTo>
                  <a:pt x="8476" y="1035"/>
                  <a:pt x="8439" y="1033"/>
                  <a:pt x="8407" y="1025"/>
                </a:cubicBezTo>
                <a:close/>
                <a:moveTo>
                  <a:pt x="8359" y="1049"/>
                </a:moveTo>
                <a:cubicBezTo>
                  <a:pt x="8502" y="1191"/>
                  <a:pt x="8669" y="1334"/>
                  <a:pt x="8788" y="1477"/>
                </a:cubicBezTo>
                <a:cubicBezTo>
                  <a:pt x="9502" y="2120"/>
                  <a:pt x="10169" y="2811"/>
                  <a:pt x="10836" y="3525"/>
                </a:cubicBezTo>
                <a:cubicBezTo>
                  <a:pt x="10503" y="3906"/>
                  <a:pt x="10145" y="4263"/>
                  <a:pt x="9812" y="4621"/>
                </a:cubicBezTo>
                <a:cubicBezTo>
                  <a:pt x="9407" y="4287"/>
                  <a:pt x="8955" y="3954"/>
                  <a:pt x="8812" y="3430"/>
                </a:cubicBezTo>
                <a:cubicBezTo>
                  <a:pt x="8738" y="3176"/>
                  <a:pt x="8527" y="3058"/>
                  <a:pt x="8316" y="3058"/>
                </a:cubicBezTo>
                <a:cubicBezTo>
                  <a:pt x="8052" y="3058"/>
                  <a:pt x="7788" y="3242"/>
                  <a:pt x="7788" y="3573"/>
                </a:cubicBezTo>
                <a:cubicBezTo>
                  <a:pt x="7740" y="4478"/>
                  <a:pt x="7764" y="5359"/>
                  <a:pt x="7740" y="6264"/>
                </a:cubicBezTo>
                <a:cubicBezTo>
                  <a:pt x="7740" y="7026"/>
                  <a:pt x="7931" y="7812"/>
                  <a:pt x="7788" y="8574"/>
                </a:cubicBezTo>
                <a:cubicBezTo>
                  <a:pt x="7753" y="8735"/>
                  <a:pt x="7763" y="8779"/>
                  <a:pt x="7753" y="8779"/>
                </a:cubicBezTo>
                <a:cubicBezTo>
                  <a:pt x="7742" y="8779"/>
                  <a:pt x="7709" y="8729"/>
                  <a:pt x="7573" y="8717"/>
                </a:cubicBezTo>
                <a:cubicBezTo>
                  <a:pt x="7455" y="8710"/>
                  <a:pt x="7334" y="8707"/>
                  <a:pt x="7213" y="8707"/>
                </a:cubicBezTo>
                <a:cubicBezTo>
                  <a:pt x="6920" y="8707"/>
                  <a:pt x="6621" y="8724"/>
                  <a:pt x="6335" y="8741"/>
                </a:cubicBezTo>
                <a:cubicBezTo>
                  <a:pt x="5903" y="8796"/>
                  <a:pt x="5478" y="8819"/>
                  <a:pt x="5057" y="8819"/>
                </a:cubicBezTo>
                <a:cubicBezTo>
                  <a:pt x="4760" y="8819"/>
                  <a:pt x="4464" y="8808"/>
                  <a:pt x="4168" y="8788"/>
                </a:cubicBezTo>
                <a:cubicBezTo>
                  <a:pt x="4168" y="7097"/>
                  <a:pt x="4239" y="5407"/>
                  <a:pt x="4144" y="3716"/>
                </a:cubicBezTo>
                <a:cubicBezTo>
                  <a:pt x="4130" y="3395"/>
                  <a:pt x="3865" y="3199"/>
                  <a:pt x="3602" y="3199"/>
                </a:cubicBezTo>
                <a:cubicBezTo>
                  <a:pt x="3436" y="3199"/>
                  <a:pt x="3269" y="3278"/>
                  <a:pt x="3168" y="3454"/>
                </a:cubicBezTo>
                <a:cubicBezTo>
                  <a:pt x="2834" y="3882"/>
                  <a:pt x="2549" y="4335"/>
                  <a:pt x="2287" y="4811"/>
                </a:cubicBezTo>
                <a:cubicBezTo>
                  <a:pt x="1929" y="4573"/>
                  <a:pt x="1572" y="4311"/>
                  <a:pt x="1191" y="4049"/>
                </a:cubicBezTo>
                <a:cubicBezTo>
                  <a:pt x="1715" y="2811"/>
                  <a:pt x="2596" y="1763"/>
                  <a:pt x="3715" y="1049"/>
                </a:cubicBezTo>
                <a:close/>
                <a:moveTo>
                  <a:pt x="3406" y="1"/>
                </a:moveTo>
                <a:cubicBezTo>
                  <a:pt x="3358" y="25"/>
                  <a:pt x="3287" y="48"/>
                  <a:pt x="3263" y="72"/>
                </a:cubicBezTo>
                <a:cubicBezTo>
                  <a:pt x="1763" y="1001"/>
                  <a:pt x="620" y="2430"/>
                  <a:pt x="48" y="4097"/>
                </a:cubicBezTo>
                <a:cubicBezTo>
                  <a:pt x="0" y="4335"/>
                  <a:pt x="96" y="4573"/>
                  <a:pt x="286" y="4692"/>
                </a:cubicBezTo>
                <a:cubicBezTo>
                  <a:pt x="953" y="5097"/>
                  <a:pt x="1548" y="5573"/>
                  <a:pt x="2215" y="5954"/>
                </a:cubicBezTo>
                <a:cubicBezTo>
                  <a:pt x="2291" y="5992"/>
                  <a:pt x="2377" y="6011"/>
                  <a:pt x="2463" y="6011"/>
                </a:cubicBezTo>
                <a:cubicBezTo>
                  <a:pt x="2647" y="6011"/>
                  <a:pt x="2832" y="5926"/>
                  <a:pt x="2930" y="5764"/>
                </a:cubicBezTo>
                <a:cubicBezTo>
                  <a:pt x="3001" y="5645"/>
                  <a:pt x="3073" y="5502"/>
                  <a:pt x="3144" y="5383"/>
                </a:cubicBezTo>
                <a:lnTo>
                  <a:pt x="3144" y="5383"/>
                </a:lnTo>
                <a:cubicBezTo>
                  <a:pt x="3144" y="6669"/>
                  <a:pt x="3120" y="7931"/>
                  <a:pt x="3120" y="9193"/>
                </a:cubicBezTo>
                <a:cubicBezTo>
                  <a:pt x="3120" y="9431"/>
                  <a:pt x="3287" y="9622"/>
                  <a:pt x="3501" y="9693"/>
                </a:cubicBezTo>
                <a:cubicBezTo>
                  <a:pt x="3969" y="9799"/>
                  <a:pt x="4436" y="9835"/>
                  <a:pt x="4906" y="9835"/>
                </a:cubicBezTo>
                <a:cubicBezTo>
                  <a:pt x="5489" y="9835"/>
                  <a:pt x="6075" y="9780"/>
                  <a:pt x="6668" y="9741"/>
                </a:cubicBezTo>
                <a:cubicBezTo>
                  <a:pt x="6695" y="9740"/>
                  <a:pt x="6722" y="9739"/>
                  <a:pt x="6749" y="9739"/>
                </a:cubicBezTo>
                <a:cubicBezTo>
                  <a:pt x="7006" y="9739"/>
                  <a:pt x="7322" y="9786"/>
                  <a:pt x="7625" y="9786"/>
                </a:cubicBezTo>
                <a:cubicBezTo>
                  <a:pt x="7943" y="9786"/>
                  <a:pt x="8246" y="9735"/>
                  <a:pt x="8455" y="9526"/>
                </a:cubicBezTo>
                <a:cubicBezTo>
                  <a:pt x="8931" y="9050"/>
                  <a:pt x="8907" y="8121"/>
                  <a:pt x="8883" y="7502"/>
                </a:cubicBezTo>
                <a:cubicBezTo>
                  <a:pt x="8836" y="6693"/>
                  <a:pt x="8812" y="5883"/>
                  <a:pt x="8788" y="5049"/>
                </a:cubicBezTo>
                <a:lnTo>
                  <a:pt x="8788" y="5049"/>
                </a:lnTo>
                <a:cubicBezTo>
                  <a:pt x="9050" y="5264"/>
                  <a:pt x="9264" y="5478"/>
                  <a:pt x="9479" y="5740"/>
                </a:cubicBezTo>
                <a:cubicBezTo>
                  <a:pt x="9586" y="5835"/>
                  <a:pt x="9717" y="5883"/>
                  <a:pt x="9848" y="5883"/>
                </a:cubicBezTo>
                <a:cubicBezTo>
                  <a:pt x="9979" y="5883"/>
                  <a:pt x="10110" y="5835"/>
                  <a:pt x="10217" y="5740"/>
                </a:cubicBezTo>
                <a:cubicBezTo>
                  <a:pt x="10741" y="5073"/>
                  <a:pt x="11384" y="4525"/>
                  <a:pt x="11884" y="3859"/>
                </a:cubicBezTo>
                <a:cubicBezTo>
                  <a:pt x="12098" y="3644"/>
                  <a:pt x="12098" y="3311"/>
                  <a:pt x="11884" y="3120"/>
                </a:cubicBezTo>
                <a:cubicBezTo>
                  <a:pt x="11146" y="2287"/>
                  <a:pt x="10360" y="1477"/>
                  <a:pt x="9526" y="739"/>
                </a:cubicBezTo>
                <a:cubicBezTo>
                  <a:pt x="9002" y="239"/>
                  <a:pt x="8788" y="1"/>
                  <a:pt x="809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19"/>
          <p:cNvGrpSpPr/>
          <p:nvPr/>
        </p:nvGrpSpPr>
        <p:grpSpPr>
          <a:xfrm>
            <a:off x="5715276" y="2991922"/>
            <a:ext cx="313351" cy="392554"/>
            <a:chOff x="6279850" y="3645375"/>
            <a:chExt cx="239950" cy="300600"/>
          </a:xfrm>
        </p:grpSpPr>
        <p:sp>
          <p:nvSpPr>
            <p:cNvPr id="700" name="Google Shape;700;p19"/>
            <p:cNvSpPr/>
            <p:nvPr/>
          </p:nvSpPr>
          <p:spPr>
            <a:xfrm>
              <a:off x="6279850" y="3645375"/>
              <a:ext cx="239950" cy="300600"/>
            </a:xfrm>
            <a:custGeom>
              <a:rect b="b" l="l" r="r" t="t"/>
              <a:pathLst>
                <a:path extrusionOk="0" h="12024" w="9598">
                  <a:moveTo>
                    <a:pt x="6264" y="1064"/>
                  </a:moveTo>
                  <a:cubicBezTo>
                    <a:pt x="6430" y="1064"/>
                    <a:pt x="6597" y="1067"/>
                    <a:pt x="6764" y="1075"/>
                  </a:cubicBezTo>
                  <a:cubicBezTo>
                    <a:pt x="7502" y="1099"/>
                    <a:pt x="7526" y="1932"/>
                    <a:pt x="7645" y="2480"/>
                  </a:cubicBezTo>
                  <a:cubicBezTo>
                    <a:pt x="7954" y="3718"/>
                    <a:pt x="8193" y="4957"/>
                    <a:pt x="8335" y="6243"/>
                  </a:cubicBezTo>
                  <a:cubicBezTo>
                    <a:pt x="8383" y="6790"/>
                    <a:pt x="8455" y="7386"/>
                    <a:pt x="8502" y="7957"/>
                  </a:cubicBezTo>
                  <a:lnTo>
                    <a:pt x="6478" y="7957"/>
                  </a:lnTo>
                  <a:cubicBezTo>
                    <a:pt x="6192" y="7957"/>
                    <a:pt x="5954" y="8195"/>
                    <a:pt x="5954" y="8481"/>
                  </a:cubicBezTo>
                  <a:cubicBezTo>
                    <a:pt x="5906" y="8815"/>
                    <a:pt x="5906" y="9148"/>
                    <a:pt x="5906" y="9481"/>
                  </a:cubicBezTo>
                  <a:cubicBezTo>
                    <a:pt x="5597" y="9505"/>
                    <a:pt x="5311" y="9529"/>
                    <a:pt x="5001" y="9553"/>
                  </a:cubicBezTo>
                  <a:cubicBezTo>
                    <a:pt x="4847" y="9577"/>
                    <a:pt x="4686" y="9589"/>
                    <a:pt x="4522" y="9589"/>
                  </a:cubicBezTo>
                  <a:cubicBezTo>
                    <a:pt x="4358" y="9589"/>
                    <a:pt x="4192" y="9577"/>
                    <a:pt x="4025" y="9553"/>
                  </a:cubicBezTo>
                  <a:cubicBezTo>
                    <a:pt x="3787" y="9529"/>
                    <a:pt x="3835" y="9053"/>
                    <a:pt x="3739" y="8910"/>
                  </a:cubicBezTo>
                  <a:cubicBezTo>
                    <a:pt x="3406" y="8338"/>
                    <a:pt x="2808" y="8201"/>
                    <a:pt x="2171" y="8201"/>
                  </a:cubicBezTo>
                  <a:cubicBezTo>
                    <a:pt x="1853" y="8201"/>
                    <a:pt x="1525" y="8235"/>
                    <a:pt x="1215" y="8267"/>
                  </a:cubicBezTo>
                  <a:cubicBezTo>
                    <a:pt x="1358" y="7386"/>
                    <a:pt x="1548" y="6505"/>
                    <a:pt x="1739" y="5647"/>
                  </a:cubicBezTo>
                  <a:cubicBezTo>
                    <a:pt x="2025" y="4147"/>
                    <a:pt x="2334" y="2671"/>
                    <a:pt x="2501" y="1123"/>
                  </a:cubicBezTo>
                  <a:cubicBezTo>
                    <a:pt x="3430" y="1123"/>
                    <a:pt x="4335" y="1099"/>
                    <a:pt x="5263" y="1075"/>
                  </a:cubicBezTo>
                  <a:cubicBezTo>
                    <a:pt x="5597" y="1075"/>
                    <a:pt x="5930" y="1064"/>
                    <a:pt x="6264" y="1064"/>
                  </a:cubicBezTo>
                  <a:close/>
                  <a:moveTo>
                    <a:pt x="8574" y="9029"/>
                  </a:moveTo>
                  <a:lnTo>
                    <a:pt x="8574" y="9624"/>
                  </a:lnTo>
                  <a:cubicBezTo>
                    <a:pt x="8550" y="10350"/>
                    <a:pt x="8596" y="11006"/>
                    <a:pt x="7716" y="11006"/>
                  </a:cubicBezTo>
                  <a:cubicBezTo>
                    <a:pt x="7701" y="11006"/>
                    <a:pt x="7685" y="11006"/>
                    <a:pt x="7669" y="11006"/>
                  </a:cubicBezTo>
                  <a:cubicBezTo>
                    <a:pt x="7192" y="11006"/>
                    <a:pt x="6716" y="10982"/>
                    <a:pt x="6216" y="10958"/>
                  </a:cubicBezTo>
                  <a:lnTo>
                    <a:pt x="3573" y="10863"/>
                  </a:lnTo>
                  <a:cubicBezTo>
                    <a:pt x="3454" y="10859"/>
                    <a:pt x="3335" y="10858"/>
                    <a:pt x="3217" y="10858"/>
                  </a:cubicBezTo>
                  <a:cubicBezTo>
                    <a:pt x="2644" y="10858"/>
                    <a:pt x="2069" y="10891"/>
                    <a:pt x="1484" y="10891"/>
                  </a:cubicBezTo>
                  <a:cubicBezTo>
                    <a:pt x="1363" y="10891"/>
                    <a:pt x="1242" y="10890"/>
                    <a:pt x="1120" y="10886"/>
                  </a:cubicBezTo>
                  <a:lnTo>
                    <a:pt x="1143" y="10886"/>
                  </a:lnTo>
                  <a:cubicBezTo>
                    <a:pt x="1072" y="10363"/>
                    <a:pt x="1072" y="9862"/>
                    <a:pt x="1096" y="9339"/>
                  </a:cubicBezTo>
                  <a:cubicBezTo>
                    <a:pt x="1419" y="9292"/>
                    <a:pt x="1752" y="9266"/>
                    <a:pt x="2082" y="9266"/>
                  </a:cubicBezTo>
                  <a:cubicBezTo>
                    <a:pt x="2263" y="9266"/>
                    <a:pt x="2443" y="9274"/>
                    <a:pt x="2620" y="9291"/>
                  </a:cubicBezTo>
                  <a:cubicBezTo>
                    <a:pt x="2858" y="9339"/>
                    <a:pt x="2953" y="10267"/>
                    <a:pt x="3334" y="10434"/>
                  </a:cubicBezTo>
                  <a:cubicBezTo>
                    <a:pt x="3722" y="10599"/>
                    <a:pt x="4138" y="10653"/>
                    <a:pt x="4563" y="10653"/>
                  </a:cubicBezTo>
                  <a:cubicBezTo>
                    <a:pt x="5183" y="10653"/>
                    <a:pt x="5823" y="10538"/>
                    <a:pt x="6430" y="10482"/>
                  </a:cubicBezTo>
                  <a:cubicBezTo>
                    <a:pt x="6716" y="10482"/>
                    <a:pt x="6930" y="10243"/>
                    <a:pt x="6954" y="9958"/>
                  </a:cubicBezTo>
                  <a:cubicBezTo>
                    <a:pt x="6954" y="9648"/>
                    <a:pt x="6954" y="9339"/>
                    <a:pt x="6954" y="9029"/>
                  </a:cubicBezTo>
                  <a:close/>
                  <a:moveTo>
                    <a:pt x="6175" y="1"/>
                  </a:moveTo>
                  <a:cubicBezTo>
                    <a:pt x="5008" y="1"/>
                    <a:pt x="3842" y="85"/>
                    <a:pt x="2675" y="85"/>
                  </a:cubicBezTo>
                  <a:cubicBezTo>
                    <a:pt x="2459" y="85"/>
                    <a:pt x="2242" y="82"/>
                    <a:pt x="2025" y="75"/>
                  </a:cubicBezTo>
                  <a:cubicBezTo>
                    <a:pt x="2011" y="74"/>
                    <a:pt x="1998" y="73"/>
                    <a:pt x="1985" y="73"/>
                  </a:cubicBezTo>
                  <a:cubicBezTo>
                    <a:pt x="1739" y="73"/>
                    <a:pt x="1525" y="279"/>
                    <a:pt x="1525" y="527"/>
                  </a:cubicBezTo>
                  <a:cubicBezTo>
                    <a:pt x="1525" y="575"/>
                    <a:pt x="1525" y="599"/>
                    <a:pt x="1501" y="646"/>
                  </a:cubicBezTo>
                  <a:cubicBezTo>
                    <a:pt x="1263" y="3314"/>
                    <a:pt x="286" y="6028"/>
                    <a:pt x="72" y="8743"/>
                  </a:cubicBezTo>
                  <a:cubicBezTo>
                    <a:pt x="72" y="8791"/>
                    <a:pt x="72" y="8838"/>
                    <a:pt x="72" y="8886"/>
                  </a:cubicBezTo>
                  <a:cubicBezTo>
                    <a:pt x="0" y="9767"/>
                    <a:pt x="48" y="10625"/>
                    <a:pt x="167" y="11482"/>
                  </a:cubicBezTo>
                  <a:cubicBezTo>
                    <a:pt x="239" y="11720"/>
                    <a:pt x="453" y="11863"/>
                    <a:pt x="691" y="11863"/>
                  </a:cubicBezTo>
                  <a:cubicBezTo>
                    <a:pt x="1088" y="11914"/>
                    <a:pt x="1486" y="11928"/>
                    <a:pt x="1884" y="11928"/>
                  </a:cubicBezTo>
                  <a:cubicBezTo>
                    <a:pt x="2434" y="11928"/>
                    <a:pt x="2986" y="11900"/>
                    <a:pt x="3543" y="11900"/>
                  </a:cubicBezTo>
                  <a:cubicBezTo>
                    <a:pt x="3719" y="11900"/>
                    <a:pt x="3895" y="11903"/>
                    <a:pt x="4073" y="11910"/>
                  </a:cubicBezTo>
                  <a:lnTo>
                    <a:pt x="7264" y="12006"/>
                  </a:lnTo>
                  <a:cubicBezTo>
                    <a:pt x="7381" y="12018"/>
                    <a:pt x="7498" y="12024"/>
                    <a:pt x="7614" y="12024"/>
                  </a:cubicBezTo>
                  <a:cubicBezTo>
                    <a:pt x="7948" y="12024"/>
                    <a:pt x="8280" y="11975"/>
                    <a:pt x="8597" y="11887"/>
                  </a:cubicBezTo>
                  <a:cubicBezTo>
                    <a:pt x="9550" y="11553"/>
                    <a:pt x="9574" y="10767"/>
                    <a:pt x="9598" y="9910"/>
                  </a:cubicBezTo>
                  <a:cubicBezTo>
                    <a:pt x="9598" y="6933"/>
                    <a:pt x="9193" y="3980"/>
                    <a:pt x="8383" y="1123"/>
                  </a:cubicBezTo>
                  <a:cubicBezTo>
                    <a:pt x="8145" y="241"/>
                    <a:pt x="7359" y="27"/>
                    <a:pt x="6526" y="3"/>
                  </a:cubicBezTo>
                  <a:cubicBezTo>
                    <a:pt x="6409" y="1"/>
                    <a:pt x="6292" y="1"/>
                    <a:pt x="61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6330450" y="3810575"/>
              <a:ext cx="148850" cy="21900"/>
            </a:xfrm>
            <a:custGeom>
              <a:rect b="b" l="l" r="r" t="t"/>
              <a:pathLst>
                <a:path extrusionOk="0" h="876" w="5954">
                  <a:moveTo>
                    <a:pt x="3143" y="1"/>
                  </a:moveTo>
                  <a:cubicBezTo>
                    <a:pt x="2257" y="1"/>
                    <a:pt x="1367" y="27"/>
                    <a:pt x="477" y="40"/>
                  </a:cubicBezTo>
                  <a:cubicBezTo>
                    <a:pt x="1" y="63"/>
                    <a:pt x="1" y="778"/>
                    <a:pt x="477" y="825"/>
                  </a:cubicBezTo>
                  <a:cubicBezTo>
                    <a:pt x="1429" y="825"/>
                    <a:pt x="2382" y="794"/>
                    <a:pt x="3330" y="794"/>
                  </a:cubicBezTo>
                  <a:cubicBezTo>
                    <a:pt x="4041" y="794"/>
                    <a:pt x="4750" y="812"/>
                    <a:pt x="5454" y="873"/>
                  </a:cubicBezTo>
                  <a:cubicBezTo>
                    <a:pt x="5469" y="874"/>
                    <a:pt x="5483" y="875"/>
                    <a:pt x="5497" y="875"/>
                  </a:cubicBezTo>
                  <a:cubicBezTo>
                    <a:pt x="5954" y="875"/>
                    <a:pt x="5940" y="133"/>
                    <a:pt x="5454" y="87"/>
                  </a:cubicBezTo>
                  <a:cubicBezTo>
                    <a:pt x="4688" y="21"/>
                    <a:pt x="3917" y="1"/>
                    <a:pt x="31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6343550" y="3762725"/>
              <a:ext cx="122075" cy="19675"/>
            </a:xfrm>
            <a:custGeom>
              <a:rect b="b" l="l" r="r" t="t"/>
              <a:pathLst>
                <a:path extrusionOk="0" h="787" w="4883">
                  <a:moveTo>
                    <a:pt x="524" y="1"/>
                  </a:moveTo>
                  <a:cubicBezTo>
                    <a:pt x="1" y="1"/>
                    <a:pt x="1" y="787"/>
                    <a:pt x="524" y="787"/>
                  </a:cubicBezTo>
                  <a:lnTo>
                    <a:pt x="4359" y="787"/>
                  </a:lnTo>
                  <a:cubicBezTo>
                    <a:pt x="4883" y="787"/>
                    <a:pt x="4883" y="1"/>
                    <a:pt x="4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6350700" y="3715100"/>
              <a:ext cx="107775" cy="19675"/>
            </a:xfrm>
            <a:custGeom>
              <a:rect b="b" l="l" r="r" t="t"/>
              <a:pathLst>
                <a:path extrusionOk="0" h="787" w="4311">
                  <a:moveTo>
                    <a:pt x="524" y="1"/>
                  </a:moveTo>
                  <a:cubicBezTo>
                    <a:pt x="0" y="1"/>
                    <a:pt x="0" y="786"/>
                    <a:pt x="524" y="786"/>
                  </a:cubicBezTo>
                  <a:lnTo>
                    <a:pt x="3787" y="786"/>
                  </a:lnTo>
                  <a:cubicBezTo>
                    <a:pt x="4311" y="786"/>
                    <a:pt x="4311" y="1"/>
                    <a:pt x="37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19"/>
          <p:cNvGrpSpPr/>
          <p:nvPr/>
        </p:nvGrpSpPr>
        <p:grpSpPr>
          <a:xfrm>
            <a:off x="6827928" y="1514569"/>
            <a:ext cx="284588" cy="341950"/>
            <a:chOff x="5138550" y="3225375"/>
            <a:chExt cx="217925" cy="261850"/>
          </a:xfrm>
        </p:grpSpPr>
        <p:sp>
          <p:nvSpPr>
            <p:cNvPr id="705" name="Google Shape;705;p19"/>
            <p:cNvSpPr/>
            <p:nvPr/>
          </p:nvSpPr>
          <p:spPr>
            <a:xfrm>
              <a:off x="5138550" y="3225375"/>
              <a:ext cx="217925" cy="261850"/>
            </a:xfrm>
            <a:custGeom>
              <a:rect b="b" l="l" r="r" t="t"/>
              <a:pathLst>
                <a:path extrusionOk="0" h="10474" w="8717">
                  <a:moveTo>
                    <a:pt x="6816" y="694"/>
                  </a:moveTo>
                  <a:cubicBezTo>
                    <a:pt x="7065" y="694"/>
                    <a:pt x="7284" y="734"/>
                    <a:pt x="7383" y="872"/>
                  </a:cubicBezTo>
                  <a:cubicBezTo>
                    <a:pt x="7811" y="1514"/>
                    <a:pt x="7692" y="2610"/>
                    <a:pt x="7668" y="3324"/>
                  </a:cubicBezTo>
                  <a:cubicBezTo>
                    <a:pt x="7668" y="4444"/>
                    <a:pt x="7549" y="5563"/>
                    <a:pt x="7644" y="6706"/>
                  </a:cubicBezTo>
                  <a:cubicBezTo>
                    <a:pt x="7716" y="7659"/>
                    <a:pt x="7906" y="8754"/>
                    <a:pt x="7644" y="9707"/>
                  </a:cubicBezTo>
                  <a:cubicBezTo>
                    <a:pt x="7627" y="9778"/>
                    <a:pt x="7471" y="9804"/>
                    <a:pt x="7243" y="9804"/>
                  </a:cubicBezTo>
                  <a:cubicBezTo>
                    <a:pt x="6551" y="9804"/>
                    <a:pt x="5192" y="9558"/>
                    <a:pt x="4977" y="9540"/>
                  </a:cubicBezTo>
                  <a:cubicBezTo>
                    <a:pt x="4884" y="9532"/>
                    <a:pt x="4790" y="9529"/>
                    <a:pt x="4694" y="9529"/>
                  </a:cubicBezTo>
                  <a:cubicBezTo>
                    <a:pt x="4009" y="9529"/>
                    <a:pt x="3263" y="9706"/>
                    <a:pt x="2556" y="9706"/>
                  </a:cubicBezTo>
                  <a:cubicBezTo>
                    <a:pt x="2171" y="9706"/>
                    <a:pt x="1798" y="9654"/>
                    <a:pt x="1453" y="9492"/>
                  </a:cubicBezTo>
                  <a:cubicBezTo>
                    <a:pt x="881" y="9230"/>
                    <a:pt x="1167" y="7873"/>
                    <a:pt x="1215" y="7397"/>
                  </a:cubicBezTo>
                  <a:cubicBezTo>
                    <a:pt x="1262" y="6706"/>
                    <a:pt x="1238" y="6039"/>
                    <a:pt x="1238" y="5349"/>
                  </a:cubicBezTo>
                  <a:cubicBezTo>
                    <a:pt x="1238" y="3872"/>
                    <a:pt x="1191" y="2372"/>
                    <a:pt x="1191" y="895"/>
                  </a:cubicBezTo>
                  <a:cubicBezTo>
                    <a:pt x="2739" y="872"/>
                    <a:pt x="4287" y="776"/>
                    <a:pt x="5835" y="776"/>
                  </a:cubicBezTo>
                  <a:cubicBezTo>
                    <a:pt x="6045" y="776"/>
                    <a:pt x="6461" y="694"/>
                    <a:pt x="6816" y="694"/>
                  </a:cubicBezTo>
                  <a:close/>
                  <a:moveTo>
                    <a:pt x="5914" y="0"/>
                  </a:moveTo>
                  <a:cubicBezTo>
                    <a:pt x="4232" y="0"/>
                    <a:pt x="2517" y="205"/>
                    <a:pt x="834" y="205"/>
                  </a:cubicBezTo>
                  <a:cubicBezTo>
                    <a:pt x="762" y="205"/>
                    <a:pt x="667" y="229"/>
                    <a:pt x="619" y="300"/>
                  </a:cubicBezTo>
                  <a:cubicBezTo>
                    <a:pt x="524" y="371"/>
                    <a:pt x="500" y="467"/>
                    <a:pt x="500" y="562"/>
                  </a:cubicBezTo>
                  <a:cubicBezTo>
                    <a:pt x="500" y="2539"/>
                    <a:pt x="548" y="4539"/>
                    <a:pt x="572" y="6516"/>
                  </a:cubicBezTo>
                  <a:cubicBezTo>
                    <a:pt x="572" y="7611"/>
                    <a:pt x="0" y="9349"/>
                    <a:pt x="1119" y="10088"/>
                  </a:cubicBezTo>
                  <a:cubicBezTo>
                    <a:pt x="1512" y="10337"/>
                    <a:pt x="1991" y="10413"/>
                    <a:pt x="2496" y="10413"/>
                  </a:cubicBezTo>
                  <a:cubicBezTo>
                    <a:pt x="3286" y="10413"/>
                    <a:pt x="4142" y="10228"/>
                    <a:pt x="4834" y="10228"/>
                  </a:cubicBezTo>
                  <a:cubicBezTo>
                    <a:pt x="4883" y="10228"/>
                    <a:pt x="4930" y="10229"/>
                    <a:pt x="4977" y="10231"/>
                  </a:cubicBezTo>
                  <a:cubicBezTo>
                    <a:pt x="5573" y="10254"/>
                    <a:pt x="6216" y="10373"/>
                    <a:pt x="6811" y="10421"/>
                  </a:cubicBezTo>
                  <a:cubicBezTo>
                    <a:pt x="6960" y="10442"/>
                    <a:pt x="7185" y="10473"/>
                    <a:pt x="7411" y="10473"/>
                  </a:cubicBezTo>
                  <a:cubicBezTo>
                    <a:pt x="7692" y="10473"/>
                    <a:pt x="7976" y="10426"/>
                    <a:pt x="8121" y="10254"/>
                  </a:cubicBezTo>
                  <a:cubicBezTo>
                    <a:pt x="8716" y="9564"/>
                    <a:pt x="8430" y="8111"/>
                    <a:pt x="8383" y="7278"/>
                  </a:cubicBezTo>
                  <a:cubicBezTo>
                    <a:pt x="8287" y="5753"/>
                    <a:pt x="8383" y="4253"/>
                    <a:pt x="8383" y="2705"/>
                  </a:cubicBezTo>
                  <a:cubicBezTo>
                    <a:pt x="8383" y="1705"/>
                    <a:pt x="8335" y="133"/>
                    <a:pt x="7073" y="38"/>
                  </a:cubicBezTo>
                  <a:cubicBezTo>
                    <a:pt x="6689" y="11"/>
                    <a:pt x="6302" y="0"/>
                    <a:pt x="59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5178425" y="3253300"/>
              <a:ext cx="138750" cy="147050"/>
            </a:xfrm>
            <a:custGeom>
              <a:rect b="b" l="l" r="r" t="t"/>
              <a:pathLst>
                <a:path extrusionOk="0" h="5882" w="5550">
                  <a:moveTo>
                    <a:pt x="3501" y="451"/>
                  </a:moveTo>
                  <a:cubicBezTo>
                    <a:pt x="3716" y="451"/>
                    <a:pt x="3930" y="457"/>
                    <a:pt x="4144" y="469"/>
                  </a:cubicBezTo>
                  <a:cubicBezTo>
                    <a:pt x="4740" y="493"/>
                    <a:pt x="4883" y="588"/>
                    <a:pt x="4930" y="1160"/>
                  </a:cubicBezTo>
                  <a:cubicBezTo>
                    <a:pt x="4954" y="1731"/>
                    <a:pt x="4930" y="2303"/>
                    <a:pt x="4930" y="2874"/>
                  </a:cubicBezTo>
                  <a:cubicBezTo>
                    <a:pt x="4930" y="3442"/>
                    <a:pt x="5471" y="5351"/>
                    <a:pt x="4356" y="5351"/>
                  </a:cubicBezTo>
                  <a:cubicBezTo>
                    <a:pt x="4349" y="5351"/>
                    <a:pt x="4342" y="5351"/>
                    <a:pt x="4335" y="5351"/>
                  </a:cubicBezTo>
                  <a:cubicBezTo>
                    <a:pt x="3668" y="5351"/>
                    <a:pt x="3025" y="5375"/>
                    <a:pt x="2382" y="5399"/>
                  </a:cubicBezTo>
                  <a:cubicBezTo>
                    <a:pt x="2192" y="5399"/>
                    <a:pt x="882" y="5375"/>
                    <a:pt x="786" y="5113"/>
                  </a:cubicBezTo>
                  <a:cubicBezTo>
                    <a:pt x="334" y="3708"/>
                    <a:pt x="810" y="2041"/>
                    <a:pt x="882" y="564"/>
                  </a:cubicBezTo>
                  <a:cubicBezTo>
                    <a:pt x="1549" y="564"/>
                    <a:pt x="2192" y="493"/>
                    <a:pt x="2858" y="469"/>
                  </a:cubicBezTo>
                  <a:cubicBezTo>
                    <a:pt x="3073" y="457"/>
                    <a:pt x="3287" y="451"/>
                    <a:pt x="3501" y="451"/>
                  </a:cubicBezTo>
                  <a:close/>
                  <a:moveTo>
                    <a:pt x="3562" y="0"/>
                  </a:moveTo>
                  <a:cubicBezTo>
                    <a:pt x="2596" y="0"/>
                    <a:pt x="1627" y="96"/>
                    <a:pt x="667" y="112"/>
                  </a:cubicBezTo>
                  <a:cubicBezTo>
                    <a:pt x="596" y="112"/>
                    <a:pt x="525" y="136"/>
                    <a:pt x="477" y="183"/>
                  </a:cubicBezTo>
                  <a:cubicBezTo>
                    <a:pt x="453" y="231"/>
                    <a:pt x="429" y="278"/>
                    <a:pt x="429" y="326"/>
                  </a:cubicBezTo>
                  <a:cubicBezTo>
                    <a:pt x="405" y="1993"/>
                    <a:pt x="1" y="3612"/>
                    <a:pt x="334" y="5256"/>
                  </a:cubicBezTo>
                  <a:cubicBezTo>
                    <a:pt x="446" y="5784"/>
                    <a:pt x="1216" y="5882"/>
                    <a:pt x="1874" y="5882"/>
                  </a:cubicBezTo>
                  <a:cubicBezTo>
                    <a:pt x="2194" y="5882"/>
                    <a:pt x="2489" y="5859"/>
                    <a:pt x="2668" y="5851"/>
                  </a:cubicBezTo>
                  <a:cubicBezTo>
                    <a:pt x="3382" y="5851"/>
                    <a:pt x="4121" y="5827"/>
                    <a:pt x="4835" y="5780"/>
                  </a:cubicBezTo>
                  <a:cubicBezTo>
                    <a:pt x="5240" y="5660"/>
                    <a:pt x="5502" y="5303"/>
                    <a:pt x="5502" y="4898"/>
                  </a:cubicBezTo>
                  <a:cubicBezTo>
                    <a:pt x="5549" y="4136"/>
                    <a:pt x="5359" y="3350"/>
                    <a:pt x="5383" y="2588"/>
                  </a:cubicBezTo>
                  <a:cubicBezTo>
                    <a:pt x="5406" y="1826"/>
                    <a:pt x="5383" y="1064"/>
                    <a:pt x="5287" y="326"/>
                  </a:cubicBezTo>
                  <a:cubicBezTo>
                    <a:pt x="5287" y="231"/>
                    <a:pt x="5240" y="112"/>
                    <a:pt x="5121" y="112"/>
                  </a:cubicBezTo>
                  <a:cubicBezTo>
                    <a:pt x="4603" y="28"/>
                    <a:pt x="4083" y="0"/>
                    <a:pt x="35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5183200" y="3410425"/>
              <a:ext cx="132175" cy="45575"/>
            </a:xfrm>
            <a:custGeom>
              <a:rect b="b" l="l" r="r" t="t"/>
              <a:pathLst>
                <a:path extrusionOk="0" h="1823" w="5287">
                  <a:moveTo>
                    <a:pt x="2655" y="1"/>
                  </a:moveTo>
                  <a:cubicBezTo>
                    <a:pt x="2352" y="1"/>
                    <a:pt x="2048" y="149"/>
                    <a:pt x="1881" y="447"/>
                  </a:cubicBezTo>
                  <a:lnTo>
                    <a:pt x="500" y="447"/>
                  </a:lnTo>
                  <a:cubicBezTo>
                    <a:pt x="238" y="447"/>
                    <a:pt x="24" y="638"/>
                    <a:pt x="24" y="876"/>
                  </a:cubicBezTo>
                  <a:cubicBezTo>
                    <a:pt x="0" y="1138"/>
                    <a:pt x="214" y="1376"/>
                    <a:pt x="476" y="1376"/>
                  </a:cubicBezTo>
                  <a:lnTo>
                    <a:pt x="1881" y="1376"/>
                  </a:lnTo>
                  <a:cubicBezTo>
                    <a:pt x="2048" y="1674"/>
                    <a:pt x="2352" y="1822"/>
                    <a:pt x="2655" y="1822"/>
                  </a:cubicBezTo>
                  <a:cubicBezTo>
                    <a:pt x="2959" y="1822"/>
                    <a:pt x="3263" y="1674"/>
                    <a:pt x="3429" y="1376"/>
                  </a:cubicBezTo>
                  <a:lnTo>
                    <a:pt x="4834" y="1376"/>
                  </a:lnTo>
                  <a:cubicBezTo>
                    <a:pt x="5096" y="1376"/>
                    <a:pt x="5287" y="1138"/>
                    <a:pt x="5287" y="876"/>
                  </a:cubicBezTo>
                  <a:cubicBezTo>
                    <a:pt x="5263" y="638"/>
                    <a:pt x="5073" y="447"/>
                    <a:pt x="4811" y="447"/>
                  </a:cubicBezTo>
                  <a:lnTo>
                    <a:pt x="3429" y="447"/>
                  </a:lnTo>
                  <a:cubicBezTo>
                    <a:pt x="3263" y="149"/>
                    <a:pt x="2959" y="1"/>
                    <a:pt x="26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8" name="Google Shape;708;p19"/>
          <p:cNvGrpSpPr/>
          <p:nvPr/>
        </p:nvGrpSpPr>
        <p:grpSpPr>
          <a:xfrm>
            <a:off x="3490777" y="3032751"/>
            <a:ext cx="369341" cy="310902"/>
            <a:chOff x="6236375" y="2802425"/>
            <a:chExt cx="282825" cy="238075"/>
          </a:xfrm>
        </p:grpSpPr>
        <p:sp>
          <p:nvSpPr>
            <p:cNvPr id="709" name="Google Shape;709;p19"/>
            <p:cNvSpPr/>
            <p:nvPr/>
          </p:nvSpPr>
          <p:spPr>
            <a:xfrm>
              <a:off x="6300300" y="2892150"/>
              <a:ext cx="52775" cy="41325"/>
            </a:xfrm>
            <a:custGeom>
              <a:rect b="b" l="l" r="r" t="t"/>
              <a:pathLst>
                <a:path extrusionOk="0" h="1653" w="2111">
                  <a:moveTo>
                    <a:pt x="959" y="1"/>
                  </a:moveTo>
                  <a:cubicBezTo>
                    <a:pt x="414" y="1"/>
                    <a:pt x="1" y="519"/>
                    <a:pt x="135" y="1079"/>
                  </a:cubicBezTo>
                  <a:cubicBezTo>
                    <a:pt x="246" y="1500"/>
                    <a:pt x="604" y="1653"/>
                    <a:pt x="999" y="1653"/>
                  </a:cubicBezTo>
                  <a:cubicBezTo>
                    <a:pt x="1028" y="1653"/>
                    <a:pt x="1058" y="1652"/>
                    <a:pt x="1088" y="1650"/>
                  </a:cubicBezTo>
                  <a:cubicBezTo>
                    <a:pt x="2050" y="1603"/>
                    <a:pt x="2110" y="6"/>
                    <a:pt x="1108" y="6"/>
                  </a:cubicBezTo>
                  <a:cubicBezTo>
                    <a:pt x="1093" y="6"/>
                    <a:pt x="1079" y="6"/>
                    <a:pt x="1064" y="7"/>
                  </a:cubicBezTo>
                  <a:cubicBezTo>
                    <a:pt x="1028" y="3"/>
                    <a:pt x="994" y="1"/>
                    <a:pt x="9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6357425" y="2845800"/>
              <a:ext cx="52800" cy="41825"/>
            </a:xfrm>
            <a:custGeom>
              <a:rect b="b" l="l" r="r" t="t"/>
              <a:pathLst>
                <a:path extrusionOk="0" h="1673" w="2112">
                  <a:moveTo>
                    <a:pt x="972" y="1"/>
                  </a:moveTo>
                  <a:cubicBezTo>
                    <a:pt x="432" y="1"/>
                    <a:pt x="0" y="527"/>
                    <a:pt x="160" y="1075"/>
                  </a:cubicBezTo>
                  <a:cubicBezTo>
                    <a:pt x="249" y="1500"/>
                    <a:pt x="590" y="1673"/>
                    <a:pt x="1006" y="1673"/>
                  </a:cubicBezTo>
                  <a:cubicBezTo>
                    <a:pt x="1033" y="1673"/>
                    <a:pt x="1061" y="1672"/>
                    <a:pt x="1089" y="1671"/>
                  </a:cubicBezTo>
                  <a:cubicBezTo>
                    <a:pt x="2051" y="1624"/>
                    <a:pt x="2111" y="3"/>
                    <a:pt x="1086" y="3"/>
                  </a:cubicBezTo>
                  <a:cubicBezTo>
                    <a:pt x="1071" y="3"/>
                    <a:pt x="1056" y="3"/>
                    <a:pt x="1041" y="4"/>
                  </a:cubicBezTo>
                  <a:cubicBezTo>
                    <a:pt x="1018" y="2"/>
                    <a:pt x="995" y="1"/>
                    <a:pt x="9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6428925" y="2862400"/>
              <a:ext cx="52750" cy="41900"/>
            </a:xfrm>
            <a:custGeom>
              <a:rect b="b" l="l" r="r" t="t"/>
              <a:pathLst>
                <a:path extrusionOk="0" h="1676" w="2110">
                  <a:moveTo>
                    <a:pt x="962" y="0"/>
                  </a:moveTo>
                  <a:cubicBezTo>
                    <a:pt x="415" y="0"/>
                    <a:pt x="1" y="539"/>
                    <a:pt x="158" y="1078"/>
                  </a:cubicBezTo>
                  <a:cubicBezTo>
                    <a:pt x="247" y="1503"/>
                    <a:pt x="609" y="1676"/>
                    <a:pt x="1008" y="1676"/>
                  </a:cubicBezTo>
                  <a:cubicBezTo>
                    <a:pt x="1034" y="1676"/>
                    <a:pt x="1060" y="1675"/>
                    <a:pt x="1086" y="1673"/>
                  </a:cubicBezTo>
                  <a:cubicBezTo>
                    <a:pt x="2056" y="1626"/>
                    <a:pt x="2110" y="6"/>
                    <a:pt x="1085" y="6"/>
                  </a:cubicBezTo>
                  <a:cubicBezTo>
                    <a:pt x="1078" y="6"/>
                    <a:pt x="1070" y="6"/>
                    <a:pt x="1063" y="6"/>
                  </a:cubicBezTo>
                  <a:cubicBezTo>
                    <a:pt x="1029" y="2"/>
                    <a:pt x="995" y="0"/>
                    <a:pt x="9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6408025" y="2924450"/>
              <a:ext cx="76625" cy="59725"/>
            </a:xfrm>
            <a:custGeom>
              <a:rect b="b" l="l" r="r" t="t"/>
              <a:pathLst>
                <a:path extrusionOk="0" h="2389" w="3065">
                  <a:moveTo>
                    <a:pt x="1517" y="0"/>
                  </a:moveTo>
                  <a:cubicBezTo>
                    <a:pt x="877" y="0"/>
                    <a:pt x="0" y="458"/>
                    <a:pt x="255" y="1549"/>
                  </a:cubicBezTo>
                  <a:cubicBezTo>
                    <a:pt x="409" y="2139"/>
                    <a:pt x="883" y="2388"/>
                    <a:pt x="1457" y="2388"/>
                  </a:cubicBezTo>
                  <a:cubicBezTo>
                    <a:pt x="1508" y="2388"/>
                    <a:pt x="1560" y="2386"/>
                    <a:pt x="1613" y="2383"/>
                  </a:cubicBezTo>
                  <a:cubicBezTo>
                    <a:pt x="2980" y="2312"/>
                    <a:pt x="3064" y="0"/>
                    <a:pt x="1610" y="0"/>
                  </a:cubicBezTo>
                  <a:cubicBezTo>
                    <a:pt x="1595" y="0"/>
                    <a:pt x="1580" y="1"/>
                    <a:pt x="1565" y="1"/>
                  </a:cubicBezTo>
                  <a:cubicBezTo>
                    <a:pt x="1549" y="1"/>
                    <a:pt x="1533" y="0"/>
                    <a:pt x="15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6236375" y="2802425"/>
              <a:ext cx="282825" cy="238075"/>
            </a:xfrm>
            <a:custGeom>
              <a:rect b="b" l="l" r="r" t="t"/>
              <a:pathLst>
                <a:path extrusionOk="0" h="9523" w="11313">
                  <a:moveTo>
                    <a:pt x="6831" y="950"/>
                  </a:moveTo>
                  <a:cubicBezTo>
                    <a:pt x="7938" y="950"/>
                    <a:pt x="9013" y="1343"/>
                    <a:pt x="9836" y="2286"/>
                  </a:cubicBezTo>
                  <a:cubicBezTo>
                    <a:pt x="10384" y="2929"/>
                    <a:pt x="10336" y="4263"/>
                    <a:pt x="10289" y="5025"/>
                  </a:cubicBezTo>
                  <a:cubicBezTo>
                    <a:pt x="10241" y="6097"/>
                    <a:pt x="9908" y="7240"/>
                    <a:pt x="9146" y="8002"/>
                  </a:cubicBezTo>
                  <a:cubicBezTo>
                    <a:pt x="8828" y="8331"/>
                    <a:pt x="8185" y="8579"/>
                    <a:pt x="7638" y="8579"/>
                  </a:cubicBezTo>
                  <a:cubicBezTo>
                    <a:pt x="7078" y="8579"/>
                    <a:pt x="6620" y="8319"/>
                    <a:pt x="6717" y="7621"/>
                  </a:cubicBezTo>
                  <a:cubicBezTo>
                    <a:pt x="6836" y="6835"/>
                    <a:pt x="6669" y="5692"/>
                    <a:pt x="5621" y="5668"/>
                  </a:cubicBezTo>
                  <a:cubicBezTo>
                    <a:pt x="5606" y="5668"/>
                    <a:pt x="5591" y="5668"/>
                    <a:pt x="5576" y="5668"/>
                  </a:cubicBezTo>
                  <a:cubicBezTo>
                    <a:pt x="4473" y="5668"/>
                    <a:pt x="3602" y="6420"/>
                    <a:pt x="2496" y="6420"/>
                  </a:cubicBezTo>
                  <a:cubicBezTo>
                    <a:pt x="2359" y="6420"/>
                    <a:pt x="2218" y="6408"/>
                    <a:pt x="2073" y="6382"/>
                  </a:cubicBezTo>
                  <a:cubicBezTo>
                    <a:pt x="1001" y="6192"/>
                    <a:pt x="1239" y="4906"/>
                    <a:pt x="1573" y="4192"/>
                  </a:cubicBezTo>
                  <a:cubicBezTo>
                    <a:pt x="1978" y="3453"/>
                    <a:pt x="2501" y="2810"/>
                    <a:pt x="3168" y="2310"/>
                  </a:cubicBezTo>
                  <a:cubicBezTo>
                    <a:pt x="4196" y="1488"/>
                    <a:pt x="5535" y="950"/>
                    <a:pt x="6831" y="950"/>
                  </a:cubicBezTo>
                  <a:close/>
                  <a:moveTo>
                    <a:pt x="6683" y="0"/>
                  </a:moveTo>
                  <a:cubicBezTo>
                    <a:pt x="5141" y="0"/>
                    <a:pt x="3707" y="719"/>
                    <a:pt x="2501" y="1667"/>
                  </a:cubicBezTo>
                  <a:cubicBezTo>
                    <a:pt x="1239" y="2763"/>
                    <a:pt x="1" y="4311"/>
                    <a:pt x="477" y="6073"/>
                  </a:cubicBezTo>
                  <a:cubicBezTo>
                    <a:pt x="746" y="7042"/>
                    <a:pt x="1630" y="7348"/>
                    <a:pt x="2547" y="7348"/>
                  </a:cubicBezTo>
                  <a:cubicBezTo>
                    <a:pt x="3094" y="7348"/>
                    <a:pt x="3652" y="7239"/>
                    <a:pt x="4097" y="7097"/>
                  </a:cubicBezTo>
                  <a:cubicBezTo>
                    <a:pt x="4430" y="6978"/>
                    <a:pt x="4764" y="6787"/>
                    <a:pt x="5121" y="6668"/>
                  </a:cubicBezTo>
                  <a:cubicBezTo>
                    <a:pt x="5245" y="6622"/>
                    <a:pt x="5348" y="6601"/>
                    <a:pt x="5434" y="6601"/>
                  </a:cubicBezTo>
                  <a:cubicBezTo>
                    <a:pt x="5881" y="6601"/>
                    <a:pt x="5872" y="7154"/>
                    <a:pt x="5812" y="7573"/>
                  </a:cubicBezTo>
                  <a:cubicBezTo>
                    <a:pt x="5716" y="8121"/>
                    <a:pt x="5740" y="8764"/>
                    <a:pt x="6264" y="9097"/>
                  </a:cubicBezTo>
                  <a:cubicBezTo>
                    <a:pt x="6688" y="9392"/>
                    <a:pt x="7176" y="9523"/>
                    <a:pt x="7669" y="9523"/>
                  </a:cubicBezTo>
                  <a:cubicBezTo>
                    <a:pt x="8450" y="9523"/>
                    <a:pt x="9243" y="9194"/>
                    <a:pt x="9813" y="8669"/>
                  </a:cubicBezTo>
                  <a:cubicBezTo>
                    <a:pt x="10741" y="7811"/>
                    <a:pt x="11075" y="6430"/>
                    <a:pt x="11194" y="5216"/>
                  </a:cubicBezTo>
                  <a:cubicBezTo>
                    <a:pt x="11313" y="4144"/>
                    <a:pt x="11241" y="2620"/>
                    <a:pt x="10551" y="1715"/>
                  </a:cubicBezTo>
                  <a:cubicBezTo>
                    <a:pt x="9836" y="810"/>
                    <a:pt x="8693" y="310"/>
                    <a:pt x="7645" y="95"/>
                  </a:cubicBezTo>
                  <a:cubicBezTo>
                    <a:pt x="7321" y="30"/>
                    <a:pt x="6999" y="0"/>
                    <a:pt x="66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19"/>
          <p:cNvGrpSpPr/>
          <p:nvPr/>
        </p:nvGrpSpPr>
        <p:grpSpPr>
          <a:xfrm>
            <a:off x="4615842" y="1543104"/>
            <a:ext cx="315701" cy="284849"/>
            <a:chOff x="5698175" y="2389350"/>
            <a:chExt cx="241750" cy="218125"/>
          </a:xfrm>
        </p:grpSpPr>
        <p:sp>
          <p:nvSpPr>
            <p:cNvPr id="715" name="Google Shape;715;p19"/>
            <p:cNvSpPr/>
            <p:nvPr/>
          </p:nvSpPr>
          <p:spPr>
            <a:xfrm>
              <a:off x="5698175" y="2389350"/>
              <a:ext cx="241750" cy="218125"/>
            </a:xfrm>
            <a:custGeom>
              <a:rect b="b" l="l" r="r" t="t"/>
              <a:pathLst>
                <a:path extrusionOk="0" h="8725" w="9670">
                  <a:moveTo>
                    <a:pt x="4981" y="932"/>
                  </a:moveTo>
                  <a:cubicBezTo>
                    <a:pt x="6004" y="932"/>
                    <a:pt x="7073" y="1171"/>
                    <a:pt x="7788" y="1854"/>
                  </a:cubicBezTo>
                  <a:cubicBezTo>
                    <a:pt x="8526" y="2663"/>
                    <a:pt x="8669" y="3830"/>
                    <a:pt x="8145" y="4783"/>
                  </a:cubicBezTo>
                  <a:cubicBezTo>
                    <a:pt x="7541" y="5894"/>
                    <a:pt x="6313" y="6175"/>
                    <a:pt x="5130" y="6175"/>
                  </a:cubicBezTo>
                  <a:cubicBezTo>
                    <a:pt x="4868" y="6175"/>
                    <a:pt x="4609" y="6162"/>
                    <a:pt x="4359" y="6140"/>
                  </a:cubicBezTo>
                  <a:cubicBezTo>
                    <a:pt x="4323" y="6128"/>
                    <a:pt x="4287" y="6122"/>
                    <a:pt x="4249" y="6122"/>
                  </a:cubicBezTo>
                  <a:cubicBezTo>
                    <a:pt x="4210" y="6122"/>
                    <a:pt x="4168" y="6128"/>
                    <a:pt x="4121" y="6140"/>
                  </a:cubicBezTo>
                  <a:cubicBezTo>
                    <a:pt x="4025" y="6140"/>
                    <a:pt x="3930" y="6188"/>
                    <a:pt x="3859" y="6283"/>
                  </a:cubicBezTo>
                  <a:cubicBezTo>
                    <a:pt x="3263" y="6712"/>
                    <a:pt x="2644" y="7140"/>
                    <a:pt x="2025" y="7521"/>
                  </a:cubicBezTo>
                  <a:cubicBezTo>
                    <a:pt x="1953" y="6807"/>
                    <a:pt x="1953" y="6092"/>
                    <a:pt x="1953" y="5354"/>
                  </a:cubicBezTo>
                  <a:cubicBezTo>
                    <a:pt x="1953" y="5235"/>
                    <a:pt x="1906" y="5116"/>
                    <a:pt x="1811" y="5045"/>
                  </a:cubicBezTo>
                  <a:cubicBezTo>
                    <a:pt x="1382" y="4164"/>
                    <a:pt x="1358" y="3140"/>
                    <a:pt x="1763" y="2258"/>
                  </a:cubicBezTo>
                  <a:cubicBezTo>
                    <a:pt x="2096" y="1496"/>
                    <a:pt x="2858" y="1211"/>
                    <a:pt x="3620" y="1068"/>
                  </a:cubicBezTo>
                  <a:cubicBezTo>
                    <a:pt x="4037" y="984"/>
                    <a:pt x="4504" y="932"/>
                    <a:pt x="4981" y="932"/>
                  </a:cubicBezTo>
                  <a:close/>
                  <a:moveTo>
                    <a:pt x="4996" y="0"/>
                  </a:moveTo>
                  <a:cubicBezTo>
                    <a:pt x="4210" y="0"/>
                    <a:pt x="3434" y="121"/>
                    <a:pt x="2787" y="306"/>
                  </a:cubicBezTo>
                  <a:cubicBezTo>
                    <a:pt x="620" y="949"/>
                    <a:pt x="1" y="3687"/>
                    <a:pt x="1025" y="5521"/>
                  </a:cubicBezTo>
                  <a:cubicBezTo>
                    <a:pt x="1025" y="6474"/>
                    <a:pt x="1072" y="7450"/>
                    <a:pt x="1191" y="8402"/>
                  </a:cubicBezTo>
                  <a:cubicBezTo>
                    <a:pt x="1242" y="8606"/>
                    <a:pt x="1426" y="8725"/>
                    <a:pt x="1622" y="8725"/>
                  </a:cubicBezTo>
                  <a:cubicBezTo>
                    <a:pt x="1701" y="8725"/>
                    <a:pt x="1783" y="8706"/>
                    <a:pt x="1858" y="8664"/>
                  </a:cubicBezTo>
                  <a:cubicBezTo>
                    <a:pt x="2715" y="8188"/>
                    <a:pt x="3549" y="7640"/>
                    <a:pt x="4359" y="7069"/>
                  </a:cubicBezTo>
                  <a:cubicBezTo>
                    <a:pt x="4596" y="7088"/>
                    <a:pt x="4836" y="7098"/>
                    <a:pt x="5075" y="7098"/>
                  </a:cubicBezTo>
                  <a:cubicBezTo>
                    <a:pt x="6639" y="7098"/>
                    <a:pt x="8197" y="6647"/>
                    <a:pt x="9003" y="5140"/>
                  </a:cubicBezTo>
                  <a:cubicBezTo>
                    <a:pt x="9669" y="3782"/>
                    <a:pt x="9384" y="2139"/>
                    <a:pt x="8312" y="1115"/>
                  </a:cubicBezTo>
                  <a:cubicBezTo>
                    <a:pt x="7496" y="299"/>
                    <a:pt x="6234" y="0"/>
                    <a:pt x="49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5757350" y="2438400"/>
              <a:ext cx="117725" cy="27325"/>
            </a:xfrm>
            <a:custGeom>
              <a:rect b="b" l="l" r="r" t="t"/>
              <a:pathLst>
                <a:path extrusionOk="0" h="1093" w="4709">
                  <a:moveTo>
                    <a:pt x="1609" y="0"/>
                  </a:moveTo>
                  <a:cubicBezTo>
                    <a:pt x="1129" y="0"/>
                    <a:pt x="646" y="265"/>
                    <a:pt x="229" y="463"/>
                  </a:cubicBezTo>
                  <a:cubicBezTo>
                    <a:pt x="0" y="567"/>
                    <a:pt x="135" y="890"/>
                    <a:pt x="364" y="890"/>
                  </a:cubicBezTo>
                  <a:cubicBezTo>
                    <a:pt x="397" y="890"/>
                    <a:pt x="432" y="883"/>
                    <a:pt x="468" y="868"/>
                  </a:cubicBezTo>
                  <a:cubicBezTo>
                    <a:pt x="825" y="654"/>
                    <a:pt x="1230" y="535"/>
                    <a:pt x="1658" y="463"/>
                  </a:cubicBezTo>
                  <a:cubicBezTo>
                    <a:pt x="1672" y="462"/>
                    <a:pt x="1685" y="462"/>
                    <a:pt x="1699" y="462"/>
                  </a:cubicBezTo>
                  <a:cubicBezTo>
                    <a:pt x="2152" y="462"/>
                    <a:pt x="2456" y="848"/>
                    <a:pt x="2849" y="987"/>
                  </a:cubicBezTo>
                  <a:cubicBezTo>
                    <a:pt x="3037" y="1062"/>
                    <a:pt x="3208" y="1092"/>
                    <a:pt x="3373" y="1092"/>
                  </a:cubicBezTo>
                  <a:cubicBezTo>
                    <a:pt x="3729" y="1092"/>
                    <a:pt x="4053" y="951"/>
                    <a:pt x="4445" y="820"/>
                  </a:cubicBezTo>
                  <a:cubicBezTo>
                    <a:pt x="4709" y="732"/>
                    <a:pt x="4627" y="360"/>
                    <a:pt x="4388" y="360"/>
                  </a:cubicBezTo>
                  <a:cubicBezTo>
                    <a:pt x="4368" y="360"/>
                    <a:pt x="4347" y="362"/>
                    <a:pt x="4326" y="368"/>
                  </a:cubicBezTo>
                  <a:cubicBezTo>
                    <a:pt x="3986" y="486"/>
                    <a:pt x="3692" y="613"/>
                    <a:pt x="3381" y="613"/>
                  </a:cubicBezTo>
                  <a:cubicBezTo>
                    <a:pt x="3191" y="613"/>
                    <a:pt x="2994" y="566"/>
                    <a:pt x="2778" y="439"/>
                  </a:cubicBezTo>
                  <a:cubicBezTo>
                    <a:pt x="2516" y="249"/>
                    <a:pt x="2206" y="106"/>
                    <a:pt x="1896" y="34"/>
                  </a:cubicBezTo>
                  <a:cubicBezTo>
                    <a:pt x="1801" y="11"/>
                    <a:pt x="1705" y="0"/>
                    <a:pt x="1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5757475" y="2485075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7"/>
                  </a:cubicBezTo>
                  <a:cubicBezTo>
                    <a:pt x="1" y="579"/>
                    <a:pt x="124" y="889"/>
                    <a:pt x="343" y="889"/>
                  </a:cubicBezTo>
                  <a:cubicBezTo>
                    <a:pt x="380" y="889"/>
                    <a:pt x="421" y="879"/>
                    <a:pt x="463" y="858"/>
                  </a:cubicBezTo>
                  <a:cubicBezTo>
                    <a:pt x="820" y="668"/>
                    <a:pt x="1225" y="525"/>
                    <a:pt x="1653" y="477"/>
                  </a:cubicBezTo>
                  <a:cubicBezTo>
                    <a:pt x="1678" y="475"/>
                    <a:pt x="1703" y="474"/>
                    <a:pt x="1727" y="474"/>
                  </a:cubicBezTo>
                  <a:cubicBezTo>
                    <a:pt x="2162" y="474"/>
                    <a:pt x="2460" y="866"/>
                    <a:pt x="2844" y="1001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3" y="1096"/>
                    <a:pt x="4048" y="965"/>
                    <a:pt x="4440" y="835"/>
                  </a:cubicBezTo>
                  <a:cubicBezTo>
                    <a:pt x="4698" y="748"/>
                    <a:pt x="4625" y="369"/>
                    <a:pt x="4397" y="369"/>
                  </a:cubicBezTo>
                  <a:cubicBezTo>
                    <a:pt x="4373" y="369"/>
                    <a:pt x="4347" y="373"/>
                    <a:pt x="4321" y="382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2"/>
                    <a:pt x="2773" y="430"/>
                  </a:cubicBezTo>
                  <a:cubicBezTo>
                    <a:pt x="2511" y="263"/>
                    <a:pt x="2201" y="120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8" name="Google Shape;718;p19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9" name="Google Shape;7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920200" y="2931176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Narrow It Down</a:t>
            </a:r>
            <a:endParaRPr/>
          </a:p>
        </p:txBody>
      </p:sp>
      <p:sp>
        <p:nvSpPr>
          <p:cNvPr id="725" name="Google Shape;725;p21"/>
          <p:cNvSpPr/>
          <p:nvPr/>
        </p:nvSpPr>
        <p:spPr>
          <a:xfrm>
            <a:off x="7639575" y="711175"/>
            <a:ext cx="674863" cy="488424"/>
          </a:xfrm>
          <a:custGeom>
            <a:rect b="b" l="l" r="r" t="t"/>
            <a:pathLst>
              <a:path extrusionOk="0" h="25582" w="35347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1"/>
          <p:cNvSpPr/>
          <p:nvPr/>
        </p:nvSpPr>
        <p:spPr>
          <a:xfrm>
            <a:off x="7125750" y="544900"/>
            <a:ext cx="564034" cy="445373"/>
          </a:xfrm>
          <a:custGeom>
            <a:rect b="b" l="l" r="r" t="t"/>
            <a:pathLst>
              <a:path extrusionOk="0" h="30811" w="3902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1"/>
          <p:cNvSpPr txBox="1"/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Supervised</a:t>
            </a:r>
            <a:endParaRPr/>
          </a:p>
        </p:txBody>
      </p:sp>
      <p:sp>
        <p:nvSpPr>
          <p:cNvPr id="728" name="Google Shape;728;p21"/>
          <p:cNvSpPr txBox="1"/>
          <p:nvPr>
            <p:ph idx="1" type="subTitle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Past orders teach the model</a:t>
            </a:r>
            <a:endParaRPr/>
          </a:p>
        </p:txBody>
      </p:sp>
      <p:sp>
        <p:nvSpPr>
          <p:cNvPr id="729" name="Google Shape;729;p21"/>
          <p:cNvSpPr txBox="1"/>
          <p:nvPr>
            <p:ph idx="2" type="title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Binary</a:t>
            </a:r>
            <a:endParaRPr/>
          </a:p>
        </p:txBody>
      </p:sp>
      <p:sp>
        <p:nvSpPr>
          <p:cNvPr id="730" name="Google Shape;730;p21"/>
          <p:cNvSpPr txBox="1"/>
          <p:nvPr>
            <p:ph idx="3" type="subTitle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Late or on time</a:t>
            </a:r>
            <a:endParaRPr/>
          </a:p>
        </p:txBody>
      </p:sp>
      <p:sp>
        <p:nvSpPr>
          <p:cNvPr id="731" name="Google Shape;731;p21"/>
          <p:cNvSpPr txBox="1"/>
          <p:nvPr>
            <p:ph idx="4" type="title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Tabular</a:t>
            </a:r>
            <a:endParaRPr/>
          </a:p>
        </p:txBody>
      </p:sp>
      <p:sp>
        <p:nvSpPr>
          <p:cNvPr id="732" name="Google Shape;732;p21"/>
          <p:cNvSpPr txBox="1"/>
          <p:nvPr>
            <p:ph idx="5" type="subTitle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Rows · Columns · Joins</a:t>
            </a:r>
            <a:endParaRPr/>
          </a:p>
        </p:txBody>
      </p:sp>
      <p:sp>
        <p:nvSpPr>
          <p:cNvPr id="733" name="Google Shape;733;p21"/>
          <p:cNvSpPr txBox="1"/>
          <p:nvPr>
            <p:ph idx="6" type="title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Simple First</a:t>
            </a:r>
            <a:endParaRPr/>
          </a:p>
        </p:txBody>
      </p:sp>
      <p:sp>
        <p:nvSpPr>
          <p:cNvPr id="734" name="Google Shape;734;p21"/>
          <p:cNvSpPr txBox="1"/>
          <p:nvPr>
            <p:ph idx="7" type="subTitle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Trees before deep learning</a:t>
            </a:r>
            <a:endParaRPr/>
          </a:p>
        </p:txBody>
      </p:sp>
      <p:pic>
        <p:nvPicPr>
          <p:cNvPr id="735" name="Google Shape;735;p21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8782544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0"/>
          <p:cNvSpPr txBox="1"/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Trade-offs</a:t>
            </a:r>
            <a:endParaRPr sz="2100"/>
          </a:p>
        </p:txBody>
      </p:sp>
      <p:sp>
        <p:nvSpPr>
          <p:cNvPr id="741" name="Google Shape;741;p20"/>
          <p:cNvSpPr txBox="1"/>
          <p:nvPr>
            <p:ph idx="1" type="subTitle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Speed · Cost · Satisfaction</a:t>
            </a:r>
            <a:endParaRPr/>
          </a:p>
        </p:txBody>
      </p:sp>
      <p:sp>
        <p:nvSpPr>
          <p:cNvPr id="742" name="Google Shape;742;p20"/>
          <p:cNvSpPr txBox="1"/>
          <p:nvPr>
            <p:ph idx="2" type="title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Loss</a:t>
            </a:r>
            <a:endParaRPr sz="2100"/>
          </a:p>
        </p:txBody>
      </p:sp>
      <p:sp>
        <p:nvSpPr>
          <p:cNvPr id="743" name="Google Shape;743;p20"/>
          <p:cNvSpPr txBox="1"/>
          <p:nvPr>
            <p:ph idx="3" type="subTitle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What the model minimizes</a:t>
            </a:r>
            <a:endParaRPr/>
          </a:p>
        </p:txBody>
      </p:sp>
      <p:sp>
        <p:nvSpPr>
          <p:cNvPr id="744" name="Google Shape;744;p20"/>
          <p:cNvSpPr txBox="1"/>
          <p:nvPr>
            <p:ph idx="4" type="title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Decouple</a:t>
            </a:r>
            <a:endParaRPr sz="2100"/>
          </a:p>
        </p:txBody>
      </p:sp>
      <p:sp>
        <p:nvSpPr>
          <p:cNvPr id="745" name="Google Shape;745;p20"/>
          <p:cNvSpPr txBox="1"/>
          <p:nvPr>
            <p:ph idx="5" type="subTitle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One model per objective</a:t>
            </a:r>
            <a:endParaRPr/>
          </a:p>
        </p:txBody>
      </p:sp>
      <p:sp>
        <p:nvSpPr>
          <p:cNvPr id="746" name="Google Shape;746;p20"/>
          <p:cNvSpPr txBox="1"/>
          <p:nvPr>
            <p:ph idx="6" type="title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Objective Functions</a:t>
            </a:r>
            <a:endParaRPr/>
          </a:p>
        </p:txBody>
      </p:sp>
      <p:sp>
        <p:nvSpPr>
          <p:cNvPr id="747" name="Google Shape;747;p20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0"/>
          <p:cNvSpPr/>
          <p:nvPr/>
        </p:nvSpPr>
        <p:spPr>
          <a:xfrm>
            <a:off x="6908293" y="1608513"/>
            <a:ext cx="446360" cy="322962"/>
          </a:xfrm>
          <a:custGeom>
            <a:rect b="b" l="l" r="r" t="t"/>
            <a:pathLst>
              <a:path extrusionOk="0" h="7479" w="10336">
                <a:moveTo>
                  <a:pt x="7787" y="900"/>
                </a:moveTo>
                <a:cubicBezTo>
                  <a:pt x="7073" y="1733"/>
                  <a:pt x="6311" y="2638"/>
                  <a:pt x="5263" y="2948"/>
                </a:cubicBezTo>
                <a:cubicBezTo>
                  <a:pt x="5187" y="2970"/>
                  <a:pt x="5111" y="2980"/>
                  <a:pt x="5036" y="2980"/>
                </a:cubicBezTo>
                <a:cubicBezTo>
                  <a:pt x="4384" y="2980"/>
                  <a:pt x="3780" y="2215"/>
                  <a:pt x="3310" y="1852"/>
                </a:cubicBezTo>
                <a:cubicBezTo>
                  <a:pt x="2929" y="1566"/>
                  <a:pt x="2524" y="1328"/>
                  <a:pt x="2120" y="1114"/>
                </a:cubicBezTo>
                <a:cubicBezTo>
                  <a:pt x="3596" y="1114"/>
                  <a:pt x="5120" y="1114"/>
                  <a:pt x="6597" y="995"/>
                </a:cubicBezTo>
                <a:cubicBezTo>
                  <a:pt x="6740" y="995"/>
                  <a:pt x="7287" y="900"/>
                  <a:pt x="7787" y="900"/>
                </a:cubicBezTo>
                <a:close/>
                <a:moveTo>
                  <a:pt x="8669" y="1304"/>
                </a:moveTo>
                <a:cubicBezTo>
                  <a:pt x="8716" y="1852"/>
                  <a:pt x="8550" y="2495"/>
                  <a:pt x="8573" y="3067"/>
                </a:cubicBezTo>
                <a:cubicBezTo>
                  <a:pt x="8621" y="3757"/>
                  <a:pt x="8716" y="4448"/>
                  <a:pt x="8740" y="5138"/>
                </a:cubicBezTo>
                <a:cubicBezTo>
                  <a:pt x="8740" y="5377"/>
                  <a:pt x="8740" y="5615"/>
                  <a:pt x="8716" y="5853"/>
                </a:cubicBezTo>
                <a:cubicBezTo>
                  <a:pt x="8311" y="4829"/>
                  <a:pt x="7692" y="3900"/>
                  <a:pt x="6930" y="3090"/>
                </a:cubicBezTo>
                <a:cubicBezTo>
                  <a:pt x="7549" y="2543"/>
                  <a:pt x="8121" y="1947"/>
                  <a:pt x="8669" y="1304"/>
                </a:cubicBezTo>
                <a:close/>
                <a:moveTo>
                  <a:pt x="929" y="1543"/>
                </a:moveTo>
                <a:lnTo>
                  <a:pt x="929" y="1543"/>
                </a:lnTo>
                <a:cubicBezTo>
                  <a:pt x="1739" y="1947"/>
                  <a:pt x="2477" y="2424"/>
                  <a:pt x="3191" y="2971"/>
                </a:cubicBezTo>
                <a:cubicBezTo>
                  <a:pt x="2524" y="4186"/>
                  <a:pt x="1643" y="5258"/>
                  <a:pt x="1072" y="6544"/>
                </a:cubicBezTo>
                <a:lnTo>
                  <a:pt x="1048" y="6520"/>
                </a:lnTo>
                <a:cubicBezTo>
                  <a:pt x="1024" y="4877"/>
                  <a:pt x="976" y="3210"/>
                  <a:pt x="929" y="1543"/>
                </a:cubicBezTo>
                <a:close/>
                <a:moveTo>
                  <a:pt x="3929" y="3543"/>
                </a:moveTo>
                <a:cubicBezTo>
                  <a:pt x="4276" y="3767"/>
                  <a:pt x="4675" y="3887"/>
                  <a:pt x="5096" y="3887"/>
                </a:cubicBezTo>
                <a:cubicBezTo>
                  <a:pt x="5167" y="3887"/>
                  <a:pt x="5239" y="3883"/>
                  <a:pt x="5311" y="3876"/>
                </a:cubicBezTo>
                <a:cubicBezTo>
                  <a:pt x="5573" y="3829"/>
                  <a:pt x="5858" y="3733"/>
                  <a:pt x="6120" y="3614"/>
                </a:cubicBezTo>
                <a:cubicBezTo>
                  <a:pt x="6930" y="4400"/>
                  <a:pt x="7573" y="5377"/>
                  <a:pt x="7978" y="6448"/>
                </a:cubicBezTo>
                <a:cubicBezTo>
                  <a:pt x="7764" y="6424"/>
                  <a:pt x="7549" y="6401"/>
                  <a:pt x="7430" y="6401"/>
                </a:cubicBezTo>
                <a:cubicBezTo>
                  <a:pt x="7209" y="6395"/>
                  <a:pt x="6988" y="6392"/>
                  <a:pt x="6766" y="6392"/>
                </a:cubicBezTo>
                <a:cubicBezTo>
                  <a:pt x="5202" y="6392"/>
                  <a:pt x="3637" y="6523"/>
                  <a:pt x="2072" y="6544"/>
                </a:cubicBezTo>
                <a:cubicBezTo>
                  <a:pt x="2596" y="5496"/>
                  <a:pt x="3358" y="4567"/>
                  <a:pt x="3929" y="3543"/>
                </a:cubicBezTo>
                <a:close/>
                <a:moveTo>
                  <a:pt x="7605" y="1"/>
                </a:moveTo>
                <a:cubicBezTo>
                  <a:pt x="6840" y="1"/>
                  <a:pt x="6076" y="114"/>
                  <a:pt x="5311" y="114"/>
                </a:cubicBezTo>
                <a:cubicBezTo>
                  <a:pt x="3691" y="114"/>
                  <a:pt x="2096" y="161"/>
                  <a:pt x="476" y="185"/>
                </a:cubicBezTo>
                <a:cubicBezTo>
                  <a:pt x="456" y="181"/>
                  <a:pt x="436" y="179"/>
                  <a:pt x="415" y="179"/>
                </a:cubicBezTo>
                <a:cubicBezTo>
                  <a:pt x="318" y="179"/>
                  <a:pt x="226" y="225"/>
                  <a:pt x="167" y="304"/>
                </a:cubicBezTo>
                <a:cubicBezTo>
                  <a:pt x="72" y="376"/>
                  <a:pt x="0" y="495"/>
                  <a:pt x="24" y="638"/>
                </a:cubicBezTo>
                <a:cubicBezTo>
                  <a:pt x="24" y="2757"/>
                  <a:pt x="119" y="4877"/>
                  <a:pt x="143" y="6972"/>
                </a:cubicBezTo>
                <a:cubicBezTo>
                  <a:pt x="143" y="7234"/>
                  <a:pt x="334" y="7448"/>
                  <a:pt x="595" y="7448"/>
                </a:cubicBezTo>
                <a:cubicBezTo>
                  <a:pt x="1022" y="7470"/>
                  <a:pt x="1449" y="7479"/>
                  <a:pt x="1877" y="7479"/>
                </a:cubicBezTo>
                <a:cubicBezTo>
                  <a:pt x="2857" y="7479"/>
                  <a:pt x="3840" y="7434"/>
                  <a:pt x="4834" y="7401"/>
                </a:cubicBezTo>
                <a:cubicBezTo>
                  <a:pt x="5059" y="7392"/>
                  <a:pt x="5288" y="7389"/>
                  <a:pt x="5519" y="7389"/>
                </a:cubicBezTo>
                <a:cubicBezTo>
                  <a:pt x="6011" y="7389"/>
                  <a:pt x="6514" y="7403"/>
                  <a:pt x="7014" y="7403"/>
                </a:cubicBezTo>
                <a:cubicBezTo>
                  <a:pt x="7527" y="7403"/>
                  <a:pt x="8037" y="7388"/>
                  <a:pt x="8526" y="7329"/>
                </a:cubicBezTo>
                <a:cubicBezTo>
                  <a:pt x="10336" y="7067"/>
                  <a:pt x="9597" y="4281"/>
                  <a:pt x="9502" y="3067"/>
                </a:cubicBezTo>
                <a:cubicBezTo>
                  <a:pt x="9454" y="2305"/>
                  <a:pt x="9597" y="1566"/>
                  <a:pt x="9502" y="804"/>
                </a:cubicBezTo>
                <a:cubicBezTo>
                  <a:pt x="9454" y="542"/>
                  <a:pt x="9288" y="304"/>
                  <a:pt x="9026" y="185"/>
                </a:cubicBezTo>
                <a:cubicBezTo>
                  <a:pt x="8947" y="106"/>
                  <a:pt x="8835" y="60"/>
                  <a:pt x="8718" y="60"/>
                </a:cubicBezTo>
                <a:cubicBezTo>
                  <a:pt x="8694" y="60"/>
                  <a:pt x="8669" y="62"/>
                  <a:pt x="8645" y="66"/>
                </a:cubicBezTo>
                <a:cubicBezTo>
                  <a:pt x="8454" y="42"/>
                  <a:pt x="8288" y="18"/>
                  <a:pt x="8097" y="18"/>
                </a:cubicBezTo>
                <a:cubicBezTo>
                  <a:pt x="7933" y="6"/>
                  <a:pt x="7769" y="1"/>
                  <a:pt x="760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4604357" y="2348657"/>
            <a:ext cx="381583" cy="466026"/>
          </a:xfrm>
          <a:custGeom>
            <a:rect b="b" l="l" r="r" t="t"/>
            <a:pathLst>
              <a:path extrusionOk="0" h="10792" w="8836">
                <a:moveTo>
                  <a:pt x="4591" y="1049"/>
                </a:moveTo>
                <a:cubicBezTo>
                  <a:pt x="4609" y="1049"/>
                  <a:pt x="4626" y="1049"/>
                  <a:pt x="4644" y="1050"/>
                </a:cubicBezTo>
                <a:cubicBezTo>
                  <a:pt x="6502" y="1050"/>
                  <a:pt x="6883" y="3550"/>
                  <a:pt x="5430" y="4455"/>
                </a:cubicBezTo>
                <a:cubicBezTo>
                  <a:pt x="5131" y="4652"/>
                  <a:pt x="4810" y="4740"/>
                  <a:pt x="4493" y="4740"/>
                </a:cubicBezTo>
                <a:cubicBezTo>
                  <a:pt x="3551" y="4740"/>
                  <a:pt x="2655" y="3960"/>
                  <a:pt x="2548" y="2979"/>
                </a:cubicBezTo>
                <a:cubicBezTo>
                  <a:pt x="2408" y="1760"/>
                  <a:pt x="3512" y="1049"/>
                  <a:pt x="4591" y="1049"/>
                </a:cubicBezTo>
                <a:close/>
                <a:moveTo>
                  <a:pt x="3096" y="5384"/>
                </a:moveTo>
                <a:cubicBezTo>
                  <a:pt x="3560" y="5599"/>
                  <a:pt x="4070" y="5711"/>
                  <a:pt x="4585" y="5711"/>
                </a:cubicBezTo>
                <a:cubicBezTo>
                  <a:pt x="4811" y="5711"/>
                  <a:pt x="5038" y="5689"/>
                  <a:pt x="5263" y="5646"/>
                </a:cubicBezTo>
                <a:cubicBezTo>
                  <a:pt x="5478" y="5598"/>
                  <a:pt x="5692" y="5527"/>
                  <a:pt x="5906" y="5432"/>
                </a:cubicBezTo>
                <a:cubicBezTo>
                  <a:pt x="6740" y="6313"/>
                  <a:pt x="7311" y="7432"/>
                  <a:pt x="7549" y="8623"/>
                </a:cubicBezTo>
                <a:cubicBezTo>
                  <a:pt x="7692" y="9313"/>
                  <a:pt x="5263" y="9718"/>
                  <a:pt x="4716" y="9742"/>
                </a:cubicBezTo>
                <a:cubicBezTo>
                  <a:pt x="4577" y="9754"/>
                  <a:pt x="4438" y="9760"/>
                  <a:pt x="4300" y="9760"/>
                </a:cubicBezTo>
                <a:cubicBezTo>
                  <a:pt x="3346" y="9760"/>
                  <a:pt x="2407" y="9476"/>
                  <a:pt x="1596" y="8956"/>
                </a:cubicBezTo>
                <a:cubicBezTo>
                  <a:pt x="1215" y="8718"/>
                  <a:pt x="1310" y="8980"/>
                  <a:pt x="1358" y="8623"/>
                </a:cubicBezTo>
                <a:lnTo>
                  <a:pt x="1382" y="8599"/>
                </a:lnTo>
                <a:cubicBezTo>
                  <a:pt x="1453" y="8265"/>
                  <a:pt x="1548" y="7908"/>
                  <a:pt x="1667" y="7599"/>
                </a:cubicBezTo>
                <a:cubicBezTo>
                  <a:pt x="1977" y="6765"/>
                  <a:pt x="2453" y="6003"/>
                  <a:pt x="3096" y="5384"/>
                </a:cubicBezTo>
                <a:close/>
                <a:moveTo>
                  <a:pt x="4754" y="0"/>
                </a:moveTo>
                <a:cubicBezTo>
                  <a:pt x="4725" y="0"/>
                  <a:pt x="4697" y="1"/>
                  <a:pt x="4668" y="2"/>
                </a:cubicBezTo>
                <a:cubicBezTo>
                  <a:pt x="3001" y="2"/>
                  <a:pt x="1620" y="1050"/>
                  <a:pt x="1501" y="2741"/>
                </a:cubicBezTo>
                <a:cubicBezTo>
                  <a:pt x="1429" y="3503"/>
                  <a:pt x="1691" y="4241"/>
                  <a:pt x="2215" y="4789"/>
                </a:cubicBezTo>
                <a:cubicBezTo>
                  <a:pt x="1596" y="5432"/>
                  <a:pt x="1120" y="6170"/>
                  <a:pt x="786" y="6980"/>
                </a:cubicBezTo>
                <a:cubicBezTo>
                  <a:pt x="572" y="7527"/>
                  <a:pt x="0" y="8647"/>
                  <a:pt x="357" y="9218"/>
                </a:cubicBezTo>
                <a:cubicBezTo>
                  <a:pt x="1089" y="10499"/>
                  <a:pt x="3205" y="10791"/>
                  <a:pt x="4553" y="10791"/>
                </a:cubicBezTo>
                <a:cubicBezTo>
                  <a:pt x="4609" y="10791"/>
                  <a:pt x="4663" y="10791"/>
                  <a:pt x="4716" y="10790"/>
                </a:cubicBezTo>
                <a:cubicBezTo>
                  <a:pt x="5930" y="10766"/>
                  <a:pt x="7907" y="10361"/>
                  <a:pt x="8502" y="9147"/>
                </a:cubicBezTo>
                <a:cubicBezTo>
                  <a:pt x="8835" y="8504"/>
                  <a:pt x="8335" y="7456"/>
                  <a:pt x="8073" y="6837"/>
                </a:cubicBezTo>
                <a:cubicBezTo>
                  <a:pt x="7740" y="6051"/>
                  <a:pt x="7288" y="5336"/>
                  <a:pt x="6668" y="4741"/>
                </a:cubicBezTo>
                <a:cubicBezTo>
                  <a:pt x="7145" y="4098"/>
                  <a:pt x="7383" y="3336"/>
                  <a:pt x="7359" y="2526"/>
                </a:cubicBezTo>
                <a:cubicBezTo>
                  <a:pt x="7312" y="1126"/>
                  <a:pt x="6145" y="0"/>
                  <a:pt x="47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0" name="Google Shape;750;p20"/>
          <p:cNvGrpSpPr/>
          <p:nvPr/>
        </p:nvGrpSpPr>
        <p:grpSpPr>
          <a:xfrm>
            <a:off x="2233194" y="1585547"/>
            <a:ext cx="457718" cy="368908"/>
            <a:chOff x="1634225" y="2385300"/>
            <a:chExt cx="264975" cy="213575"/>
          </a:xfrm>
        </p:grpSpPr>
        <p:sp>
          <p:nvSpPr>
            <p:cNvPr id="751" name="Google Shape;751;p20"/>
            <p:cNvSpPr/>
            <p:nvPr/>
          </p:nvSpPr>
          <p:spPr>
            <a:xfrm>
              <a:off x="1634225" y="2385300"/>
              <a:ext cx="264975" cy="213575"/>
            </a:xfrm>
            <a:custGeom>
              <a:rect b="b" l="l" r="r" t="t"/>
              <a:pathLst>
                <a:path extrusionOk="0" h="8543" w="10599">
                  <a:moveTo>
                    <a:pt x="1287" y="944"/>
                  </a:moveTo>
                  <a:cubicBezTo>
                    <a:pt x="2532" y="944"/>
                    <a:pt x="3776" y="1089"/>
                    <a:pt x="5040" y="1089"/>
                  </a:cubicBezTo>
                  <a:cubicBezTo>
                    <a:pt x="5131" y="1089"/>
                    <a:pt x="5221" y="1088"/>
                    <a:pt x="5312" y="1087"/>
                  </a:cubicBezTo>
                  <a:cubicBezTo>
                    <a:pt x="6417" y="1065"/>
                    <a:pt x="7522" y="965"/>
                    <a:pt x="8627" y="965"/>
                  </a:cubicBezTo>
                  <a:cubicBezTo>
                    <a:pt x="8736" y="965"/>
                    <a:pt x="8846" y="966"/>
                    <a:pt x="8955" y="968"/>
                  </a:cubicBezTo>
                  <a:cubicBezTo>
                    <a:pt x="9622" y="992"/>
                    <a:pt x="9265" y="2968"/>
                    <a:pt x="9265" y="3468"/>
                  </a:cubicBezTo>
                  <a:cubicBezTo>
                    <a:pt x="9289" y="4849"/>
                    <a:pt x="9551" y="6231"/>
                    <a:pt x="9312" y="7588"/>
                  </a:cubicBezTo>
                  <a:lnTo>
                    <a:pt x="9312" y="7564"/>
                  </a:lnTo>
                  <a:cubicBezTo>
                    <a:pt x="8375" y="7466"/>
                    <a:pt x="7449" y="7412"/>
                    <a:pt x="6519" y="7412"/>
                  </a:cubicBezTo>
                  <a:cubicBezTo>
                    <a:pt x="6102" y="7412"/>
                    <a:pt x="5684" y="7423"/>
                    <a:pt x="5264" y="7445"/>
                  </a:cubicBezTo>
                  <a:cubicBezTo>
                    <a:pt x="4396" y="7524"/>
                    <a:pt x="3512" y="7570"/>
                    <a:pt x="2624" y="7570"/>
                  </a:cubicBezTo>
                  <a:cubicBezTo>
                    <a:pt x="2441" y="7570"/>
                    <a:pt x="2257" y="7568"/>
                    <a:pt x="2073" y="7564"/>
                  </a:cubicBezTo>
                  <a:cubicBezTo>
                    <a:pt x="1501" y="7540"/>
                    <a:pt x="1263" y="7540"/>
                    <a:pt x="1287" y="6969"/>
                  </a:cubicBezTo>
                  <a:cubicBezTo>
                    <a:pt x="1287" y="6469"/>
                    <a:pt x="1382" y="5969"/>
                    <a:pt x="1382" y="5469"/>
                  </a:cubicBezTo>
                  <a:cubicBezTo>
                    <a:pt x="1382" y="3968"/>
                    <a:pt x="1287" y="2444"/>
                    <a:pt x="1287" y="944"/>
                  </a:cubicBezTo>
                  <a:close/>
                  <a:moveTo>
                    <a:pt x="1693" y="0"/>
                  </a:moveTo>
                  <a:cubicBezTo>
                    <a:pt x="1399" y="0"/>
                    <a:pt x="1105" y="4"/>
                    <a:pt x="811" y="15"/>
                  </a:cubicBezTo>
                  <a:cubicBezTo>
                    <a:pt x="715" y="15"/>
                    <a:pt x="644" y="39"/>
                    <a:pt x="573" y="87"/>
                  </a:cubicBezTo>
                  <a:cubicBezTo>
                    <a:pt x="430" y="158"/>
                    <a:pt x="334" y="301"/>
                    <a:pt x="358" y="468"/>
                  </a:cubicBezTo>
                  <a:cubicBezTo>
                    <a:pt x="358" y="2254"/>
                    <a:pt x="525" y="4040"/>
                    <a:pt x="453" y="5826"/>
                  </a:cubicBezTo>
                  <a:cubicBezTo>
                    <a:pt x="406" y="6659"/>
                    <a:pt x="1" y="7921"/>
                    <a:pt x="1049" y="8303"/>
                  </a:cubicBezTo>
                  <a:cubicBezTo>
                    <a:pt x="1524" y="8486"/>
                    <a:pt x="2063" y="8542"/>
                    <a:pt x="2614" y="8542"/>
                  </a:cubicBezTo>
                  <a:cubicBezTo>
                    <a:pt x="3279" y="8542"/>
                    <a:pt x="3962" y="8461"/>
                    <a:pt x="4573" y="8422"/>
                  </a:cubicBezTo>
                  <a:cubicBezTo>
                    <a:pt x="5212" y="8377"/>
                    <a:pt x="5853" y="8355"/>
                    <a:pt x="6496" y="8355"/>
                  </a:cubicBezTo>
                  <a:cubicBezTo>
                    <a:pt x="7555" y="8355"/>
                    <a:pt x="8617" y="8413"/>
                    <a:pt x="9670" y="8517"/>
                  </a:cubicBezTo>
                  <a:cubicBezTo>
                    <a:pt x="9884" y="8517"/>
                    <a:pt x="10074" y="8374"/>
                    <a:pt x="10122" y="8183"/>
                  </a:cubicBezTo>
                  <a:cubicBezTo>
                    <a:pt x="10527" y="6636"/>
                    <a:pt x="10265" y="5040"/>
                    <a:pt x="10194" y="3468"/>
                  </a:cubicBezTo>
                  <a:cubicBezTo>
                    <a:pt x="10170" y="2587"/>
                    <a:pt x="10598" y="1087"/>
                    <a:pt x="9908" y="372"/>
                  </a:cubicBezTo>
                  <a:cubicBezTo>
                    <a:pt x="9574" y="63"/>
                    <a:pt x="9193" y="63"/>
                    <a:pt x="8765" y="39"/>
                  </a:cubicBezTo>
                  <a:cubicBezTo>
                    <a:pt x="8304" y="39"/>
                    <a:pt x="7844" y="28"/>
                    <a:pt x="7391" y="28"/>
                  </a:cubicBezTo>
                  <a:cubicBezTo>
                    <a:pt x="7164" y="28"/>
                    <a:pt x="6939" y="31"/>
                    <a:pt x="6717" y="39"/>
                  </a:cubicBezTo>
                  <a:cubicBezTo>
                    <a:pt x="6270" y="66"/>
                    <a:pt x="5824" y="76"/>
                    <a:pt x="5380" y="76"/>
                  </a:cubicBezTo>
                  <a:cubicBezTo>
                    <a:pt x="4150" y="76"/>
                    <a:pt x="2925" y="0"/>
                    <a:pt x="16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1681875" y="2427900"/>
              <a:ext cx="75025" cy="88825"/>
            </a:xfrm>
            <a:custGeom>
              <a:rect b="b" l="l" r="r" t="t"/>
              <a:pathLst>
                <a:path extrusionOk="0" h="3553" w="3001">
                  <a:moveTo>
                    <a:pt x="1548" y="478"/>
                  </a:moveTo>
                  <a:cubicBezTo>
                    <a:pt x="2048" y="478"/>
                    <a:pt x="2143" y="1169"/>
                    <a:pt x="1762" y="1407"/>
                  </a:cubicBezTo>
                  <a:cubicBezTo>
                    <a:pt x="1672" y="1465"/>
                    <a:pt x="1575" y="1492"/>
                    <a:pt x="1481" y="1492"/>
                  </a:cubicBezTo>
                  <a:cubicBezTo>
                    <a:pt x="1225" y="1492"/>
                    <a:pt x="987" y="1298"/>
                    <a:pt x="953" y="1002"/>
                  </a:cubicBezTo>
                  <a:cubicBezTo>
                    <a:pt x="905" y="669"/>
                    <a:pt x="1238" y="478"/>
                    <a:pt x="1548" y="478"/>
                  </a:cubicBezTo>
                  <a:close/>
                  <a:moveTo>
                    <a:pt x="1072" y="1836"/>
                  </a:moveTo>
                  <a:cubicBezTo>
                    <a:pt x="1215" y="1899"/>
                    <a:pt x="1368" y="1931"/>
                    <a:pt x="1525" y="1931"/>
                  </a:cubicBezTo>
                  <a:cubicBezTo>
                    <a:pt x="1604" y="1931"/>
                    <a:pt x="1683" y="1923"/>
                    <a:pt x="1762" y="1907"/>
                  </a:cubicBezTo>
                  <a:cubicBezTo>
                    <a:pt x="1810" y="1907"/>
                    <a:pt x="1881" y="1883"/>
                    <a:pt x="1929" y="1859"/>
                  </a:cubicBezTo>
                  <a:cubicBezTo>
                    <a:pt x="2143" y="2121"/>
                    <a:pt x="2310" y="2431"/>
                    <a:pt x="2382" y="2764"/>
                  </a:cubicBezTo>
                  <a:cubicBezTo>
                    <a:pt x="2429" y="2931"/>
                    <a:pt x="1715" y="3050"/>
                    <a:pt x="1572" y="3050"/>
                  </a:cubicBezTo>
                  <a:cubicBezTo>
                    <a:pt x="1511" y="3058"/>
                    <a:pt x="1450" y="3062"/>
                    <a:pt x="1390" y="3062"/>
                  </a:cubicBezTo>
                  <a:cubicBezTo>
                    <a:pt x="1102" y="3062"/>
                    <a:pt x="832" y="2970"/>
                    <a:pt x="595" y="2812"/>
                  </a:cubicBezTo>
                  <a:cubicBezTo>
                    <a:pt x="595" y="2788"/>
                    <a:pt x="595" y="2764"/>
                    <a:pt x="595" y="2764"/>
                  </a:cubicBezTo>
                  <a:cubicBezTo>
                    <a:pt x="619" y="2669"/>
                    <a:pt x="643" y="2574"/>
                    <a:pt x="667" y="2479"/>
                  </a:cubicBezTo>
                  <a:cubicBezTo>
                    <a:pt x="762" y="2240"/>
                    <a:pt x="905" y="2026"/>
                    <a:pt x="1072" y="1836"/>
                  </a:cubicBezTo>
                  <a:close/>
                  <a:moveTo>
                    <a:pt x="1502" y="1"/>
                  </a:moveTo>
                  <a:cubicBezTo>
                    <a:pt x="974" y="1"/>
                    <a:pt x="523" y="398"/>
                    <a:pt x="476" y="931"/>
                  </a:cubicBezTo>
                  <a:cubicBezTo>
                    <a:pt x="453" y="1169"/>
                    <a:pt x="524" y="1407"/>
                    <a:pt x="691" y="1574"/>
                  </a:cubicBezTo>
                  <a:cubicBezTo>
                    <a:pt x="381" y="1931"/>
                    <a:pt x="0" y="2526"/>
                    <a:pt x="119" y="2955"/>
                  </a:cubicBezTo>
                  <a:cubicBezTo>
                    <a:pt x="238" y="3384"/>
                    <a:pt x="1072" y="3526"/>
                    <a:pt x="1429" y="3550"/>
                  </a:cubicBezTo>
                  <a:cubicBezTo>
                    <a:pt x="1456" y="3552"/>
                    <a:pt x="1484" y="3553"/>
                    <a:pt x="1514" y="3553"/>
                  </a:cubicBezTo>
                  <a:cubicBezTo>
                    <a:pt x="1917" y="3553"/>
                    <a:pt x="2611" y="3401"/>
                    <a:pt x="2810" y="3003"/>
                  </a:cubicBezTo>
                  <a:cubicBezTo>
                    <a:pt x="3001" y="2574"/>
                    <a:pt x="2596" y="1931"/>
                    <a:pt x="2263" y="1550"/>
                  </a:cubicBezTo>
                  <a:cubicBezTo>
                    <a:pt x="2405" y="1359"/>
                    <a:pt x="2453" y="1121"/>
                    <a:pt x="2453" y="859"/>
                  </a:cubicBezTo>
                  <a:cubicBezTo>
                    <a:pt x="2429" y="383"/>
                    <a:pt x="2024" y="2"/>
                    <a:pt x="1548" y="2"/>
                  </a:cubicBezTo>
                  <a:cubicBezTo>
                    <a:pt x="1533" y="1"/>
                    <a:pt x="1517" y="1"/>
                    <a:pt x="15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1775600" y="2447875"/>
              <a:ext cx="69925" cy="19450"/>
            </a:xfrm>
            <a:custGeom>
              <a:rect b="b" l="l" r="r" t="t"/>
              <a:pathLst>
                <a:path extrusionOk="0" h="778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6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5" y="463"/>
                  </a:cubicBezTo>
                  <a:cubicBezTo>
                    <a:pt x="1293" y="463"/>
                    <a:pt x="1453" y="659"/>
                    <a:pt x="1633" y="727"/>
                  </a:cubicBezTo>
                  <a:cubicBezTo>
                    <a:pt x="1747" y="762"/>
                    <a:pt x="1860" y="778"/>
                    <a:pt x="1973" y="778"/>
                  </a:cubicBezTo>
                  <a:cubicBezTo>
                    <a:pt x="2167" y="778"/>
                    <a:pt x="2357" y="731"/>
                    <a:pt x="2538" y="656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1775600" y="2483600"/>
              <a:ext cx="69925" cy="19750"/>
            </a:xfrm>
            <a:custGeom>
              <a:rect b="b" l="l" r="r" t="t"/>
              <a:pathLst>
                <a:path extrusionOk="0" h="790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5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4" y="463"/>
                  </a:cubicBezTo>
                  <a:cubicBezTo>
                    <a:pt x="1293" y="463"/>
                    <a:pt x="1453" y="660"/>
                    <a:pt x="1633" y="751"/>
                  </a:cubicBezTo>
                  <a:cubicBezTo>
                    <a:pt x="1744" y="776"/>
                    <a:pt x="1855" y="790"/>
                    <a:pt x="1965" y="790"/>
                  </a:cubicBezTo>
                  <a:cubicBezTo>
                    <a:pt x="2162" y="790"/>
                    <a:pt x="2355" y="747"/>
                    <a:pt x="2538" y="655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0"/>
            <p:cNvSpPr/>
            <p:nvPr/>
          </p:nvSpPr>
          <p:spPr>
            <a:xfrm>
              <a:off x="1708425" y="2525550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8"/>
                  </a:cubicBezTo>
                  <a:cubicBezTo>
                    <a:pt x="1" y="579"/>
                    <a:pt x="141" y="889"/>
                    <a:pt x="350" y="889"/>
                  </a:cubicBezTo>
                  <a:cubicBezTo>
                    <a:pt x="386" y="889"/>
                    <a:pt x="424" y="880"/>
                    <a:pt x="462" y="859"/>
                  </a:cubicBezTo>
                  <a:cubicBezTo>
                    <a:pt x="819" y="668"/>
                    <a:pt x="1224" y="525"/>
                    <a:pt x="1653" y="478"/>
                  </a:cubicBezTo>
                  <a:cubicBezTo>
                    <a:pt x="1678" y="475"/>
                    <a:pt x="1702" y="474"/>
                    <a:pt x="1726" y="474"/>
                  </a:cubicBezTo>
                  <a:cubicBezTo>
                    <a:pt x="2162" y="474"/>
                    <a:pt x="2460" y="866"/>
                    <a:pt x="2844" y="1002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2" y="1096"/>
                    <a:pt x="4047" y="966"/>
                    <a:pt x="4439" y="835"/>
                  </a:cubicBezTo>
                  <a:cubicBezTo>
                    <a:pt x="4698" y="749"/>
                    <a:pt x="4625" y="369"/>
                    <a:pt x="4396" y="369"/>
                  </a:cubicBezTo>
                  <a:cubicBezTo>
                    <a:pt x="4373" y="369"/>
                    <a:pt x="4347" y="374"/>
                    <a:pt x="4320" y="383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3"/>
                    <a:pt x="2772" y="430"/>
                  </a:cubicBezTo>
                  <a:cubicBezTo>
                    <a:pt x="2510" y="263"/>
                    <a:pt x="2201" y="121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6" name="Google Shape;7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011150" y="3560301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3"/>
          <p:cNvSpPr txBox="1"/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Threshold</a:t>
            </a:r>
            <a:endParaRPr sz="2100"/>
          </a:p>
        </p:txBody>
      </p:sp>
      <p:sp>
        <p:nvSpPr>
          <p:cNvPr id="762" name="Google Shape;762;p23"/>
          <p:cNvSpPr txBox="1"/>
          <p:nvPr>
            <p:ph idx="1" type="subTitle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Agreed before training</a:t>
            </a:r>
            <a:endParaRPr/>
          </a:p>
        </p:txBody>
      </p:sp>
      <p:sp>
        <p:nvSpPr>
          <p:cNvPr id="763" name="Google Shape;763;p23"/>
          <p:cNvSpPr txBox="1"/>
          <p:nvPr>
            <p:ph idx="2" type="title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Metric</a:t>
            </a:r>
            <a:endParaRPr sz="2100"/>
          </a:p>
        </p:txBody>
      </p:sp>
      <p:sp>
        <p:nvSpPr>
          <p:cNvPr id="764" name="Google Shape;764;p23"/>
          <p:cNvSpPr txBox="1"/>
          <p:nvPr>
            <p:ph idx="3" type="subTitle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Recall on late orders</a:t>
            </a:r>
            <a:endParaRPr/>
          </a:p>
        </p:txBody>
      </p:sp>
      <p:sp>
        <p:nvSpPr>
          <p:cNvPr id="765" name="Google Shape;765;p23"/>
          <p:cNvSpPr txBox="1"/>
          <p:nvPr>
            <p:ph idx="4" type="title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Baseline</a:t>
            </a:r>
            <a:endParaRPr sz="2100"/>
          </a:p>
        </p:txBody>
      </p:sp>
      <p:sp>
        <p:nvSpPr>
          <p:cNvPr id="766" name="Google Shape;766;p23"/>
          <p:cNvSpPr txBox="1"/>
          <p:nvPr>
            <p:ph idx="5" type="subTitle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Must beat the rules</a:t>
            </a:r>
            <a:endParaRPr/>
          </a:p>
        </p:txBody>
      </p:sp>
      <p:sp>
        <p:nvSpPr>
          <p:cNvPr id="767" name="Google Shape;767;p23"/>
          <p:cNvSpPr txBox="1"/>
          <p:nvPr>
            <p:ph idx="6" type="title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Acceptance Criteria</a:t>
            </a:r>
            <a:endParaRPr/>
          </a:p>
        </p:txBody>
      </p:sp>
      <p:sp>
        <p:nvSpPr>
          <p:cNvPr id="768" name="Google Shape;768;p23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6908293" y="1608513"/>
            <a:ext cx="446360" cy="322962"/>
          </a:xfrm>
          <a:custGeom>
            <a:rect b="b" l="l" r="r" t="t"/>
            <a:pathLst>
              <a:path extrusionOk="0" h="7479" w="10336">
                <a:moveTo>
                  <a:pt x="7787" y="900"/>
                </a:moveTo>
                <a:cubicBezTo>
                  <a:pt x="7073" y="1733"/>
                  <a:pt x="6311" y="2638"/>
                  <a:pt x="5263" y="2948"/>
                </a:cubicBezTo>
                <a:cubicBezTo>
                  <a:pt x="5187" y="2970"/>
                  <a:pt x="5111" y="2980"/>
                  <a:pt x="5036" y="2980"/>
                </a:cubicBezTo>
                <a:cubicBezTo>
                  <a:pt x="4384" y="2980"/>
                  <a:pt x="3780" y="2215"/>
                  <a:pt x="3310" y="1852"/>
                </a:cubicBezTo>
                <a:cubicBezTo>
                  <a:pt x="2929" y="1566"/>
                  <a:pt x="2524" y="1328"/>
                  <a:pt x="2120" y="1114"/>
                </a:cubicBezTo>
                <a:cubicBezTo>
                  <a:pt x="3596" y="1114"/>
                  <a:pt x="5120" y="1114"/>
                  <a:pt x="6597" y="995"/>
                </a:cubicBezTo>
                <a:cubicBezTo>
                  <a:pt x="6740" y="995"/>
                  <a:pt x="7287" y="900"/>
                  <a:pt x="7787" y="900"/>
                </a:cubicBezTo>
                <a:close/>
                <a:moveTo>
                  <a:pt x="8669" y="1304"/>
                </a:moveTo>
                <a:cubicBezTo>
                  <a:pt x="8716" y="1852"/>
                  <a:pt x="8550" y="2495"/>
                  <a:pt x="8573" y="3067"/>
                </a:cubicBezTo>
                <a:cubicBezTo>
                  <a:pt x="8621" y="3757"/>
                  <a:pt x="8716" y="4448"/>
                  <a:pt x="8740" y="5138"/>
                </a:cubicBezTo>
                <a:cubicBezTo>
                  <a:pt x="8740" y="5377"/>
                  <a:pt x="8740" y="5615"/>
                  <a:pt x="8716" y="5853"/>
                </a:cubicBezTo>
                <a:cubicBezTo>
                  <a:pt x="8311" y="4829"/>
                  <a:pt x="7692" y="3900"/>
                  <a:pt x="6930" y="3090"/>
                </a:cubicBezTo>
                <a:cubicBezTo>
                  <a:pt x="7549" y="2543"/>
                  <a:pt x="8121" y="1947"/>
                  <a:pt x="8669" y="1304"/>
                </a:cubicBezTo>
                <a:close/>
                <a:moveTo>
                  <a:pt x="929" y="1543"/>
                </a:moveTo>
                <a:lnTo>
                  <a:pt x="929" y="1543"/>
                </a:lnTo>
                <a:cubicBezTo>
                  <a:pt x="1739" y="1947"/>
                  <a:pt x="2477" y="2424"/>
                  <a:pt x="3191" y="2971"/>
                </a:cubicBezTo>
                <a:cubicBezTo>
                  <a:pt x="2524" y="4186"/>
                  <a:pt x="1643" y="5258"/>
                  <a:pt x="1072" y="6544"/>
                </a:cubicBezTo>
                <a:lnTo>
                  <a:pt x="1048" y="6520"/>
                </a:lnTo>
                <a:cubicBezTo>
                  <a:pt x="1024" y="4877"/>
                  <a:pt x="976" y="3210"/>
                  <a:pt x="929" y="1543"/>
                </a:cubicBezTo>
                <a:close/>
                <a:moveTo>
                  <a:pt x="3929" y="3543"/>
                </a:moveTo>
                <a:cubicBezTo>
                  <a:pt x="4276" y="3767"/>
                  <a:pt x="4675" y="3887"/>
                  <a:pt x="5096" y="3887"/>
                </a:cubicBezTo>
                <a:cubicBezTo>
                  <a:pt x="5167" y="3887"/>
                  <a:pt x="5239" y="3883"/>
                  <a:pt x="5311" y="3876"/>
                </a:cubicBezTo>
                <a:cubicBezTo>
                  <a:pt x="5573" y="3829"/>
                  <a:pt x="5858" y="3733"/>
                  <a:pt x="6120" y="3614"/>
                </a:cubicBezTo>
                <a:cubicBezTo>
                  <a:pt x="6930" y="4400"/>
                  <a:pt x="7573" y="5377"/>
                  <a:pt x="7978" y="6448"/>
                </a:cubicBezTo>
                <a:cubicBezTo>
                  <a:pt x="7764" y="6424"/>
                  <a:pt x="7549" y="6401"/>
                  <a:pt x="7430" y="6401"/>
                </a:cubicBezTo>
                <a:cubicBezTo>
                  <a:pt x="7209" y="6395"/>
                  <a:pt x="6988" y="6392"/>
                  <a:pt x="6766" y="6392"/>
                </a:cubicBezTo>
                <a:cubicBezTo>
                  <a:pt x="5202" y="6392"/>
                  <a:pt x="3637" y="6523"/>
                  <a:pt x="2072" y="6544"/>
                </a:cubicBezTo>
                <a:cubicBezTo>
                  <a:pt x="2596" y="5496"/>
                  <a:pt x="3358" y="4567"/>
                  <a:pt x="3929" y="3543"/>
                </a:cubicBezTo>
                <a:close/>
                <a:moveTo>
                  <a:pt x="7605" y="1"/>
                </a:moveTo>
                <a:cubicBezTo>
                  <a:pt x="6840" y="1"/>
                  <a:pt x="6076" y="114"/>
                  <a:pt x="5311" y="114"/>
                </a:cubicBezTo>
                <a:cubicBezTo>
                  <a:pt x="3691" y="114"/>
                  <a:pt x="2096" y="161"/>
                  <a:pt x="476" y="185"/>
                </a:cubicBezTo>
                <a:cubicBezTo>
                  <a:pt x="456" y="181"/>
                  <a:pt x="436" y="179"/>
                  <a:pt x="415" y="179"/>
                </a:cubicBezTo>
                <a:cubicBezTo>
                  <a:pt x="318" y="179"/>
                  <a:pt x="226" y="225"/>
                  <a:pt x="167" y="304"/>
                </a:cubicBezTo>
                <a:cubicBezTo>
                  <a:pt x="72" y="376"/>
                  <a:pt x="0" y="495"/>
                  <a:pt x="24" y="638"/>
                </a:cubicBezTo>
                <a:cubicBezTo>
                  <a:pt x="24" y="2757"/>
                  <a:pt x="119" y="4877"/>
                  <a:pt x="143" y="6972"/>
                </a:cubicBezTo>
                <a:cubicBezTo>
                  <a:pt x="143" y="7234"/>
                  <a:pt x="334" y="7448"/>
                  <a:pt x="595" y="7448"/>
                </a:cubicBezTo>
                <a:cubicBezTo>
                  <a:pt x="1022" y="7470"/>
                  <a:pt x="1449" y="7479"/>
                  <a:pt x="1877" y="7479"/>
                </a:cubicBezTo>
                <a:cubicBezTo>
                  <a:pt x="2857" y="7479"/>
                  <a:pt x="3840" y="7434"/>
                  <a:pt x="4834" y="7401"/>
                </a:cubicBezTo>
                <a:cubicBezTo>
                  <a:pt x="5059" y="7392"/>
                  <a:pt x="5288" y="7389"/>
                  <a:pt x="5519" y="7389"/>
                </a:cubicBezTo>
                <a:cubicBezTo>
                  <a:pt x="6011" y="7389"/>
                  <a:pt x="6514" y="7403"/>
                  <a:pt x="7014" y="7403"/>
                </a:cubicBezTo>
                <a:cubicBezTo>
                  <a:pt x="7527" y="7403"/>
                  <a:pt x="8037" y="7388"/>
                  <a:pt x="8526" y="7329"/>
                </a:cubicBezTo>
                <a:cubicBezTo>
                  <a:pt x="10336" y="7067"/>
                  <a:pt x="9597" y="4281"/>
                  <a:pt x="9502" y="3067"/>
                </a:cubicBezTo>
                <a:cubicBezTo>
                  <a:pt x="9454" y="2305"/>
                  <a:pt x="9597" y="1566"/>
                  <a:pt x="9502" y="804"/>
                </a:cubicBezTo>
                <a:cubicBezTo>
                  <a:pt x="9454" y="542"/>
                  <a:pt x="9288" y="304"/>
                  <a:pt x="9026" y="185"/>
                </a:cubicBezTo>
                <a:cubicBezTo>
                  <a:pt x="8947" y="106"/>
                  <a:pt x="8835" y="60"/>
                  <a:pt x="8718" y="60"/>
                </a:cubicBezTo>
                <a:cubicBezTo>
                  <a:pt x="8694" y="60"/>
                  <a:pt x="8669" y="62"/>
                  <a:pt x="8645" y="66"/>
                </a:cubicBezTo>
                <a:cubicBezTo>
                  <a:pt x="8454" y="42"/>
                  <a:pt x="8288" y="18"/>
                  <a:pt x="8097" y="18"/>
                </a:cubicBezTo>
                <a:cubicBezTo>
                  <a:pt x="7933" y="6"/>
                  <a:pt x="7769" y="1"/>
                  <a:pt x="760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4604357" y="2348657"/>
            <a:ext cx="381583" cy="466026"/>
          </a:xfrm>
          <a:custGeom>
            <a:rect b="b" l="l" r="r" t="t"/>
            <a:pathLst>
              <a:path extrusionOk="0" h="10792" w="8836">
                <a:moveTo>
                  <a:pt x="4591" y="1049"/>
                </a:moveTo>
                <a:cubicBezTo>
                  <a:pt x="4609" y="1049"/>
                  <a:pt x="4626" y="1049"/>
                  <a:pt x="4644" y="1050"/>
                </a:cubicBezTo>
                <a:cubicBezTo>
                  <a:pt x="6502" y="1050"/>
                  <a:pt x="6883" y="3550"/>
                  <a:pt x="5430" y="4455"/>
                </a:cubicBezTo>
                <a:cubicBezTo>
                  <a:pt x="5131" y="4652"/>
                  <a:pt x="4810" y="4740"/>
                  <a:pt x="4493" y="4740"/>
                </a:cubicBezTo>
                <a:cubicBezTo>
                  <a:pt x="3551" y="4740"/>
                  <a:pt x="2655" y="3960"/>
                  <a:pt x="2548" y="2979"/>
                </a:cubicBezTo>
                <a:cubicBezTo>
                  <a:pt x="2408" y="1760"/>
                  <a:pt x="3512" y="1049"/>
                  <a:pt x="4591" y="1049"/>
                </a:cubicBezTo>
                <a:close/>
                <a:moveTo>
                  <a:pt x="3096" y="5384"/>
                </a:moveTo>
                <a:cubicBezTo>
                  <a:pt x="3560" y="5599"/>
                  <a:pt x="4070" y="5711"/>
                  <a:pt x="4585" y="5711"/>
                </a:cubicBezTo>
                <a:cubicBezTo>
                  <a:pt x="4811" y="5711"/>
                  <a:pt x="5038" y="5689"/>
                  <a:pt x="5263" y="5646"/>
                </a:cubicBezTo>
                <a:cubicBezTo>
                  <a:pt x="5478" y="5598"/>
                  <a:pt x="5692" y="5527"/>
                  <a:pt x="5906" y="5432"/>
                </a:cubicBezTo>
                <a:cubicBezTo>
                  <a:pt x="6740" y="6313"/>
                  <a:pt x="7311" y="7432"/>
                  <a:pt x="7549" y="8623"/>
                </a:cubicBezTo>
                <a:cubicBezTo>
                  <a:pt x="7692" y="9313"/>
                  <a:pt x="5263" y="9718"/>
                  <a:pt x="4716" y="9742"/>
                </a:cubicBezTo>
                <a:cubicBezTo>
                  <a:pt x="4577" y="9754"/>
                  <a:pt x="4438" y="9760"/>
                  <a:pt x="4300" y="9760"/>
                </a:cubicBezTo>
                <a:cubicBezTo>
                  <a:pt x="3346" y="9760"/>
                  <a:pt x="2407" y="9476"/>
                  <a:pt x="1596" y="8956"/>
                </a:cubicBezTo>
                <a:cubicBezTo>
                  <a:pt x="1215" y="8718"/>
                  <a:pt x="1310" y="8980"/>
                  <a:pt x="1358" y="8623"/>
                </a:cubicBezTo>
                <a:lnTo>
                  <a:pt x="1382" y="8599"/>
                </a:lnTo>
                <a:cubicBezTo>
                  <a:pt x="1453" y="8265"/>
                  <a:pt x="1548" y="7908"/>
                  <a:pt x="1667" y="7599"/>
                </a:cubicBezTo>
                <a:cubicBezTo>
                  <a:pt x="1977" y="6765"/>
                  <a:pt x="2453" y="6003"/>
                  <a:pt x="3096" y="5384"/>
                </a:cubicBezTo>
                <a:close/>
                <a:moveTo>
                  <a:pt x="4754" y="0"/>
                </a:moveTo>
                <a:cubicBezTo>
                  <a:pt x="4725" y="0"/>
                  <a:pt x="4697" y="1"/>
                  <a:pt x="4668" y="2"/>
                </a:cubicBezTo>
                <a:cubicBezTo>
                  <a:pt x="3001" y="2"/>
                  <a:pt x="1620" y="1050"/>
                  <a:pt x="1501" y="2741"/>
                </a:cubicBezTo>
                <a:cubicBezTo>
                  <a:pt x="1429" y="3503"/>
                  <a:pt x="1691" y="4241"/>
                  <a:pt x="2215" y="4789"/>
                </a:cubicBezTo>
                <a:cubicBezTo>
                  <a:pt x="1596" y="5432"/>
                  <a:pt x="1120" y="6170"/>
                  <a:pt x="786" y="6980"/>
                </a:cubicBezTo>
                <a:cubicBezTo>
                  <a:pt x="572" y="7527"/>
                  <a:pt x="0" y="8647"/>
                  <a:pt x="357" y="9218"/>
                </a:cubicBezTo>
                <a:cubicBezTo>
                  <a:pt x="1089" y="10499"/>
                  <a:pt x="3205" y="10791"/>
                  <a:pt x="4553" y="10791"/>
                </a:cubicBezTo>
                <a:cubicBezTo>
                  <a:pt x="4609" y="10791"/>
                  <a:pt x="4663" y="10791"/>
                  <a:pt x="4716" y="10790"/>
                </a:cubicBezTo>
                <a:cubicBezTo>
                  <a:pt x="5930" y="10766"/>
                  <a:pt x="7907" y="10361"/>
                  <a:pt x="8502" y="9147"/>
                </a:cubicBezTo>
                <a:cubicBezTo>
                  <a:pt x="8835" y="8504"/>
                  <a:pt x="8335" y="7456"/>
                  <a:pt x="8073" y="6837"/>
                </a:cubicBezTo>
                <a:cubicBezTo>
                  <a:pt x="7740" y="6051"/>
                  <a:pt x="7288" y="5336"/>
                  <a:pt x="6668" y="4741"/>
                </a:cubicBezTo>
                <a:cubicBezTo>
                  <a:pt x="7145" y="4098"/>
                  <a:pt x="7383" y="3336"/>
                  <a:pt x="7359" y="2526"/>
                </a:cubicBezTo>
                <a:cubicBezTo>
                  <a:pt x="7312" y="1126"/>
                  <a:pt x="6145" y="0"/>
                  <a:pt x="47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1" name="Google Shape;771;p23"/>
          <p:cNvGrpSpPr/>
          <p:nvPr/>
        </p:nvGrpSpPr>
        <p:grpSpPr>
          <a:xfrm>
            <a:off x="2233194" y="1585547"/>
            <a:ext cx="457718" cy="368908"/>
            <a:chOff x="1634225" y="2385300"/>
            <a:chExt cx="264975" cy="213575"/>
          </a:xfrm>
        </p:grpSpPr>
        <p:sp>
          <p:nvSpPr>
            <p:cNvPr id="772" name="Google Shape;772;p23"/>
            <p:cNvSpPr/>
            <p:nvPr/>
          </p:nvSpPr>
          <p:spPr>
            <a:xfrm>
              <a:off x="1634225" y="2385300"/>
              <a:ext cx="264975" cy="213575"/>
            </a:xfrm>
            <a:custGeom>
              <a:rect b="b" l="l" r="r" t="t"/>
              <a:pathLst>
                <a:path extrusionOk="0" h="8543" w="10599">
                  <a:moveTo>
                    <a:pt x="1287" y="944"/>
                  </a:moveTo>
                  <a:cubicBezTo>
                    <a:pt x="2532" y="944"/>
                    <a:pt x="3776" y="1089"/>
                    <a:pt x="5040" y="1089"/>
                  </a:cubicBezTo>
                  <a:cubicBezTo>
                    <a:pt x="5131" y="1089"/>
                    <a:pt x="5221" y="1088"/>
                    <a:pt x="5312" y="1087"/>
                  </a:cubicBezTo>
                  <a:cubicBezTo>
                    <a:pt x="6417" y="1065"/>
                    <a:pt x="7522" y="965"/>
                    <a:pt x="8627" y="965"/>
                  </a:cubicBezTo>
                  <a:cubicBezTo>
                    <a:pt x="8736" y="965"/>
                    <a:pt x="8846" y="966"/>
                    <a:pt x="8955" y="968"/>
                  </a:cubicBezTo>
                  <a:cubicBezTo>
                    <a:pt x="9622" y="992"/>
                    <a:pt x="9265" y="2968"/>
                    <a:pt x="9265" y="3468"/>
                  </a:cubicBezTo>
                  <a:cubicBezTo>
                    <a:pt x="9289" y="4849"/>
                    <a:pt x="9551" y="6231"/>
                    <a:pt x="9312" y="7588"/>
                  </a:cubicBezTo>
                  <a:lnTo>
                    <a:pt x="9312" y="7564"/>
                  </a:lnTo>
                  <a:cubicBezTo>
                    <a:pt x="8375" y="7466"/>
                    <a:pt x="7449" y="7412"/>
                    <a:pt x="6519" y="7412"/>
                  </a:cubicBezTo>
                  <a:cubicBezTo>
                    <a:pt x="6102" y="7412"/>
                    <a:pt x="5684" y="7423"/>
                    <a:pt x="5264" y="7445"/>
                  </a:cubicBezTo>
                  <a:cubicBezTo>
                    <a:pt x="4396" y="7524"/>
                    <a:pt x="3512" y="7570"/>
                    <a:pt x="2624" y="7570"/>
                  </a:cubicBezTo>
                  <a:cubicBezTo>
                    <a:pt x="2441" y="7570"/>
                    <a:pt x="2257" y="7568"/>
                    <a:pt x="2073" y="7564"/>
                  </a:cubicBezTo>
                  <a:cubicBezTo>
                    <a:pt x="1501" y="7540"/>
                    <a:pt x="1263" y="7540"/>
                    <a:pt x="1287" y="6969"/>
                  </a:cubicBezTo>
                  <a:cubicBezTo>
                    <a:pt x="1287" y="6469"/>
                    <a:pt x="1382" y="5969"/>
                    <a:pt x="1382" y="5469"/>
                  </a:cubicBezTo>
                  <a:cubicBezTo>
                    <a:pt x="1382" y="3968"/>
                    <a:pt x="1287" y="2444"/>
                    <a:pt x="1287" y="944"/>
                  </a:cubicBezTo>
                  <a:close/>
                  <a:moveTo>
                    <a:pt x="1693" y="0"/>
                  </a:moveTo>
                  <a:cubicBezTo>
                    <a:pt x="1399" y="0"/>
                    <a:pt x="1105" y="4"/>
                    <a:pt x="811" y="15"/>
                  </a:cubicBezTo>
                  <a:cubicBezTo>
                    <a:pt x="715" y="15"/>
                    <a:pt x="644" y="39"/>
                    <a:pt x="573" y="87"/>
                  </a:cubicBezTo>
                  <a:cubicBezTo>
                    <a:pt x="430" y="158"/>
                    <a:pt x="334" y="301"/>
                    <a:pt x="358" y="468"/>
                  </a:cubicBezTo>
                  <a:cubicBezTo>
                    <a:pt x="358" y="2254"/>
                    <a:pt x="525" y="4040"/>
                    <a:pt x="453" y="5826"/>
                  </a:cubicBezTo>
                  <a:cubicBezTo>
                    <a:pt x="406" y="6659"/>
                    <a:pt x="1" y="7921"/>
                    <a:pt x="1049" y="8303"/>
                  </a:cubicBezTo>
                  <a:cubicBezTo>
                    <a:pt x="1524" y="8486"/>
                    <a:pt x="2063" y="8542"/>
                    <a:pt x="2614" y="8542"/>
                  </a:cubicBezTo>
                  <a:cubicBezTo>
                    <a:pt x="3279" y="8542"/>
                    <a:pt x="3962" y="8461"/>
                    <a:pt x="4573" y="8422"/>
                  </a:cubicBezTo>
                  <a:cubicBezTo>
                    <a:pt x="5212" y="8377"/>
                    <a:pt x="5853" y="8355"/>
                    <a:pt x="6496" y="8355"/>
                  </a:cubicBezTo>
                  <a:cubicBezTo>
                    <a:pt x="7555" y="8355"/>
                    <a:pt x="8617" y="8413"/>
                    <a:pt x="9670" y="8517"/>
                  </a:cubicBezTo>
                  <a:cubicBezTo>
                    <a:pt x="9884" y="8517"/>
                    <a:pt x="10074" y="8374"/>
                    <a:pt x="10122" y="8183"/>
                  </a:cubicBezTo>
                  <a:cubicBezTo>
                    <a:pt x="10527" y="6636"/>
                    <a:pt x="10265" y="5040"/>
                    <a:pt x="10194" y="3468"/>
                  </a:cubicBezTo>
                  <a:cubicBezTo>
                    <a:pt x="10170" y="2587"/>
                    <a:pt x="10598" y="1087"/>
                    <a:pt x="9908" y="372"/>
                  </a:cubicBezTo>
                  <a:cubicBezTo>
                    <a:pt x="9574" y="63"/>
                    <a:pt x="9193" y="63"/>
                    <a:pt x="8765" y="39"/>
                  </a:cubicBezTo>
                  <a:cubicBezTo>
                    <a:pt x="8304" y="39"/>
                    <a:pt x="7844" y="28"/>
                    <a:pt x="7391" y="28"/>
                  </a:cubicBezTo>
                  <a:cubicBezTo>
                    <a:pt x="7164" y="28"/>
                    <a:pt x="6939" y="31"/>
                    <a:pt x="6717" y="39"/>
                  </a:cubicBezTo>
                  <a:cubicBezTo>
                    <a:pt x="6270" y="66"/>
                    <a:pt x="5824" y="76"/>
                    <a:pt x="5380" y="76"/>
                  </a:cubicBezTo>
                  <a:cubicBezTo>
                    <a:pt x="4150" y="76"/>
                    <a:pt x="2925" y="0"/>
                    <a:pt x="16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1681875" y="2427900"/>
              <a:ext cx="75025" cy="88825"/>
            </a:xfrm>
            <a:custGeom>
              <a:rect b="b" l="l" r="r" t="t"/>
              <a:pathLst>
                <a:path extrusionOk="0" h="3553" w="3001">
                  <a:moveTo>
                    <a:pt x="1548" y="478"/>
                  </a:moveTo>
                  <a:cubicBezTo>
                    <a:pt x="2048" y="478"/>
                    <a:pt x="2143" y="1169"/>
                    <a:pt x="1762" y="1407"/>
                  </a:cubicBezTo>
                  <a:cubicBezTo>
                    <a:pt x="1672" y="1465"/>
                    <a:pt x="1575" y="1492"/>
                    <a:pt x="1481" y="1492"/>
                  </a:cubicBezTo>
                  <a:cubicBezTo>
                    <a:pt x="1225" y="1492"/>
                    <a:pt x="987" y="1298"/>
                    <a:pt x="953" y="1002"/>
                  </a:cubicBezTo>
                  <a:cubicBezTo>
                    <a:pt x="905" y="669"/>
                    <a:pt x="1238" y="478"/>
                    <a:pt x="1548" y="478"/>
                  </a:cubicBezTo>
                  <a:close/>
                  <a:moveTo>
                    <a:pt x="1072" y="1836"/>
                  </a:moveTo>
                  <a:cubicBezTo>
                    <a:pt x="1215" y="1899"/>
                    <a:pt x="1368" y="1931"/>
                    <a:pt x="1525" y="1931"/>
                  </a:cubicBezTo>
                  <a:cubicBezTo>
                    <a:pt x="1604" y="1931"/>
                    <a:pt x="1683" y="1923"/>
                    <a:pt x="1762" y="1907"/>
                  </a:cubicBezTo>
                  <a:cubicBezTo>
                    <a:pt x="1810" y="1907"/>
                    <a:pt x="1881" y="1883"/>
                    <a:pt x="1929" y="1859"/>
                  </a:cubicBezTo>
                  <a:cubicBezTo>
                    <a:pt x="2143" y="2121"/>
                    <a:pt x="2310" y="2431"/>
                    <a:pt x="2382" y="2764"/>
                  </a:cubicBezTo>
                  <a:cubicBezTo>
                    <a:pt x="2429" y="2931"/>
                    <a:pt x="1715" y="3050"/>
                    <a:pt x="1572" y="3050"/>
                  </a:cubicBezTo>
                  <a:cubicBezTo>
                    <a:pt x="1511" y="3058"/>
                    <a:pt x="1450" y="3062"/>
                    <a:pt x="1390" y="3062"/>
                  </a:cubicBezTo>
                  <a:cubicBezTo>
                    <a:pt x="1102" y="3062"/>
                    <a:pt x="832" y="2970"/>
                    <a:pt x="595" y="2812"/>
                  </a:cubicBezTo>
                  <a:cubicBezTo>
                    <a:pt x="595" y="2788"/>
                    <a:pt x="595" y="2764"/>
                    <a:pt x="595" y="2764"/>
                  </a:cubicBezTo>
                  <a:cubicBezTo>
                    <a:pt x="619" y="2669"/>
                    <a:pt x="643" y="2574"/>
                    <a:pt x="667" y="2479"/>
                  </a:cubicBezTo>
                  <a:cubicBezTo>
                    <a:pt x="762" y="2240"/>
                    <a:pt x="905" y="2026"/>
                    <a:pt x="1072" y="1836"/>
                  </a:cubicBezTo>
                  <a:close/>
                  <a:moveTo>
                    <a:pt x="1502" y="1"/>
                  </a:moveTo>
                  <a:cubicBezTo>
                    <a:pt x="974" y="1"/>
                    <a:pt x="523" y="398"/>
                    <a:pt x="476" y="931"/>
                  </a:cubicBezTo>
                  <a:cubicBezTo>
                    <a:pt x="453" y="1169"/>
                    <a:pt x="524" y="1407"/>
                    <a:pt x="691" y="1574"/>
                  </a:cubicBezTo>
                  <a:cubicBezTo>
                    <a:pt x="381" y="1931"/>
                    <a:pt x="0" y="2526"/>
                    <a:pt x="119" y="2955"/>
                  </a:cubicBezTo>
                  <a:cubicBezTo>
                    <a:pt x="238" y="3384"/>
                    <a:pt x="1072" y="3526"/>
                    <a:pt x="1429" y="3550"/>
                  </a:cubicBezTo>
                  <a:cubicBezTo>
                    <a:pt x="1456" y="3552"/>
                    <a:pt x="1484" y="3553"/>
                    <a:pt x="1514" y="3553"/>
                  </a:cubicBezTo>
                  <a:cubicBezTo>
                    <a:pt x="1917" y="3553"/>
                    <a:pt x="2611" y="3401"/>
                    <a:pt x="2810" y="3003"/>
                  </a:cubicBezTo>
                  <a:cubicBezTo>
                    <a:pt x="3001" y="2574"/>
                    <a:pt x="2596" y="1931"/>
                    <a:pt x="2263" y="1550"/>
                  </a:cubicBezTo>
                  <a:cubicBezTo>
                    <a:pt x="2405" y="1359"/>
                    <a:pt x="2453" y="1121"/>
                    <a:pt x="2453" y="859"/>
                  </a:cubicBezTo>
                  <a:cubicBezTo>
                    <a:pt x="2429" y="383"/>
                    <a:pt x="2024" y="2"/>
                    <a:pt x="1548" y="2"/>
                  </a:cubicBezTo>
                  <a:cubicBezTo>
                    <a:pt x="1533" y="1"/>
                    <a:pt x="1517" y="1"/>
                    <a:pt x="15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1775600" y="2447875"/>
              <a:ext cx="69925" cy="19450"/>
            </a:xfrm>
            <a:custGeom>
              <a:rect b="b" l="l" r="r" t="t"/>
              <a:pathLst>
                <a:path extrusionOk="0" h="778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6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5" y="463"/>
                  </a:cubicBezTo>
                  <a:cubicBezTo>
                    <a:pt x="1293" y="463"/>
                    <a:pt x="1453" y="659"/>
                    <a:pt x="1633" y="727"/>
                  </a:cubicBezTo>
                  <a:cubicBezTo>
                    <a:pt x="1747" y="762"/>
                    <a:pt x="1860" y="778"/>
                    <a:pt x="1973" y="778"/>
                  </a:cubicBezTo>
                  <a:cubicBezTo>
                    <a:pt x="2167" y="778"/>
                    <a:pt x="2357" y="731"/>
                    <a:pt x="2538" y="656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1775600" y="2483600"/>
              <a:ext cx="69925" cy="19750"/>
            </a:xfrm>
            <a:custGeom>
              <a:rect b="b" l="l" r="r" t="t"/>
              <a:pathLst>
                <a:path extrusionOk="0" h="790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5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4" y="463"/>
                  </a:cubicBezTo>
                  <a:cubicBezTo>
                    <a:pt x="1293" y="463"/>
                    <a:pt x="1453" y="660"/>
                    <a:pt x="1633" y="751"/>
                  </a:cubicBezTo>
                  <a:cubicBezTo>
                    <a:pt x="1744" y="776"/>
                    <a:pt x="1855" y="790"/>
                    <a:pt x="1965" y="790"/>
                  </a:cubicBezTo>
                  <a:cubicBezTo>
                    <a:pt x="2162" y="790"/>
                    <a:pt x="2355" y="747"/>
                    <a:pt x="2538" y="655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1708425" y="2525550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8"/>
                  </a:cubicBezTo>
                  <a:cubicBezTo>
                    <a:pt x="1" y="579"/>
                    <a:pt x="141" y="889"/>
                    <a:pt x="350" y="889"/>
                  </a:cubicBezTo>
                  <a:cubicBezTo>
                    <a:pt x="386" y="889"/>
                    <a:pt x="424" y="880"/>
                    <a:pt x="462" y="859"/>
                  </a:cubicBezTo>
                  <a:cubicBezTo>
                    <a:pt x="819" y="668"/>
                    <a:pt x="1224" y="525"/>
                    <a:pt x="1653" y="478"/>
                  </a:cubicBezTo>
                  <a:cubicBezTo>
                    <a:pt x="1678" y="475"/>
                    <a:pt x="1702" y="474"/>
                    <a:pt x="1726" y="474"/>
                  </a:cubicBezTo>
                  <a:cubicBezTo>
                    <a:pt x="2162" y="474"/>
                    <a:pt x="2460" y="866"/>
                    <a:pt x="2844" y="1002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2" y="1096"/>
                    <a:pt x="4047" y="966"/>
                    <a:pt x="4439" y="835"/>
                  </a:cubicBezTo>
                  <a:cubicBezTo>
                    <a:pt x="4698" y="749"/>
                    <a:pt x="4625" y="369"/>
                    <a:pt x="4396" y="369"/>
                  </a:cubicBezTo>
                  <a:cubicBezTo>
                    <a:pt x="4373" y="369"/>
                    <a:pt x="4347" y="374"/>
                    <a:pt x="4320" y="383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3"/>
                    <a:pt x="2772" y="430"/>
                  </a:cubicBezTo>
                  <a:cubicBezTo>
                    <a:pt x="2510" y="263"/>
                    <a:pt x="2201" y="121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77" name="Google Shape;7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011150" y="3560301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4"/>
          <p:cNvSpPr txBox="1"/>
          <p:nvPr>
            <p:ph type="title"/>
          </p:nvPr>
        </p:nvSpPr>
        <p:spPr>
          <a:xfrm>
            <a:off x="90747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False Positive</a:t>
            </a:r>
            <a:endParaRPr/>
          </a:p>
        </p:txBody>
      </p:sp>
      <p:sp>
        <p:nvSpPr>
          <p:cNvPr id="783" name="Google Shape;783;p24"/>
          <p:cNvSpPr txBox="1"/>
          <p:nvPr>
            <p:ph idx="1" type="subTitle"/>
          </p:nvPr>
        </p:nvSpPr>
        <p:spPr>
          <a:xfrm>
            <a:off x="113785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We warn, the order arrives on time</a:t>
            </a:r>
            <a:endParaRPr/>
          </a:p>
        </p:txBody>
      </p:sp>
      <p:sp>
        <p:nvSpPr>
          <p:cNvPr id="784" name="Google Shape;784;p24"/>
          <p:cNvSpPr txBox="1"/>
          <p:nvPr>
            <p:ph idx="2" type="title"/>
          </p:nvPr>
        </p:nvSpPr>
        <p:spPr>
          <a:xfrm>
            <a:off x="531873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False Negative</a:t>
            </a:r>
            <a:endParaRPr/>
          </a:p>
        </p:txBody>
      </p:sp>
      <p:sp>
        <p:nvSpPr>
          <p:cNvPr id="785" name="Google Shape;785;p24"/>
          <p:cNvSpPr txBox="1"/>
          <p:nvPr>
            <p:ph idx="3" type="subTitle"/>
          </p:nvPr>
        </p:nvSpPr>
        <p:spPr>
          <a:xfrm>
            <a:off x="554912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We stay silent, the order is late</a:t>
            </a:r>
            <a:endParaRPr/>
          </a:p>
        </p:txBody>
      </p:sp>
      <p:pic>
        <p:nvPicPr>
          <p:cNvPr id="786" name="Google Shape;786;p24"/>
          <p:cNvPicPr preferRelativeResize="0"/>
          <p:nvPr/>
        </p:nvPicPr>
        <p:blipFill rotWithShape="1">
          <a:blip r:embed="rId3">
            <a:alphaModFix/>
          </a:blip>
          <a:srcRect b="0" l="30777" r="0" t="0"/>
          <a:stretch/>
        </p:blipFill>
        <p:spPr>
          <a:xfrm>
            <a:off x="1506575" y="904875"/>
            <a:ext cx="1719600" cy="16581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787" name="Google Shape;787;p24"/>
          <p:cNvSpPr/>
          <p:nvPr/>
        </p:nvSpPr>
        <p:spPr>
          <a:xfrm>
            <a:off x="1506586" y="675208"/>
            <a:ext cx="1253610" cy="738785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8" name="Google Shape;788;p24"/>
          <p:cNvPicPr preferRelativeResize="0"/>
          <p:nvPr/>
        </p:nvPicPr>
        <p:blipFill rotWithShape="1">
          <a:blip r:embed="rId4">
            <a:alphaModFix/>
          </a:blip>
          <a:srcRect b="0" l="15417" r="15417" t="0"/>
          <a:stretch/>
        </p:blipFill>
        <p:spPr>
          <a:xfrm>
            <a:off x="5917825" y="904875"/>
            <a:ext cx="1719600" cy="16581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789" name="Google Shape;789;p24"/>
          <p:cNvSpPr/>
          <p:nvPr/>
        </p:nvSpPr>
        <p:spPr>
          <a:xfrm rot="1736031">
            <a:off x="6283366" y="675218"/>
            <a:ext cx="1253589" cy="738773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5"/>
          <p:cNvSpPr txBox="1"/>
          <p:nvPr>
            <p:ph idx="6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Our Limits</a:t>
            </a:r>
            <a:endParaRPr/>
          </a:p>
        </p:txBody>
      </p:sp>
      <p:grpSp>
        <p:nvGrpSpPr>
          <p:cNvPr id="795" name="Google Shape;795;p25"/>
          <p:cNvGrpSpPr/>
          <p:nvPr/>
        </p:nvGrpSpPr>
        <p:grpSpPr>
          <a:xfrm>
            <a:off x="1448811" y="1982208"/>
            <a:ext cx="2140289" cy="2169401"/>
            <a:chOff x="-331425" y="1579700"/>
            <a:chExt cx="1880250" cy="1905825"/>
          </a:xfrm>
        </p:grpSpPr>
        <p:sp>
          <p:nvSpPr>
            <p:cNvPr id="796" name="Google Shape;796;p25"/>
            <p:cNvSpPr/>
            <p:nvPr/>
          </p:nvSpPr>
          <p:spPr>
            <a:xfrm>
              <a:off x="-72650" y="1864050"/>
              <a:ext cx="1621475" cy="1621475"/>
            </a:xfrm>
            <a:custGeom>
              <a:rect b="b" l="l" r="r" t="t"/>
              <a:pathLst>
                <a:path extrusionOk="0" h="64859" w="64859">
                  <a:moveTo>
                    <a:pt x="7060" y="1"/>
                  </a:moveTo>
                  <a:lnTo>
                    <a:pt x="1" y="57794"/>
                  </a:lnTo>
                  <a:lnTo>
                    <a:pt x="57800" y="64858"/>
                  </a:lnTo>
                  <a:lnTo>
                    <a:pt x="64858" y="7060"/>
                  </a:lnTo>
                  <a:lnTo>
                    <a:pt x="58170" y="6238"/>
                  </a:lnTo>
                  <a:lnTo>
                    <a:pt x="58170" y="6238"/>
                  </a:lnTo>
                  <a:cubicBezTo>
                    <a:pt x="59249" y="7937"/>
                    <a:pt x="58324" y="10802"/>
                    <a:pt x="55874" y="10802"/>
                  </a:cubicBezTo>
                  <a:cubicBezTo>
                    <a:pt x="55742" y="10802"/>
                    <a:pt x="55605" y="10794"/>
                    <a:pt x="55465" y="10777"/>
                  </a:cubicBezTo>
                  <a:cubicBezTo>
                    <a:pt x="52716" y="10439"/>
                    <a:pt x="52395" y="7185"/>
                    <a:pt x="53935" y="5721"/>
                  </a:cubicBezTo>
                  <a:lnTo>
                    <a:pt x="48068" y="5008"/>
                  </a:lnTo>
                  <a:lnTo>
                    <a:pt x="48068" y="5008"/>
                  </a:lnTo>
                  <a:cubicBezTo>
                    <a:pt x="48897" y="6661"/>
                    <a:pt x="47978" y="9180"/>
                    <a:pt x="45724" y="9180"/>
                  </a:cubicBezTo>
                  <a:cubicBezTo>
                    <a:pt x="45596" y="9180"/>
                    <a:pt x="45463" y="9172"/>
                    <a:pt x="45325" y="9155"/>
                  </a:cubicBezTo>
                  <a:cubicBezTo>
                    <a:pt x="42784" y="8845"/>
                    <a:pt x="42397" y="5955"/>
                    <a:pt x="43671" y="4464"/>
                  </a:cubicBezTo>
                  <a:lnTo>
                    <a:pt x="37369" y="3702"/>
                  </a:lnTo>
                  <a:lnTo>
                    <a:pt x="37369" y="3702"/>
                  </a:lnTo>
                  <a:cubicBezTo>
                    <a:pt x="37603" y="3974"/>
                    <a:pt x="37782" y="4284"/>
                    <a:pt x="37907" y="4621"/>
                  </a:cubicBezTo>
                  <a:cubicBezTo>
                    <a:pt x="38098" y="5062"/>
                    <a:pt x="38169" y="5547"/>
                    <a:pt x="38109" y="6026"/>
                  </a:cubicBezTo>
                  <a:lnTo>
                    <a:pt x="37929" y="6728"/>
                  </a:lnTo>
                  <a:cubicBezTo>
                    <a:pt x="37487" y="7799"/>
                    <a:pt x="36466" y="8409"/>
                    <a:pt x="35415" y="8409"/>
                  </a:cubicBezTo>
                  <a:cubicBezTo>
                    <a:pt x="34849" y="8409"/>
                    <a:pt x="34274" y="8232"/>
                    <a:pt x="33777" y="7854"/>
                  </a:cubicBezTo>
                  <a:cubicBezTo>
                    <a:pt x="33472" y="7647"/>
                    <a:pt x="33211" y="7392"/>
                    <a:pt x="32998" y="7092"/>
                  </a:cubicBezTo>
                  <a:cubicBezTo>
                    <a:pt x="32558" y="6494"/>
                    <a:pt x="32340" y="5802"/>
                    <a:pt x="32432" y="5051"/>
                  </a:cubicBezTo>
                  <a:cubicBezTo>
                    <a:pt x="32519" y="4333"/>
                    <a:pt x="32884" y="3674"/>
                    <a:pt x="33450" y="3223"/>
                  </a:cubicBezTo>
                  <a:lnTo>
                    <a:pt x="26761" y="2406"/>
                  </a:lnTo>
                  <a:lnTo>
                    <a:pt x="26761" y="2406"/>
                  </a:lnTo>
                  <a:cubicBezTo>
                    <a:pt x="27618" y="4006"/>
                    <a:pt x="26733" y="6506"/>
                    <a:pt x="24519" y="6506"/>
                  </a:cubicBezTo>
                  <a:cubicBezTo>
                    <a:pt x="24398" y="6506"/>
                    <a:pt x="24273" y="6498"/>
                    <a:pt x="24144" y="6483"/>
                  </a:cubicBezTo>
                  <a:cubicBezTo>
                    <a:pt x="21662" y="6178"/>
                    <a:pt x="21303" y="3315"/>
                    <a:pt x="22587" y="1895"/>
                  </a:cubicBezTo>
                  <a:lnTo>
                    <a:pt x="17493" y="1274"/>
                  </a:lnTo>
                  <a:lnTo>
                    <a:pt x="17493" y="1274"/>
                  </a:lnTo>
                  <a:cubicBezTo>
                    <a:pt x="17536" y="1405"/>
                    <a:pt x="17564" y="1541"/>
                    <a:pt x="17585" y="1677"/>
                  </a:cubicBezTo>
                  <a:cubicBezTo>
                    <a:pt x="17607" y="2194"/>
                    <a:pt x="17651" y="2787"/>
                    <a:pt x="17389" y="3266"/>
                  </a:cubicBezTo>
                  <a:cubicBezTo>
                    <a:pt x="17134" y="3729"/>
                    <a:pt x="16927" y="4164"/>
                    <a:pt x="16464" y="4469"/>
                  </a:cubicBezTo>
                  <a:cubicBezTo>
                    <a:pt x="16002" y="4779"/>
                    <a:pt x="15577" y="5030"/>
                    <a:pt x="15011" y="5089"/>
                  </a:cubicBezTo>
                  <a:cubicBezTo>
                    <a:pt x="14876" y="5109"/>
                    <a:pt x="14739" y="5118"/>
                    <a:pt x="14603" y="5118"/>
                  </a:cubicBezTo>
                  <a:cubicBezTo>
                    <a:pt x="14237" y="5118"/>
                    <a:pt x="13872" y="5049"/>
                    <a:pt x="13531" y="4910"/>
                  </a:cubicBezTo>
                  <a:cubicBezTo>
                    <a:pt x="11838" y="4213"/>
                    <a:pt x="11256" y="2112"/>
                    <a:pt x="12355" y="648"/>
                  </a:cubicBezTo>
                  <a:lnTo>
                    <a:pt x="7060" y="1"/>
                  </a:lnTo>
                  <a:close/>
                </a:path>
              </a:pathLst>
            </a:custGeom>
            <a:solidFill>
              <a:schemeClr val="dk1">
                <a:alpha val="2666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5"/>
            <p:cNvSpPr/>
            <p:nvPr/>
          </p:nvSpPr>
          <p:spPr>
            <a:xfrm>
              <a:off x="-82425" y="1854000"/>
              <a:ext cx="1621450" cy="1621725"/>
            </a:xfrm>
            <a:custGeom>
              <a:rect b="b" l="l" r="r" t="t"/>
              <a:pathLst>
                <a:path extrusionOk="0" h="64869" w="64858">
                  <a:moveTo>
                    <a:pt x="7064" y="0"/>
                  </a:moveTo>
                  <a:lnTo>
                    <a:pt x="0" y="57810"/>
                  </a:lnTo>
                  <a:lnTo>
                    <a:pt x="57799" y="64868"/>
                  </a:lnTo>
                  <a:lnTo>
                    <a:pt x="64857" y="7064"/>
                  </a:lnTo>
                  <a:lnTo>
                    <a:pt x="58169" y="6248"/>
                  </a:lnTo>
                  <a:lnTo>
                    <a:pt x="58169" y="6248"/>
                  </a:lnTo>
                  <a:cubicBezTo>
                    <a:pt x="59248" y="7947"/>
                    <a:pt x="58323" y="10812"/>
                    <a:pt x="55873" y="10812"/>
                  </a:cubicBezTo>
                  <a:cubicBezTo>
                    <a:pt x="55741" y="10812"/>
                    <a:pt x="55605" y="10804"/>
                    <a:pt x="55464" y="10787"/>
                  </a:cubicBezTo>
                  <a:cubicBezTo>
                    <a:pt x="52715" y="10449"/>
                    <a:pt x="52394" y="7195"/>
                    <a:pt x="53935" y="5731"/>
                  </a:cubicBezTo>
                  <a:lnTo>
                    <a:pt x="48068" y="5018"/>
                  </a:lnTo>
                  <a:lnTo>
                    <a:pt x="48068" y="5018"/>
                  </a:lnTo>
                  <a:cubicBezTo>
                    <a:pt x="48897" y="6671"/>
                    <a:pt x="47982" y="9190"/>
                    <a:pt x="45724" y="9190"/>
                  </a:cubicBezTo>
                  <a:cubicBezTo>
                    <a:pt x="45595" y="9190"/>
                    <a:pt x="45462" y="9182"/>
                    <a:pt x="45325" y="9165"/>
                  </a:cubicBezTo>
                  <a:cubicBezTo>
                    <a:pt x="42783" y="8849"/>
                    <a:pt x="42397" y="5965"/>
                    <a:pt x="43670" y="4474"/>
                  </a:cubicBezTo>
                  <a:lnTo>
                    <a:pt x="37368" y="3701"/>
                  </a:lnTo>
                  <a:lnTo>
                    <a:pt x="37368" y="3701"/>
                  </a:lnTo>
                  <a:cubicBezTo>
                    <a:pt x="37602" y="3973"/>
                    <a:pt x="37781" y="4289"/>
                    <a:pt x="37907" y="4621"/>
                  </a:cubicBezTo>
                  <a:cubicBezTo>
                    <a:pt x="38097" y="5061"/>
                    <a:pt x="38168" y="5551"/>
                    <a:pt x="38108" y="6025"/>
                  </a:cubicBezTo>
                  <a:cubicBezTo>
                    <a:pt x="38048" y="6264"/>
                    <a:pt x="37988" y="6498"/>
                    <a:pt x="37928" y="6732"/>
                  </a:cubicBezTo>
                  <a:cubicBezTo>
                    <a:pt x="37486" y="7801"/>
                    <a:pt x="36463" y="8410"/>
                    <a:pt x="35412" y="8410"/>
                  </a:cubicBezTo>
                  <a:cubicBezTo>
                    <a:pt x="34846" y="8410"/>
                    <a:pt x="34272" y="8234"/>
                    <a:pt x="33776" y="7859"/>
                  </a:cubicBezTo>
                  <a:cubicBezTo>
                    <a:pt x="33471" y="7652"/>
                    <a:pt x="33210" y="7396"/>
                    <a:pt x="32998" y="7097"/>
                  </a:cubicBezTo>
                  <a:cubicBezTo>
                    <a:pt x="32557" y="6498"/>
                    <a:pt x="32339" y="5802"/>
                    <a:pt x="32432" y="5056"/>
                  </a:cubicBezTo>
                  <a:cubicBezTo>
                    <a:pt x="32519" y="4332"/>
                    <a:pt x="32889" y="3679"/>
                    <a:pt x="33455" y="3222"/>
                  </a:cubicBezTo>
                  <a:lnTo>
                    <a:pt x="26766" y="2406"/>
                  </a:lnTo>
                  <a:lnTo>
                    <a:pt x="26766" y="2406"/>
                  </a:lnTo>
                  <a:cubicBezTo>
                    <a:pt x="27623" y="4005"/>
                    <a:pt x="26737" y="6505"/>
                    <a:pt x="24523" y="6505"/>
                  </a:cubicBezTo>
                  <a:cubicBezTo>
                    <a:pt x="24402" y="6505"/>
                    <a:pt x="24277" y="6497"/>
                    <a:pt x="24148" y="6482"/>
                  </a:cubicBezTo>
                  <a:cubicBezTo>
                    <a:pt x="21666" y="6177"/>
                    <a:pt x="21307" y="3320"/>
                    <a:pt x="22592" y="1899"/>
                  </a:cubicBezTo>
                  <a:lnTo>
                    <a:pt x="17497" y="1274"/>
                  </a:lnTo>
                  <a:lnTo>
                    <a:pt x="17497" y="1274"/>
                  </a:lnTo>
                  <a:cubicBezTo>
                    <a:pt x="17541" y="1410"/>
                    <a:pt x="17568" y="1540"/>
                    <a:pt x="17590" y="1676"/>
                  </a:cubicBezTo>
                  <a:cubicBezTo>
                    <a:pt x="17612" y="2193"/>
                    <a:pt x="17655" y="2787"/>
                    <a:pt x="17394" y="3265"/>
                  </a:cubicBezTo>
                  <a:cubicBezTo>
                    <a:pt x="17138" y="3728"/>
                    <a:pt x="16931" y="4163"/>
                    <a:pt x="16469" y="4474"/>
                  </a:cubicBezTo>
                  <a:cubicBezTo>
                    <a:pt x="16006" y="4778"/>
                    <a:pt x="15582" y="5029"/>
                    <a:pt x="15016" y="5089"/>
                  </a:cubicBezTo>
                  <a:cubicBezTo>
                    <a:pt x="14879" y="5110"/>
                    <a:pt x="14741" y="5120"/>
                    <a:pt x="14604" y="5120"/>
                  </a:cubicBezTo>
                  <a:cubicBezTo>
                    <a:pt x="14238" y="5120"/>
                    <a:pt x="13875" y="5047"/>
                    <a:pt x="13535" y="4909"/>
                  </a:cubicBezTo>
                  <a:cubicBezTo>
                    <a:pt x="11843" y="4218"/>
                    <a:pt x="11260" y="2112"/>
                    <a:pt x="12360" y="648"/>
                  </a:cubicBezTo>
                  <a:lnTo>
                    <a:pt x="70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2863" rotWithShape="0" algn="bl" dir="2160000" dist="3810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5"/>
            <p:cNvSpPr/>
            <p:nvPr/>
          </p:nvSpPr>
          <p:spPr>
            <a:xfrm>
              <a:off x="-331425" y="1579700"/>
              <a:ext cx="1101300" cy="649025"/>
            </a:xfrm>
            <a:custGeom>
              <a:rect b="b" l="l" r="r" t="t"/>
              <a:pathLst>
                <a:path extrusionOk="0" h="25961" w="44052">
                  <a:moveTo>
                    <a:pt x="40035" y="0"/>
                  </a:moveTo>
                  <a:lnTo>
                    <a:pt x="0" y="15402"/>
                  </a:lnTo>
                  <a:cubicBezTo>
                    <a:pt x="0" y="15402"/>
                    <a:pt x="1513" y="15761"/>
                    <a:pt x="1873" y="16638"/>
                  </a:cubicBezTo>
                  <a:cubicBezTo>
                    <a:pt x="2237" y="17514"/>
                    <a:pt x="1524" y="18526"/>
                    <a:pt x="1524" y="18526"/>
                  </a:cubicBezTo>
                  <a:cubicBezTo>
                    <a:pt x="1524" y="18526"/>
                    <a:pt x="2999" y="18885"/>
                    <a:pt x="3380" y="19816"/>
                  </a:cubicBezTo>
                  <a:cubicBezTo>
                    <a:pt x="3767" y="20752"/>
                    <a:pt x="2885" y="22439"/>
                    <a:pt x="2885" y="22439"/>
                  </a:cubicBezTo>
                  <a:cubicBezTo>
                    <a:pt x="2885" y="22439"/>
                    <a:pt x="4447" y="23011"/>
                    <a:pt x="4703" y="23631"/>
                  </a:cubicBezTo>
                  <a:cubicBezTo>
                    <a:pt x="4958" y="24252"/>
                    <a:pt x="4327" y="25960"/>
                    <a:pt x="4327" y="25960"/>
                  </a:cubicBezTo>
                  <a:lnTo>
                    <a:pt x="44051" y="10684"/>
                  </a:lnTo>
                  <a:cubicBezTo>
                    <a:pt x="41510" y="9791"/>
                    <a:pt x="42609" y="7168"/>
                    <a:pt x="42609" y="7168"/>
                  </a:cubicBezTo>
                  <a:cubicBezTo>
                    <a:pt x="42609" y="7168"/>
                    <a:pt x="41521" y="6466"/>
                    <a:pt x="41047" y="5753"/>
                  </a:cubicBezTo>
                  <a:cubicBezTo>
                    <a:pt x="40574" y="5040"/>
                    <a:pt x="41434" y="3418"/>
                    <a:pt x="41434" y="3418"/>
                  </a:cubicBezTo>
                  <a:cubicBezTo>
                    <a:pt x="41434" y="3418"/>
                    <a:pt x="39806" y="2993"/>
                    <a:pt x="39491" y="2221"/>
                  </a:cubicBezTo>
                  <a:cubicBezTo>
                    <a:pt x="39175" y="1442"/>
                    <a:pt x="40035" y="0"/>
                    <a:pt x="40035" y="0"/>
                  </a:cubicBezTo>
                  <a:close/>
                </a:path>
              </a:pathLst>
            </a:custGeom>
            <a:solidFill>
              <a:schemeClr val="dk1">
                <a:alpha val="2666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9" name="Google Shape;799;p25"/>
          <p:cNvSpPr txBox="1"/>
          <p:nvPr>
            <p:ph idx="4294967295" type="body"/>
          </p:nvPr>
        </p:nvSpPr>
        <p:spPr>
          <a:xfrm rot="390862">
            <a:off x="1931498" y="2725345"/>
            <a:ext cx="1438488" cy="113140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dk2"/>
                </a:solidFill>
              </a:rPr>
              <a:t>Know the box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800" name="Google Shape;800;p25"/>
          <p:cNvSpPr txBox="1"/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Compute</a:t>
            </a:r>
            <a:endParaRPr/>
          </a:p>
        </p:txBody>
      </p:sp>
      <p:sp>
        <p:nvSpPr>
          <p:cNvPr id="801" name="Google Shape;801;p25"/>
          <p:cNvSpPr txBox="1"/>
          <p:nvPr>
            <p:ph idx="1" type="subTitle"/>
          </p:nvPr>
        </p:nvSpPr>
        <p:spPr>
          <a:xfrm>
            <a:off x="6013614" y="1199352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CPU only · No GPU</a:t>
            </a:r>
            <a:endParaRPr/>
          </a:p>
        </p:txBody>
      </p:sp>
      <p:sp>
        <p:nvSpPr>
          <p:cNvPr id="802" name="Google Shape;802;p25"/>
          <p:cNvSpPr txBox="1"/>
          <p:nvPr>
            <p:ph idx="2" type="title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Hosting</a:t>
            </a:r>
            <a:endParaRPr/>
          </a:p>
        </p:txBody>
      </p:sp>
      <p:sp>
        <p:nvSpPr>
          <p:cNvPr id="803" name="Google Shape;803;p25"/>
          <p:cNvSpPr txBox="1"/>
          <p:nvPr>
            <p:ph idx="3" type="subTitle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On-prem · No cloud</a:t>
            </a:r>
            <a:endParaRPr/>
          </a:p>
        </p:txBody>
      </p:sp>
      <p:sp>
        <p:nvSpPr>
          <p:cNvPr id="804" name="Google Shape;804;p25"/>
          <p:cNvSpPr txBox="1"/>
          <p:nvPr>
            <p:ph idx="4" type="title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805" name="Google Shape;805;p25"/>
          <p:cNvSpPr txBox="1"/>
          <p:nvPr>
            <p:ph idx="5" type="subTitle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LLM · Keep it simple</a:t>
            </a:r>
            <a:endParaRPr/>
          </a:p>
        </p:txBody>
      </p:sp>
      <p:grpSp>
        <p:nvGrpSpPr>
          <p:cNvPr id="806" name="Google Shape;806;p25"/>
          <p:cNvGrpSpPr/>
          <p:nvPr/>
        </p:nvGrpSpPr>
        <p:grpSpPr>
          <a:xfrm>
            <a:off x="5172077" y="1048595"/>
            <a:ext cx="611754" cy="643200"/>
            <a:chOff x="1183375" y="2536600"/>
            <a:chExt cx="1060600" cy="1114925"/>
          </a:xfrm>
        </p:grpSpPr>
        <p:sp>
          <p:nvSpPr>
            <p:cNvPr id="807" name="Google Shape;807;p25"/>
            <p:cNvSpPr/>
            <p:nvPr/>
          </p:nvSpPr>
          <p:spPr>
            <a:xfrm>
              <a:off x="1393275" y="2759625"/>
              <a:ext cx="850700" cy="891900"/>
            </a:xfrm>
            <a:custGeom>
              <a:rect b="b" l="l" r="r" t="t"/>
              <a:pathLst>
                <a:path extrusionOk="0" h="35676" w="34028">
                  <a:moveTo>
                    <a:pt x="7050" y="3261"/>
                  </a:moveTo>
                  <a:cubicBezTo>
                    <a:pt x="5550" y="4510"/>
                    <a:pt x="4275" y="6086"/>
                    <a:pt x="3456" y="7646"/>
                  </a:cubicBezTo>
                  <a:cubicBezTo>
                    <a:pt x="1581" y="11215"/>
                    <a:pt x="2769" y="16037"/>
                    <a:pt x="5426" y="19346"/>
                  </a:cubicBezTo>
                  <a:cubicBezTo>
                    <a:pt x="5373" y="19294"/>
                    <a:pt x="5318" y="19243"/>
                    <a:pt x="5266" y="19190"/>
                  </a:cubicBezTo>
                  <a:cubicBezTo>
                    <a:pt x="3529" y="17393"/>
                    <a:pt x="2597" y="14904"/>
                    <a:pt x="2490" y="12427"/>
                  </a:cubicBezTo>
                  <a:cubicBezTo>
                    <a:pt x="2328" y="8626"/>
                    <a:pt x="4066" y="5198"/>
                    <a:pt x="7050" y="3261"/>
                  </a:cubicBezTo>
                  <a:close/>
                  <a:moveTo>
                    <a:pt x="12872" y="1594"/>
                  </a:moveTo>
                  <a:cubicBezTo>
                    <a:pt x="17362" y="1594"/>
                    <a:pt x="21289" y="4320"/>
                    <a:pt x="23215" y="8558"/>
                  </a:cubicBezTo>
                  <a:cubicBezTo>
                    <a:pt x="24531" y="11450"/>
                    <a:pt x="24911" y="14570"/>
                    <a:pt x="25312" y="17686"/>
                  </a:cubicBezTo>
                  <a:cubicBezTo>
                    <a:pt x="25632" y="20187"/>
                    <a:pt x="26126" y="22619"/>
                    <a:pt x="27636" y="24638"/>
                  </a:cubicBezTo>
                  <a:cubicBezTo>
                    <a:pt x="27210" y="25057"/>
                    <a:pt x="26813" y="25609"/>
                    <a:pt x="26440" y="26086"/>
                  </a:cubicBezTo>
                  <a:cubicBezTo>
                    <a:pt x="24902" y="23863"/>
                    <a:pt x="23078" y="21809"/>
                    <a:pt x="21412" y="19679"/>
                  </a:cubicBezTo>
                  <a:cubicBezTo>
                    <a:pt x="19699" y="17487"/>
                    <a:pt x="18109" y="14675"/>
                    <a:pt x="15926" y="12927"/>
                  </a:cubicBezTo>
                  <a:cubicBezTo>
                    <a:pt x="15858" y="12873"/>
                    <a:pt x="15784" y="12849"/>
                    <a:pt x="15714" y="12849"/>
                  </a:cubicBezTo>
                  <a:cubicBezTo>
                    <a:pt x="15506" y="12849"/>
                    <a:pt x="15331" y="13055"/>
                    <a:pt x="15448" y="13295"/>
                  </a:cubicBezTo>
                  <a:cubicBezTo>
                    <a:pt x="16616" y="15684"/>
                    <a:pt x="18827" y="17675"/>
                    <a:pt x="20505" y="19712"/>
                  </a:cubicBezTo>
                  <a:cubicBezTo>
                    <a:pt x="22338" y="21940"/>
                    <a:pt x="24054" y="24326"/>
                    <a:pt x="26013" y="26442"/>
                  </a:cubicBezTo>
                  <a:cubicBezTo>
                    <a:pt x="26037" y="26468"/>
                    <a:pt x="26065" y="26488"/>
                    <a:pt x="26097" y="26503"/>
                  </a:cubicBezTo>
                  <a:lnTo>
                    <a:pt x="26096" y="26504"/>
                  </a:lnTo>
                  <a:cubicBezTo>
                    <a:pt x="25736" y="26915"/>
                    <a:pt x="25293" y="27348"/>
                    <a:pt x="24854" y="27802"/>
                  </a:cubicBezTo>
                  <a:cubicBezTo>
                    <a:pt x="24840" y="27734"/>
                    <a:pt x="24803" y="27675"/>
                    <a:pt x="24747" y="27632"/>
                  </a:cubicBezTo>
                  <a:cubicBezTo>
                    <a:pt x="23632" y="26743"/>
                    <a:pt x="22473" y="25958"/>
                    <a:pt x="21485" y="24915"/>
                  </a:cubicBezTo>
                  <a:cubicBezTo>
                    <a:pt x="20557" y="23934"/>
                    <a:pt x="19757" y="22841"/>
                    <a:pt x="18913" y="21790"/>
                  </a:cubicBezTo>
                  <a:cubicBezTo>
                    <a:pt x="17213" y="19678"/>
                    <a:pt x="15464" y="17264"/>
                    <a:pt x="13199" y="15723"/>
                  </a:cubicBezTo>
                  <a:cubicBezTo>
                    <a:pt x="13148" y="15688"/>
                    <a:pt x="13091" y="15673"/>
                    <a:pt x="13036" y="15673"/>
                  </a:cubicBezTo>
                  <a:cubicBezTo>
                    <a:pt x="12787" y="15673"/>
                    <a:pt x="12543" y="15976"/>
                    <a:pt x="12717" y="16206"/>
                  </a:cubicBezTo>
                  <a:cubicBezTo>
                    <a:pt x="14441" y="18486"/>
                    <a:pt x="16715" y="20352"/>
                    <a:pt x="18522" y="22581"/>
                  </a:cubicBezTo>
                  <a:cubicBezTo>
                    <a:pt x="20195" y="24645"/>
                    <a:pt x="21902" y="26941"/>
                    <a:pt x="24320" y="28186"/>
                  </a:cubicBezTo>
                  <a:cubicBezTo>
                    <a:pt x="24364" y="28208"/>
                    <a:pt x="24412" y="28221"/>
                    <a:pt x="24461" y="28221"/>
                  </a:cubicBezTo>
                  <a:cubicBezTo>
                    <a:pt x="24065" y="28658"/>
                    <a:pt x="23695" y="29112"/>
                    <a:pt x="23428" y="29587"/>
                  </a:cubicBezTo>
                  <a:cubicBezTo>
                    <a:pt x="21392" y="26023"/>
                    <a:pt x="16324" y="24531"/>
                    <a:pt x="12758" y="23278"/>
                  </a:cubicBezTo>
                  <a:cubicBezTo>
                    <a:pt x="11285" y="22760"/>
                    <a:pt x="9776" y="22205"/>
                    <a:pt x="8379" y="21462"/>
                  </a:cubicBezTo>
                  <a:cubicBezTo>
                    <a:pt x="4075" y="18540"/>
                    <a:pt x="1276" y="12017"/>
                    <a:pt x="4103" y="7401"/>
                  </a:cubicBezTo>
                  <a:cubicBezTo>
                    <a:pt x="5380" y="5314"/>
                    <a:pt x="7446" y="3169"/>
                    <a:pt x="9759" y="2031"/>
                  </a:cubicBezTo>
                  <a:cubicBezTo>
                    <a:pt x="10018" y="1957"/>
                    <a:pt x="10281" y="1890"/>
                    <a:pt x="10551" y="1834"/>
                  </a:cubicBezTo>
                  <a:cubicBezTo>
                    <a:pt x="11336" y="1672"/>
                    <a:pt x="12112" y="1594"/>
                    <a:pt x="12872" y="1594"/>
                  </a:cubicBezTo>
                  <a:close/>
                  <a:moveTo>
                    <a:pt x="29133" y="26040"/>
                  </a:moveTo>
                  <a:cubicBezTo>
                    <a:pt x="29564" y="26323"/>
                    <a:pt x="29961" y="26654"/>
                    <a:pt x="30318" y="27026"/>
                  </a:cubicBezTo>
                  <a:cubicBezTo>
                    <a:pt x="29283" y="27507"/>
                    <a:pt x="28326" y="28252"/>
                    <a:pt x="27387" y="28869"/>
                  </a:cubicBezTo>
                  <a:cubicBezTo>
                    <a:pt x="26859" y="29217"/>
                    <a:pt x="26292" y="29555"/>
                    <a:pt x="25748" y="29924"/>
                  </a:cubicBezTo>
                  <a:cubicBezTo>
                    <a:pt x="26169" y="29433"/>
                    <a:pt x="26578" y="28931"/>
                    <a:pt x="26993" y="28463"/>
                  </a:cubicBezTo>
                  <a:cubicBezTo>
                    <a:pt x="27709" y="27658"/>
                    <a:pt x="28423" y="26849"/>
                    <a:pt x="29133" y="26040"/>
                  </a:cubicBezTo>
                  <a:close/>
                  <a:moveTo>
                    <a:pt x="28241" y="25335"/>
                  </a:moveTo>
                  <a:cubicBezTo>
                    <a:pt x="28315" y="25383"/>
                    <a:pt x="28401" y="25413"/>
                    <a:pt x="28490" y="25419"/>
                  </a:cubicBezTo>
                  <a:cubicBezTo>
                    <a:pt x="28464" y="25502"/>
                    <a:pt x="28470" y="25592"/>
                    <a:pt x="28527" y="25664"/>
                  </a:cubicBezTo>
                  <a:cubicBezTo>
                    <a:pt x="27790" y="26500"/>
                    <a:pt x="27057" y="27339"/>
                    <a:pt x="26325" y="28180"/>
                  </a:cubicBezTo>
                  <a:cubicBezTo>
                    <a:pt x="25623" y="28987"/>
                    <a:pt x="24828" y="29774"/>
                    <a:pt x="24179" y="30643"/>
                  </a:cubicBezTo>
                  <a:cubicBezTo>
                    <a:pt x="24054" y="30542"/>
                    <a:pt x="23927" y="30447"/>
                    <a:pt x="23798" y="30352"/>
                  </a:cubicBezTo>
                  <a:lnTo>
                    <a:pt x="23797" y="30352"/>
                  </a:lnTo>
                  <a:cubicBezTo>
                    <a:pt x="23778" y="30306"/>
                    <a:pt x="23761" y="30258"/>
                    <a:pt x="23740" y="30212"/>
                  </a:cubicBezTo>
                  <a:cubicBezTo>
                    <a:pt x="24654" y="29614"/>
                    <a:pt x="25367" y="28535"/>
                    <a:pt x="26069" y="27753"/>
                  </a:cubicBezTo>
                  <a:lnTo>
                    <a:pt x="27428" y="26241"/>
                  </a:lnTo>
                  <a:cubicBezTo>
                    <a:pt x="27630" y="26017"/>
                    <a:pt x="27830" y="25793"/>
                    <a:pt x="28032" y="25569"/>
                  </a:cubicBezTo>
                  <a:cubicBezTo>
                    <a:pt x="28101" y="25491"/>
                    <a:pt x="28172" y="25413"/>
                    <a:pt x="28241" y="25335"/>
                  </a:cubicBezTo>
                  <a:close/>
                  <a:moveTo>
                    <a:pt x="30826" y="27651"/>
                  </a:moveTo>
                  <a:cubicBezTo>
                    <a:pt x="30961" y="27858"/>
                    <a:pt x="31094" y="28068"/>
                    <a:pt x="31226" y="28280"/>
                  </a:cubicBezTo>
                  <a:cubicBezTo>
                    <a:pt x="30178" y="28962"/>
                    <a:pt x="29152" y="29677"/>
                    <a:pt x="28117" y="30379"/>
                  </a:cubicBezTo>
                  <a:cubicBezTo>
                    <a:pt x="27342" y="30905"/>
                    <a:pt x="26523" y="31406"/>
                    <a:pt x="25798" y="32010"/>
                  </a:cubicBezTo>
                  <a:cubicBezTo>
                    <a:pt x="25513" y="31764"/>
                    <a:pt x="25227" y="31514"/>
                    <a:pt x="24937" y="31265"/>
                  </a:cubicBezTo>
                  <a:cubicBezTo>
                    <a:pt x="25953" y="30849"/>
                    <a:pt x="26898" y="30175"/>
                    <a:pt x="27818" y="29608"/>
                  </a:cubicBezTo>
                  <a:cubicBezTo>
                    <a:pt x="28809" y="28997"/>
                    <a:pt x="29939" y="28426"/>
                    <a:pt x="30826" y="27651"/>
                  </a:cubicBezTo>
                  <a:close/>
                  <a:moveTo>
                    <a:pt x="31618" y="29042"/>
                  </a:moveTo>
                  <a:cubicBezTo>
                    <a:pt x="31638" y="29052"/>
                    <a:pt x="31652" y="29066"/>
                    <a:pt x="31674" y="29073"/>
                  </a:cubicBezTo>
                  <a:lnTo>
                    <a:pt x="31696" y="29078"/>
                  </a:lnTo>
                  <a:cubicBezTo>
                    <a:pt x="31983" y="29745"/>
                    <a:pt x="32137" y="30443"/>
                    <a:pt x="32111" y="31120"/>
                  </a:cubicBezTo>
                  <a:cubicBezTo>
                    <a:pt x="31133" y="31435"/>
                    <a:pt x="30224" y="31985"/>
                    <a:pt x="29308" y="32447"/>
                  </a:cubicBezTo>
                  <a:cubicBezTo>
                    <a:pt x="28689" y="32760"/>
                    <a:pt x="28039" y="33048"/>
                    <a:pt x="27443" y="33412"/>
                  </a:cubicBezTo>
                  <a:cubicBezTo>
                    <a:pt x="27080" y="33118"/>
                    <a:pt x="26731" y="32805"/>
                    <a:pt x="26382" y="32506"/>
                  </a:cubicBezTo>
                  <a:lnTo>
                    <a:pt x="26381" y="32505"/>
                  </a:lnTo>
                  <a:cubicBezTo>
                    <a:pt x="27135" y="32098"/>
                    <a:pt x="27845" y="31602"/>
                    <a:pt x="28563" y="31140"/>
                  </a:cubicBezTo>
                  <a:lnTo>
                    <a:pt x="30290" y="30028"/>
                  </a:lnTo>
                  <a:lnTo>
                    <a:pt x="31154" y="29471"/>
                  </a:lnTo>
                  <a:cubicBezTo>
                    <a:pt x="31460" y="29395"/>
                    <a:pt x="31612" y="29252"/>
                    <a:pt x="31618" y="29042"/>
                  </a:cubicBezTo>
                  <a:close/>
                  <a:moveTo>
                    <a:pt x="31974" y="31968"/>
                  </a:moveTo>
                  <a:lnTo>
                    <a:pt x="31974" y="31968"/>
                  </a:lnTo>
                  <a:cubicBezTo>
                    <a:pt x="31753" y="32724"/>
                    <a:pt x="31259" y="33426"/>
                    <a:pt x="30408" y="33994"/>
                  </a:cubicBezTo>
                  <a:lnTo>
                    <a:pt x="30407" y="33994"/>
                  </a:lnTo>
                  <a:cubicBezTo>
                    <a:pt x="30206" y="34129"/>
                    <a:pt x="30130" y="34322"/>
                    <a:pt x="30138" y="34510"/>
                  </a:cubicBezTo>
                  <a:cubicBezTo>
                    <a:pt x="30126" y="34519"/>
                    <a:pt x="30113" y="34524"/>
                    <a:pt x="30101" y="34531"/>
                  </a:cubicBezTo>
                  <a:cubicBezTo>
                    <a:pt x="30027" y="34539"/>
                    <a:pt x="29951" y="34542"/>
                    <a:pt x="29875" y="34542"/>
                  </a:cubicBezTo>
                  <a:cubicBezTo>
                    <a:pt x="29405" y="34542"/>
                    <a:pt x="28908" y="34400"/>
                    <a:pt x="28479" y="34150"/>
                  </a:cubicBezTo>
                  <a:cubicBezTo>
                    <a:pt x="28329" y="34062"/>
                    <a:pt x="28182" y="33964"/>
                    <a:pt x="28037" y="33864"/>
                  </a:cubicBezTo>
                  <a:cubicBezTo>
                    <a:pt x="28528" y="33651"/>
                    <a:pt x="29005" y="33399"/>
                    <a:pt x="29482" y="33172"/>
                  </a:cubicBezTo>
                  <a:cubicBezTo>
                    <a:pt x="30302" y="32784"/>
                    <a:pt x="31186" y="32436"/>
                    <a:pt x="31974" y="31968"/>
                  </a:cubicBezTo>
                  <a:close/>
                  <a:moveTo>
                    <a:pt x="12895" y="1"/>
                  </a:moveTo>
                  <a:cubicBezTo>
                    <a:pt x="12461" y="1"/>
                    <a:pt x="12022" y="23"/>
                    <a:pt x="11577" y="68"/>
                  </a:cubicBezTo>
                  <a:cubicBezTo>
                    <a:pt x="6648" y="567"/>
                    <a:pt x="2492" y="3825"/>
                    <a:pt x="1243" y="8687"/>
                  </a:cubicBezTo>
                  <a:cubicBezTo>
                    <a:pt x="0" y="13524"/>
                    <a:pt x="1648" y="18791"/>
                    <a:pt x="5726" y="21751"/>
                  </a:cubicBezTo>
                  <a:cubicBezTo>
                    <a:pt x="8537" y="23793"/>
                    <a:pt x="11959" y="24684"/>
                    <a:pt x="15175" y="25869"/>
                  </a:cubicBezTo>
                  <a:cubicBezTo>
                    <a:pt x="18563" y="27118"/>
                    <a:pt x="21162" y="28844"/>
                    <a:pt x="23541" y="31551"/>
                  </a:cubicBezTo>
                  <a:cubicBezTo>
                    <a:pt x="23593" y="31612"/>
                    <a:pt x="23668" y="31649"/>
                    <a:pt x="23749" y="31651"/>
                  </a:cubicBezTo>
                  <a:cubicBezTo>
                    <a:pt x="23773" y="31666"/>
                    <a:pt x="23801" y="31677"/>
                    <a:pt x="23829" y="31683"/>
                  </a:cubicBezTo>
                  <a:cubicBezTo>
                    <a:pt x="25011" y="33438"/>
                    <a:pt x="27308" y="35675"/>
                    <a:pt x="29358" y="35675"/>
                  </a:cubicBezTo>
                  <a:cubicBezTo>
                    <a:pt x="29938" y="35675"/>
                    <a:pt x="30499" y="35496"/>
                    <a:pt x="31008" y="35077"/>
                  </a:cubicBezTo>
                  <a:cubicBezTo>
                    <a:pt x="31069" y="35053"/>
                    <a:pt x="31125" y="35026"/>
                    <a:pt x="31181" y="34999"/>
                  </a:cubicBezTo>
                  <a:cubicBezTo>
                    <a:pt x="31335" y="35056"/>
                    <a:pt x="31499" y="35085"/>
                    <a:pt x="31664" y="35085"/>
                  </a:cubicBezTo>
                  <a:cubicBezTo>
                    <a:pt x="31927" y="35085"/>
                    <a:pt x="32189" y="35011"/>
                    <a:pt x="32405" y="34855"/>
                  </a:cubicBezTo>
                  <a:cubicBezTo>
                    <a:pt x="32740" y="34614"/>
                    <a:pt x="32909" y="34198"/>
                    <a:pt x="32910" y="33794"/>
                  </a:cubicBezTo>
                  <a:cubicBezTo>
                    <a:pt x="32912" y="33593"/>
                    <a:pt x="32865" y="33350"/>
                    <a:pt x="32759" y="33155"/>
                  </a:cubicBezTo>
                  <a:cubicBezTo>
                    <a:pt x="34028" y="30698"/>
                    <a:pt x="32829" y="27368"/>
                    <a:pt x="30389" y="25854"/>
                  </a:cubicBezTo>
                  <a:cubicBezTo>
                    <a:pt x="30210" y="25648"/>
                    <a:pt x="30019" y="25444"/>
                    <a:pt x="29815" y="25267"/>
                  </a:cubicBezTo>
                  <a:lnTo>
                    <a:pt x="29866" y="25210"/>
                  </a:lnTo>
                  <a:cubicBezTo>
                    <a:pt x="30035" y="25017"/>
                    <a:pt x="29982" y="24685"/>
                    <a:pt x="29709" y="24617"/>
                  </a:cubicBezTo>
                  <a:cubicBezTo>
                    <a:pt x="29506" y="24583"/>
                    <a:pt x="29308" y="24519"/>
                    <a:pt x="29126" y="24422"/>
                  </a:cubicBezTo>
                  <a:cubicBezTo>
                    <a:pt x="29100" y="24374"/>
                    <a:pt x="29068" y="24328"/>
                    <a:pt x="29032" y="24288"/>
                  </a:cubicBezTo>
                  <a:cubicBezTo>
                    <a:pt x="26794" y="21773"/>
                    <a:pt x="26734" y="18263"/>
                    <a:pt x="26291" y="15100"/>
                  </a:cubicBezTo>
                  <a:cubicBezTo>
                    <a:pt x="25902" y="12320"/>
                    <a:pt x="25246" y="9526"/>
                    <a:pt x="23961" y="7013"/>
                  </a:cubicBezTo>
                  <a:cubicBezTo>
                    <a:pt x="21748" y="2690"/>
                    <a:pt x="17675" y="1"/>
                    <a:pt x="12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5"/>
            <p:cNvSpPr/>
            <p:nvPr/>
          </p:nvSpPr>
          <p:spPr>
            <a:xfrm>
              <a:off x="2068925" y="2865800"/>
              <a:ext cx="105300" cy="69600"/>
            </a:xfrm>
            <a:custGeom>
              <a:rect b="b" l="l" r="r" t="t"/>
              <a:pathLst>
                <a:path extrusionOk="0" h="2784" w="4212">
                  <a:moveTo>
                    <a:pt x="3482" y="0"/>
                  </a:moveTo>
                  <a:cubicBezTo>
                    <a:pt x="2939" y="0"/>
                    <a:pt x="2396" y="490"/>
                    <a:pt x="1954" y="759"/>
                  </a:cubicBezTo>
                  <a:cubicBezTo>
                    <a:pt x="1329" y="1139"/>
                    <a:pt x="695" y="1545"/>
                    <a:pt x="234" y="2122"/>
                  </a:cubicBezTo>
                  <a:cubicBezTo>
                    <a:pt x="0" y="2412"/>
                    <a:pt x="185" y="2783"/>
                    <a:pt x="532" y="2783"/>
                  </a:cubicBezTo>
                  <a:cubicBezTo>
                    <a:pt x="559" y="2783"/>
                    <a:pt x="586" y="2781"/>
                    <a:pt x="615" y="2776"/>
                  </a:cubicBezTo>
                  <a:cubicBezTo>
                    <a:pt x="1386" y="2652"/>
                    <a:pt x="2084" y="2269"/>
                    <a:pt x="2756" y="1890"/>
                  </a:cubicBezTo>
                  <a:cubicBezTo>
                    <a:pt x="3380" y="1539"/>
                    <a:pt x="4085" y="1332"/>
                    <a:pt x="4181" y="556"/>
                  </a:cubicBezTo>
                  <a:cubicBezTo>
                    <a:pt x="4211" y="317"/>
                    <a:pt x="3998" y="143"/>
                    <a:pt x="3808" y="65"/>
                  </a:cubicBezTo>
                  <a:cubicBezTo>
                    <a:pt x="3700" y="20"/>
                    <a:pt x="3591" y="0"/>
                    <a:pt x="3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5"/>
            <p:cNvSpPr/>
            <p:nvPr/>
          </p:nvSpPr>
          <p:spPr>
            <a:xfrm>
              <a:off x="1930200" y="2690700"/>
              <a:ext cx="86325" cy="85700"/>
            </a:xfrm>
            <a:custGeom>
              <a:rect b="b" l="l" r="r" t="t"/>
              <a:pathLst>
                <a:path extrusionOk="0" h="3428" w="3453">
                  <a:moveTo>
                    <a:pt x="2611" y="1"/>
                  </a:moveTo>
                  <a:cubicBezTo>
                    <a:pt x="1961" y="1"/>
                    <a:pt x="1579" y="599"/>
                    <a:pt x="1173" y="1082"/>
                  </a:cubicBezTo>
                  <a:cubicBezTo>
                    <a:pt x="755" y="1577"/>
                    <a:pt x="213" y="2115"/>
                    <a:pt x="67" y="2763"/>
                  </a:cubicBezTo>
                  <a:cubicBezTo>
                    <a:pt x="0" y="3057"/>
                    <a:pt x="228" y="3428"/>
                    <a:pt x="540" y="3428"/>
                  </a:cubicBezTo>
                  <a:cubicBezTo>
                    <a:pt x="591" y="3428"/>
                    <a:pt x="645" y="3418"/>
                    <a:pt x="700" y="3395"/>
                  </a:cubicBezTo>
                  <a:cubicBezTo>
                    <a:pt x="1327" y="3145"/>
                    <a:pt x="1768" y="2617"/>
                    <a:pt x="2258" y="2168"/>
                  </a:cubicBezTo>
                  <a:cubicBezTo>
                    <a:pt x="2801" y="1672"/>
                    <a:pt x="3452" y="1318"/>
                    <a:pt x="3319" y="483"/>
                  </a:cubicBezTo>
                  <a:cubicBezTo>
                    <a:pt x="3285" y="276"/>
                    <a:pt x="3064" y="73"/>
                    <a:pt x="2863" y="29"/>
                  </a:cubicBezTo>
                  <a:cubicBezTo>
                    <a:pt x="2775" y="10"/>
                    <a:pt x="2691" y="1"/>
                    <a:pt x="2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5"/>
            <p:cNvSpPr/>
            <p:nvPr/>
          </p:nvSpPr>
          <p:spPr>
            <a:xfrm>
              <a:off x="1699200" y="2536600"/>
              <a:ext cx="54050" cy="112525"/>
            </a:xfrm>
            <a:custGeom>
              <a:rect b="b" l="l" r="r" t="t"/>
              <a:pathLst>
                <a:path extrusionOk="0" h="4501" w="2162">
                  <a:moveTo>
                    <a:pt x="1045" y="1"/>
                  </a:moveTo>
                  <a:cubicBezTo>
                    <a:pt x="625" y="1"/>
                    <a:pt x="229" y="224"/>
                    <a:pt x="162" y="722"/>
                  </a:cubicBezTo>
                  <a:cubicBezTo>
                    <a:pt x="24" y="1733"/>
                    <a:pt x="1" y="2910"/>
                    <a:pt x="339" y="3886"/>
                  </a:cubicBezTo>
                  <a:cubicBezTo>
                    <a:pt x="484" y="4307"/>
                    <a:pt x="817" y="4501"/>
                    <a:pt x="1151" y="4501"/>
                  </a:cubicBezTo>
                  <a:cubicBezTo>
                    <a:pt x="1570" y="4501"/>
                    <a:pt x="1989" y="4197"/>
                    <a:pt x="2040" y="3656"/>
                  </a:cubicBezTo>
                  <a:cubicBezTo>
                    <a:pt x="2122" y="2782"/>
                    <a:pt x="2101" y="1869"/>
                    <a:pt x="2137" y="988"/>
                  </a:cubicBezTo>
                  <a:cubicBezTo>
                    <a:pt x="2161" y="367"/>
                    <a:pt x="1584" y="1"/>
                    <a:pt x="1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5"/>
            <p:cNvSpPr/>
            <p:nvPr/>
          </p:nvSpPr>
          <p:spPr>
            <a:xfrm>
              <a:off x="1404800" y="2616275"/>
              <a:ext cx="97125" cy="109750"/>
            </a:xfrm>
            <a:custGeom>
              <a:rect b="b" l="l" r="r" t="t"/>
              <a:pathLst>
                <a:path extrusionOk="0" h="4390" w="3885">
                  <a:moveTo>
                    <a:pt x="1207" y="0"/>
                  </a:moveTo>
                  <a:cubicBezTo>
                    <a:pt x="598" y="0"/>
                    <a:pt x="1" y="458"/>
                    <a:pt x="257" y="1181"/>
                  </a:cubicBezTo>
                  <a:cubicBezTo>
                    <a:pt x="513" y="1899"/>
                    <a:pt x="1101" y="2464"/>
                    <a:pt x="1573" y="3055"/>
                  </a:cubicBezTo>
                  <a:cubicBezTo>
                    <a:pt x="1980" y="3567"/>
                    <a:pt x="2454" y="4230"/>
                    <a:pt x="3130" y="4375"/>
                  </a:cubicBezTo>
                  <a:cubicBezTo>
                    <a:pt x="3177" y="4385"/>
                    <a:pt x="3223" y="4390"/>
                    <a:pt x="3267" y="4390"/>
                  </a:cubicBezTo>
                  <a:cubicBezTo>
                    <a:pt x="3562" y="4390"/>
                    <a:pt x="3760" y="4170"/>
                    <a:pt x="3799" y="3864"/>
                  </a:cubicBezTo>
                  <a:cubicBezTo>
                    <a:pt x="3885" y="3209"/>
                    <a:pt x="3428" y="2551"/>
                    <a:pt x="3102" y="2015"/>
                  </a:cubicBezTo>
                  <a:cubicBezTo>
                    <a:pt x="2751" y="1436"/>
                    <a:pt x="2414" y="663"/>
                    <a:pt x="1888" y="232"/>
                  </a:cubicBezTo>
                  <a:cubicBezTo>
                    <a:pt x="1695" y="73"/>
                    <a:pt x="1450" y="0"/>
                    <a:pt x="12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5"/>
            <p:cNvSpPr/>
            <p:nvPr/>
          </p:nvSpPr>
          <p:spPr>
            <a:xfrm>
              <a:off x="1275700" y="2779650"/>
              <a:ext cx="103675" cy="78150"/>
            </a:xfrm>
            <a:custGeom>
              <a:rect b="b" l="l" r="r" t="t"/>
              <a:pathLst>
                <a:path extrusionOk="0" h="3126" w="4147">
                  <a:moveTo>
                    <a:pt x="1220" y="1"/>
                  </a:moveTo>
                  <a:cubicBezTo>
                    <a:pt x="626" y="1"/>
                    <a:pt x="38" y="406"/>
                    <a:pt x="17" y="1053"/>
                  </a:cubicBezTo>
                  <a:cubicBezTo>
                    <a:pt x="1" y="1549"/>
                    <a:pt x="288" y="1961"/>
                    <a:pt x="751" y="2122"/>
                  </a:cubicBezTo>
                  <a:cubicBezTo>
                    <a:pt x="815" y="2145"/>
                    <a:pt x="882" y="2156"/>
                    <a:pt x="948" y="2156"/>
                  </a:cubicBezTo>
                  <a:cubicBezTo>
                    <a:pt x="1042" y="2156"/>
                    <a:pt x="1135" y="2134"/>
                    <a:pt x="1220" y="2089"/>
                  </a:cubicBezTo>
                  <a:cubicBezTo>
                    <a:pt x="1570" y="2266"/>
                    <a:pt x="1904" y="2538"/>
                    <a:pt x="2241" y="2703"/>
                  </a:cubicBezTo>
                  <a:cubicBezTo>
                    <a:pt x="2660" y="2908"/>
                    <a:pt x="3070" y="3126"/>
                    <a:pt x="3523" y="3126"/>
                  </a:cubicBezTo>
                  <a:cubicBezTo>
                    <a:pt x="3622" y="3126"/>
                    <a:pt x="3723" y="3115"/>
                    <a:pt x="3826" y="3092"/>
                  </a:cubicBezTo>
                  <a:cubicBezTo>
                    <a:pt x="3986" y="3056"/>
                    <a:pt x="4147" y="2866"/>
                    <a:pt x="4128" y="2695"/>
                  </a:cubicBezTo>
                  <a:cubicBezTo>
                    <a:pt x="4060" y="2060"/>
                    <a:pt x="3606" y="1605"/>
                    <a:pt x="3154" y="1179"/>
                  </a:cubicBezTo>
                  <a:cubicBezTo>
                    <a:pt x="2707" y="758"/>
                    <a:pt x="2142" y="199"/>
                    <a:pt x="1535" y="40"/>
                  </a:cubicBezTo>
                  <a:cubicBezTo>
                    <a:pt x="1432" y="14"/>
                    <a:pt x="1326" y="1"/>
                    <a:pt x="1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5"/>
            <p:cNvSpPr/>
            <p:nvPr/>
          </p:nvSpPr>
          <p:spPr>
            <a:xfrm>
              <a:off x="1183375" y="3054325"/>
              <a:ext cx="119000" cy="52650"/>
            </a:xfrm>
            <a:custGeom>
              <a:rect b="b" l="l" r="r" t="t"/>
              <a:pathLst>
                <a:path extrusionOk="0" h="2106" w="4760">
                  <a:moveTo>
                    <a:pt x="1892" y="0"/>
                  </a:moveTo>
                  <a:cubicBezTo>
                    <a:pt x="1362" y="0"/>
                    <a:pt x="847" y="94"/>
                    <a:pt x="440" y="469"/>
                  </a:cubicBezTo>
                  <a:cubicBezTo>
                    <a:pt x="1" y="875"/>
                    <a:pt x="111" y="1671"/>
                    <a:pt x="632" y="1953"/>
                  </a:cubicBezTo>
                  <a:cubicBezTo>
                    <a:pt x="740" y="2013"/>
                    <a:pt x="856" y="2058"/>
                    <a:pt x="976" y="2087"/>
                  </a:cubicBezTo>
                  <a:cubicBezTo>
                    <a:pt x="1030" y="2099"/>
                    <a:pt x="1087" y="2105"/>
                    <a:pt x="1144" y="2105"/>
                  </a:cubicBezTo>
                  <a:cubicBezTo>
                    <a:pt x="1335" y="2105"/>
                    <a:pt x="1535" y="2038"/>
                    <a:pt x="1690" y="1919"/>
                  </a:cubicBezTo>
                  <a:cubicBezTo>
                    <a:pt x="1885" y="1862"/>
                    <a:pt x="2126" y="1848"/>
                    <a:pt x="2361" y="1848"/>
                  </a:cubicBezTo>
                  <a:cubicBezTo>
                    <a:pt x="2570" y="1848"/>
                    <a:pt x="2774" y="1859"/>
                    <a:pt x="2935" y="1860"/>
                  </a:cubicBezTo>
                  <a:cubicBezTo>
                    <a:pt x="2975" y="1860"/>
                    <a:pt x="3014" y="1860"/>
                    <a:pt x="3053" y="1860"/>
                  </a:cubicBezTo>
                  <a:cubicBezTo>
                    <a:pt x="3549" y="1860"/>
                    <a:pt x="3976" y="1832"/>
                    <a:pt x="4440" y="1595"/>
                  </a:cubicBezTo>
                  <a:cubicBezTo>
                    <a:pt x="4759" y="1434"/>
                    <a:pt x="4743" y="1025"/>
                    <a:pt x="4545" y="787"/>
                  </a:cubicBezTo>
                  <a:cubicBezTo>
                    <a:pt x="4041" y="187"/>
                    <a:pt x="3299" y="100"/>
                    <a:pt x="2558" y="36"/>
                  </a:cubicBezTo>
                  <a:cubicBezTo>
                    <a:pt x="2338" y="17"/>
                    <a:pt x="2113" y="0"/>
                    <a:pt x="1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5"/>
            <p:cNvSpPr/>
            <p:nvPr/>
          </p:nvSpPr>
          <p:spPr>
            <a:xfrm>
              <a:off x="1314050" y="3248700"/>
              <a:ext cx="98775" cy="64475"/>
            </a:xfrm>
            <a:custGeom>
              <a:rect b="b" l="l" r="r" t="t"/>
              <a:pathLst>
                <a:path extrusionOk="0" h="2579" w="3951">
                  <a:moveTo>
                    <a:pt x="2812" y="1"/>
                  </a:moveTo>
                  <a:cubicBezTo>
                    <a:pt x="1894" y="1"/>
                    <a:pt x="657" y="799"/>
                    <a:pt x="321" y="1329"/>
                  </a:cubicBezTo>
                  <a:cubicBezTo>
                    <a:pt x="0" y="1834"/>
                    <a:pt x="437" y="2578"/>
                    <a:pt x="1007" y="2578"/>
                  </a:cubicBezTo>
                  <a:cubicBezTo>
                    <a:pt x="1086" y="2578"/>
                    <a:pt x="1166" y="2564"/>
                    <a:pt x="1248" y="2534"/>
                  </a:cubicBezTo>
                  <a:cubicBezTo>
                    <a:pt x="1845" y="2311"/>
                    <a:pt x="2377" y="1860"/>
                    <a:pt x="2943" y="1553"/>
                  </a:cubicBezTo>
                  <a:cubicBezTo>
                    <a:pt x="3265" y="1379"/>
                    <a:pt x="3950" y="930"/>
                    <a:pt x="3688" y="462"/>
                  </a:cubicBezTo>
                  <a:cubicBezTo>
                    <a:pt x="3502" y="131"/>
                    <a:pt x="3183" y="1"/>
                    <a:pt x="2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5"/>
            <p:cNvSpPr/>
            <p:nvPr/>
          </p:nvSpPr>
          <p:spPr>
            <a:xfrm>
              <a:off x="1496975" y="3428975"/>
              <a:ext cx="61225" cy="72000"/>
            </a:xfrm>
            <a:custGeom>
              <a:rect b="b" l="l" r="r" t="t"/>
              <a:pathLst>
                <a:path extrusionOk="0" h="2880" w="2449">
                  <a:moveTo>
                    <a:pt x="2119" y="1"/>
                  </a:moveTo>
                  <a:cubicBezTo>
                    <a:pt x="2109" y="1"/>
                    <a:pt x="2100" y="1"/>
                    <a:pt x="2091" y="2"/>
                  </a:cubicBezTo>
                  <a:cubicBezTo>
                    <a:pt x="1563" y="75"/>
                    <a:pt x="1368" y="307"/>
                    <a:pt x="1058" y="718"/>
                  </a:cubicBezTo>
                  <a:cubicBezTo>
                    <a:pt x="810" y="1044"/>
                    <a:pt x="580" y="1384"/>
                    <a:pt x="363" y="1730"/>
                  </a:cubicBezTo>
                  <a:cubicBezTo>
                    <a:pt x="1" y="2314"/>
                    <a:pt x="567" y="2880"/>
                    <a:pt x="1092" y="2880"/>
                  </a:cubicBezTo>
                  <a:cubicBezTo>
                    <a:pt x="1324" y="2880"/>
                    <a:pt x="1548" y="2769"/>
                    <a:pt x="1680" y="2500"/>
                  </a:cubicBezTo>
                  <a:cubicBezTo>
                    <a:pt x="1875" y="2106"/>
                    <a:pt x="2047" y="1703"/>
                    <a:pt x="2206" y="1294"/>
                  </a:cubicBezTo>
                  <a:cubicBezTo>
                    <a:pt x="2392" y="820"/>
                    <a:pt x="2449" y="531"/>
                    <a:pt x="2236" y="62"/>
                  </a:cubicBezTo>
                  <a:cubicBezTo>
                    <a:pt x="2214" y="15"/>
                    <a:pt x="2165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5"/>
            <p:cNvSpPr/>
            <p:nvPr/>
          </p:nvSpPr>
          <p:spPr>
            <a:xfrm>
              <a:off x="1677700" y="3454750"/>
              <a:ext cx="45950" cy="107825"/>
            </a:xfrm>
            <a:custGeom>
              <a:rect b="b" l="l" r="r" t="t"/>
              <a:pathLst>
                <a:path extrusionOk="0" h="4313" w="1838">
                  <a:moveTo>
                    <a:pt x="1525" y="1"/>
                  </a:moveTo>
                  <a:cubicBezTo>
                    <a:pt x="1486" y="1"/>
                    <a:pt x="1447" y="10"/>
                    <a:pt x="1414" y="28"/>
                  </a:cubicBezTo>
                  <a:cubicBezTo>
                    <a:pt x="279" y="682"/>
                    <a:pt x="1" y="2576"/>
                    <a:pt x="171" y="3753"/>
                  </a:cubicBezTo>
                  <a:cubicBezTo>
                    <a:pt x="227" y="4140"/>
                    <a:pt x="529" y="4313"/>
                    <a:pt x="850" y="4313"/>
                  </a:cubicBezTo>
                  <a:cubicBezTo>
                    <a:pt x="1261" y="4313"/>
                    <a:pt x="1705" y="4029"/>
                    <a:pt x="1701" y="3547"/>
                  </a:cubicBezTo>
                  <a:cubicBezTo>
                    <a:pt x="1697" y="2933"/>
                    <a:pt x="1623" y="2341"/>
                    <a:pt x="1680" y="1724"/>
                  </a:cubicBezTo>
                  <a:cubicBezTo>
                    <a:pt x="1728" y="1194"/>
                    <a:pt x="1837" y="692"/>
                    <a:pt x="1744" y="163"/>
                  </a:cubicBezTo>
                  <a:cubicBezTo>
                    <a:pt x="1727" y="58"/>
                    <a:pt x="1624" y="1"/>
                    <a:pt x="1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5"/>
            <p:cNvSpPr/>
            <p:nvPr/>
          </p:nvSpPr>
          <p:spPr>
            <a:xfrm>
              <a:off x="2090625" y="3077850"/>
              <a:ext cx="104925" cy="44025"/>
            </a:xfrm>
            <a:custGeom>
              <a:rect b="b" l="l" r="r" t="t"/>
              <a:pathLst>
                <a:path extrusionOk="0" h="1761" w="4197">
                  <a:moveTo>
                    <a:pt x="2036" y="0"/>
                  </a:moveTo>
                  <a:cubicBezTo>
                    <a:pt x="1290" y="0"/>
                    <a:pt x="519" y="155"/>
                    <a:pt x="137" y="693"/>
                  </a:cubicBezTo>
                  <a:cubicBezTo>
                    <a:pt x="0" y="884"/>
                    <a:pt x="97" y="1204"/>
                    <a:pt x="299" y="1309"/>
                  </a:cubicBezTo>
                  <a:cubicBezTo>
                    <a:pt x="566" y="1448"/>
                    <a:pt x="847" y="1456"/>
                    <a:pt x="1135" y="1456"/>
                  </a:cubicBezTo>
                  <a:cubicBezTo>
                    <a:pt x="1169" y="1456"/>
                    <a:pt x="1204" y="1456"/>
                    <a:pt x="1238" y="1456"/>
                  </a:cubicBezTo>
                  <a:cubicBezTo>
                    <a:pt x="1326" y="1456"/>
                    <a:pt x="1413" y="1456"/>
                    <a:pt x="1502" y="1461"/>
                  </a:cubicBezTo>
                  <a:cubicBezTo>
                    <a:pt x="1943" y="1486"/>
                    <a:pt x="2372" y="1595"/>
                    <a:pt x="2795" y="1722"/>
                  </a:cubicBezTo>
                  <a:cubicBezTo>
                    <a:pt x="2881" y="1748"/>
                    <a:pt x="2963" y="1760"/>
                    <a:pt x="3041" y="1760"/>
                  </a:cubicBezTo>
                  <a:cubicBezTo>
                    <a:pt x="3899" y="1760"/>
                    <a:pt x="4196" y="288"/>
                    <a:pt x="3238" y="115"/>
                  </a:cubicBezTo>
                  <a:cubicBezTo>
                    <a:pt x="2902" y="54"/>
                    <a:pt x="2474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25"/>
          <p:cNvGrpSpPr/>
          <p:nvPr/>
        </p:nvGrpSpPr>
        <p:grpSpPr>
          <a:xfrm>
            <a:off x="5138035" y="2385451"/>
            <a:ext cx="679839" cy="489887"/>
            <a:chOff x="5310875" y="337375"/>
            <a:chExt cx="916225" cy="660225"/>
          </a:xfrm>
        </p:grpSpPr>
        <p:sp>
          <p:nvSpPr>
            <p:cNvPr id="819" name="Google Shape;819;p25"/>
            <p:cNvSpPr/>
            <p:nvPr/>
          </p:nvSpPr>
          <p:spPr>
            <a:xfrm>
              <a:off x="5310875" y="337375"/>
              <a:ext cx="916225" cy="660225"/>
            </a:xfrm>
            <a:custGeom>
              <a:rect b="b" l="l" r="r" t="t"/>
              <a:pathLst>
                <a:path extrusionOk="0" h="26409" w="36649">
                  <a:moveTo>
                    <a:pt x="22990" y="1502"/>
                  </a:moveTo>
                  <a:cubicBezTo>
                    <a:pt x="24636" y="1502"/>
                    <a:pt x="26251" y="1775"/>
                    <a:pt x="27734" y="2504"/>
                  </a:cubicBezTo>
                  <a:cubicBezTo>
                    <a:pt x="34704" y="5931"/>
                    <a:pt x="35360" y="15588"/>
                    <a:pt x="28935" y="19943"/>
                  </a:cubicBezTo>
                  <a:cubicBezTo>
                    <a:pt x="28675" y="20118"/>
                    <a:pt x="28439" y="20497"/>
                    <a:pt x="28574" y="20826"/>
                  </a:cubicBezTo>
                  <a:cubicBezTo>
                    <a:pt x="29254" y="22480"/>
                    <a:pt x="30274" y="23815"/>
                    <a:pt x="31605" y="24830"/>
                  </a:cubicBezTo>
                  <a:cubicBezTo>
                    <a:pt x="29557" y="24651"/>
                    <a:pt x="27668" y="23543"/>
                    <a:pt x="26518" y="21715"/>
                  </a:cubicBezTo>
                  <a:cubicBezTo>
                    <a:pt x="26364" y="21470"/>
                    <a:pt x="26128" y="21352"/>
                    <a:pt x="25885" y="21352"/>
                  </a:cubicBezTo>
                  <a:cubicBezTo>
                    <a:pt x="25695" y="21352"/>
                    <a:pt x="25502" y="21424"/>
                    <a:pt x="25338" y="21563"/>
                  </a:cubicBezTo>
                  <a:cubicBezTo>
                    <a:pt x="22839" y="23686"/>
                    <a:pt x="19493" y="24773"/>
                    <a:pt x="16164" y="24773"/>
                  </a:cubicBezTo>
                  <a:cubicBezTo>
                    <a:pt x="11835" y="24773"/>
                    <a:pt x="7535" y="22936"/>
                    <a:pt x="5160" y="19152"/>
                  </a:cubicBezTo>
                  <a:cubicBezTo>
                    <a:pt x="2622" y="15107"/>
                    <a:pt x="4899" y="10120"/>
                    <a:pt x="7851" y="6959"/>
                  </a:cubicBezTo>
                  <a:cubicBezTo>
                    <a:pt x="8283" y="6499"/>
                    <a:pt x="8743" y="6066"/>
                    <a:pt x="9230" y="5662"/>
                  </a:cubicBezTo>
                  <a:cubicBezTo>
                    <a:pt x="11347" y="4267"/>
                    <a:pt x="13707" y="3260"/>
                    <a:pt x="16182" y="2604"/>
                  </a:cubicBezTo>
                  <a:cubicBezTo>
                    <a:pt x="18320" y="2038"/>
                    <a:pt x="20684" y="1502"/>
                    <a:pt x="22990" y="1502"/>
                  </a:cubicBezTo>
                  <a:close/>
                  <a:moveTo>
                    <a:pt x="22921" y="0"/>
                  </a:moveTo>
                  <a:cubicBezTo>
                    <a:pt x="20883" y="0"/>
                    <a:pt x="18812" y="363"/>
                    <a:pt x="16843" y="849"/>
                  </a:cubicBezTo>
                  <a:cubicBezTo>
                    <a:pt x="15554" y="1167"/>
                    <a:pt x="14293" y="1584"/>
                    <a:pt x="13082" y="2104"/>
                  </a:cubicBezTo>
                  <a:cubicBezTo>
                    <a:pt x="6225" y="4767"/>
                    <a:pt x="1" y="12892"/>
                    <a:pt x="3814" y="19616"/>
                  </a:cubicBezTo>
                  <a:cubicBezTo>
                    <a:pt x="6346" y="24082"/>
                    <a:pt x="11197" y="26196"/>
                    <a:pt x="16102" y="26196"/>
                  </a:cubicBezTo>
                  <a:cubicBezTo>
                    <a:pt x="19536" y="26196"/>
                    <a:pt x="22996" y="25160"/>
                    <a:pt x="25706" y="23169"/>
                  </a:cubicBezTo>
                  <a:cubicBezTo>
                    <a:pt x="27286" y="25232"/>
                    <a:pt x="29698" y="26409"/>
                    <a:pt x="32242" y="26409"/>
                  </a:cubicBezTo>
                  <a:cubicBezTo>
                    <a:pt x="32931" y="26409"/>
                    <a:pt x="33630" y="26323"/>
                    <a:pt x="34324" y="26144"/>
                  </a:cubicBezTo>
                  <a:cubicBezTo>
                    <a:pt x="35137" y="25935"/>
                    <a:pt x="34984" y="24910"/>
                    <a:pt x="34324" y="24641"/>
                  </a:cubicBezTo>
                  <a:cubicBezTo>
                    <a:pt x="32541" y="23914"/>
                    <a:pt x="31137" y="22589"/>
                    <a:pt x="30302" y="20875"/>
                  </a:cubicBezTo>
                  <a:cubicBezTo>
                    <a:pt x="36648" y="16007"/>
                    <a:pt x="36480" y="6187"/>
                    <a:pt x="29567" y="1774"/>
                  </a:cubicBezTo>
                  <a:cubicBezTo>
                    <a:pt x="27529" y="473"/>
                    <a:pt x="25246" y="0"/>
                    <a:pt x="2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5603850" y="729950"/>
              <a:ext cx="44325" cy="37875"/>
            </a:xfrm>
            <a:custGeom>
              <a:rect b="b" l="l" r="r" t="t"/>
              <a:pathLst>
                <a:path extrusionOk="0" h="1515" w="1773">
                  <a:moveTo>
                    <a:pt x="894" y="0"/>
                  </a:moveTo>
                  <a:cubicBezTo>
                    <a:pt x="405" y="0"/>
                    <a:pt x="1" y="547"/>
                    <a:pt x="280" y="1044"/>
                  </a:cubicBezTo>
                  <a:cubicBezTo>
                    <a:pt x="405" y="1267"/>
                    <a:pt x="569" y="1455"/>
                    <a:pt x="836" y="1501"/>
                  </a:cubicBezTo>
                  <a:cubicBezTo>
                    <a:pt x="890" y="1510"/>
                    <a:pt x="942" y="1514"/>
                    <a:pt x="992" y="1514"/>
                  </a:cubicBezTo>
                  <a:cubicBezTo>
                    <a:pt x="1457" y="1514"/>
                    <a:pt x="1772" y="1142"/>
                    <a:pt x="1689" y="648"/>
                  </a:cubicBezTo>
                  <a:cubicBezTo>
                    <a:pt x="1644" y="385"/>
                    <a:pt x="1454" y="215"/>
                    <a:pt x="1232" y="91"/>
                  </a:cubicBezTo>
                  <a:cubicBezTo>
                    <a:pt x="1120" y="28"/>
                    <a:pt x="100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5700025" y="697375"/>
              <a:ext cx="60225" cy="53675"/>
            </a:xfrm>
            <a:custGeom>
              <a:rect b="b" l="l" r="r" t="t"/>
              <a:pathLst>
                <a:path extrusionOk="0" h="2147" w="2409">
                  <a:moveTo>
                    <a:pt x="1180" y="1"/>
                  </a:moveTo>
                  <a:cubicBezTo>
                    <a:pt x="1097" y="1"/>
                    <a:pt x="1013" y="11"/>
                    <a:pt x="927" y="34"/>
                  </a:cubicBezTo>
                  <a:cubicBezTo>
                    <a:pt x="386" y="183"/>
                    <a:pt x="0" y="802"/>
                    <a:pt x="178" y="1352"/>
                  </a:cubicBezTo>
                  <a:cubicBezTo>
                    <a:pt x="321" y="1795"/>
                    <a:pt x="742" y="2147"/>
                    <a:pt x="1208" y="2147"/>
                  </a:cubicBezTo>
                  <a:cubicBezTo>
                    <a:pt x="1303" y="2147"/>
                    <a:pt x="1399" y="2132"/>
                    <a:pt x="1495" y="2101"/>
                  </a:cubicBezTo>
                  <a:cubicBezTo>
                    <a:pt x="2043" y="1923"/>
                    <a:pt x="2408" y="1365"/>
                    <a:pt x="2244" y="783"/>
                  </a:cubicBezTo>
                  <a:cubicBezTo>
                    <a:pt x="2231" y="741"/>
                    <a:pt x="2219" y="700"/>
                    <a:pt x="2209" y="658"/>
                  </a:cubicBezTo>
                  <a:cubicBezTo>
                    <a:pt x="2137" y="379"/>
                    <a:pt x="1900" y="141"/>
                    <a:pt x="1621" y="69"/>
                  </a:cubicBezTo>
                  <a:cubicBezTo>
                    <a:pt x="1473" y="32"/>
                    <a:pt x="1328" y="1"/>
                    <a:pt x="1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5"/>
            <p:cNvSpPr/>
            <p:nvPr/>
          </p:nvSpPr>
          <p:spPr>
            <a:xfrm>
              <a:off x="5785025" y="670025"/>
              <a:ext cx="64550" cy="50050"/>
            </a:xfrm>
            <a:custGeom>
              <a:rect b="b" l="l" r="r" t="t"/>
              <a:pathLst>
                <a:path extrusionOk="0" h="2002" w="2582">
                  <a:moveTo>
                    <a:pt x="1291" y="1"/>
                  </a:moveTo>
                  <a:cubicBezTo>
                    <a:pt x="3" y="1"/>
                    <a:pt x="1" y="2002"/>
                    <a:pt x="1291" y="2002"/>
                  </a:cubicBezTo>
                  <a:cubicBezTo>
                    <a:pt x="2579" y="2002"/>
                    <a:pt x="2581" y="1"/>
                    <a:pt x="1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5"/>
            <p:cNvSpPr/>
            <p:nvPr/>
          </p:nvSpPr>
          <p:spPr>
            <a:xfrm>
              <a:off x="5887850" y="638500"/>
              <a:ext cx="56125" cy="43525"/>
            </a:xfrm>
            <a:custGeom>
              <a:rect b="b" l="l" r="r" t="t"/>
              <a:pathLst>
                <a:path extrusionOk="0" h="1741" w="2245">
                  <a:moveTo>
                    <a:pt x="1123" y="1"/>
                  </a:moveTo>
                  <a:cubicBezTo>
                    <a:pt x="0" y="1"/>
                    <a:pt x="0" y="1741"/>
                    <a:pt x="1123" y="1741"/>
                  </a:cubicBezTo>
                  <a:cubicBezTo>
                    <a:pt x="2242" y="1741"/>
                    <a:pt x="2244" y="1"/>
                    <a:pt x="1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4" name="Google Shape;824;p25"/>
          <p:cNvSpPr/>
          <p:nvPr/>
        </p:nvSpPr>
        <p:spPr>
          <a:xfrm>
            <a:off x="5188898" y="3568998"/>
            <a:ext cx="578112" cy="572717"/>
          </a:xfrm>
          <a:custGeom>
            <a:rect b="b" l="l" r="r" t="t"/>
            <a:pathLst>
              <a:path extrusionOk="0" h="28980" w="29253">
                <a:moveTo>
                  <a:pt x="14143" y="2700"/>
                </a:moveTo>
                <a:lnTo>
                  <a:pt x="14143" y="2701"/>
                </a:lnTo>
                <a:cubicBezTo>
                  <a:pt x="14382" y="2879"/>
                  <a:pt x="14610" y="3071"/>
                  <a:pt x="14826" y="3275"/>
                </a:cubicBezTo>
                <a:cubicBezTo>
                  <a:pt x="16631" y="4989"/>
                  <a:pt x="17613" y="7527"/>
                  <a:pt x="17512" y="9952"/>
                </a:cubicBezTo>
                <a:cubicBezTo>
                  <a:pt x="16350" y="9553"/>
                  <a:pt x="15139" y="9334"/>
                  <a:pt x="13946" y="9334"/>
                </a:cubicBezTo>
                <a:cubicBezTo>
                  <a:pt x="13767" y="9334"/>
                  <a:pt x="13588" y="9339"/>
                  <a:pt x="13409" y="9349"/>
                </a:cubicBezTo>
                <a:cubicBezTo>
                  <a:pt x="12636" y="9391"/>
                  <a:pt x="11849" y="9550"/>
                  <a:pt x="11078" y="9803"/>
                </a:cubicBezTo>
                <a:cubicBezTo>
                  <a:pt x="11026" y="7418"/>
                  <a:pt x="12076" y="4911"/>
                  <a:pt x="13651" y="3031"/>
                </a:cubicBezTo>
                <a:cubicBezTo>
                  <a:pt x="13812" y="2912"/>
                  <a:pt x="13976" y="2804"/>
                  <a:pt x="14143" y="2700"/>
                </a:cubicBezTo>
                <a:close/>
                <a:moveTo>
                  <a:pt x="13886" y="10716"/>
                </a:moveTo>
                <a:cubicBezTo>
                  <a:pt x="14821" y="10716"/>
                  <a:pt x="15765" y="10856"/>
                  <a:pt x="16686" y="11136"/>
                </a:cubicBezTo>
                <a:cubicBezTo>
                  <a:pt x="16903" y="11202"/>
                  <a:pt x="17115" y="11275"/>
                  <a:pt x="17324" y="11354"/>
                </a:cubicBezTo>
                <a:cubicBezTo>
                  <a:pt x="16955" y="12973"/>
                  <a:pt x="16048" y="14448"/>
                  <a:pt x="14512" y="15473"/>
                </a:cubicBezTo>
                <a:cubicBezTo>
                  <a:pt x="14486" y="15490"/>
                  <a:pt x="14459" y="15506"/>
                  <a:pt x="14432" y="15523"/>
                </a:cubicBezTo>
                <a:cubicBezTo>
                  <a:pt x="13538" y="14957"/>
                  <a:pt x="12753" y="14234"/>
                  <a:pt x="12162" y="13355"/>
                </a:cubicBezTo>
                <a:cubicBezTo>
                  <a:pt x="11692" y="12657"/>
                  <a:pt x="11390" y="11899"/>
                  <a:pt x="11225" y="11110"/>
                </a:cubicBezTo>
                <a:cubicBezTo>
                  <a:pt x="12088" y="10847"/>
                  <a:pt x="12983" y="10716"/>
                  <a:pt x="13886" y="10716"/>
                </a:cubicBezTo>
                <a:close/>
                <a:moveTo>
                  <a:pt x="18312" y="1537"/>
                </a:moveTo>
                <a:cubicBezTo>
                  <a:pt x="20093" y="1537"/>
                  <a:pt x="21942" y="2089"/>
                  <a:pt x="23631" y="3166"/>
                </a:cubicBezTo>
                <a:cubicBezTo>
                  <a:pt x="27706" y="5766"/>
                  <a:pt x="28613" y="11589"/>
                  <a:pt x="24959" y="14979"/>
                </a:cubicBezTo>
                <a:cubicBezTo>
                  <a:pt x="24699" y="15219"/>
                  <a:pt x="24420" y="15438"/>
                  <a:pt x="24127" y="15635"/>
                </a:cubicBezTo>
                <a:cubicBezTo>
                  <a:pt x="23065" y="13370"/>
                  <a:pt x="21068" y="11550"/>
                  <a:pt x="18752" y="10457"/>
                </a:cubicBezTo>
                <a:cubicBezTo>
                  <a:pt x="19023" y="7350"/>
                  <a:pt x="17700" y="4138"/>
                  <a:pt x="15330" y="2098"/>
                </a:cubicBezTo>
                <a:cubicBezTo>
                  <a:pt x="16271" y="1722"/>
                  <a:pt x="17280" y="1537"/>
                  <a:pt x="18312" y="1537"/>
                </a:cubicBezTo>
                <a:close/>
                <a:moveTo>
                  <a:pt x="9622" y="1191"/>
                </a:moveTo>
                <a:cubicBezTo>
                  <a:pt x="10716" y="1191"/>
                  <a:pt x="11799" y="1430"/>
                  <a:pt x="12794" y="1893"/>
                </a:cubicBezTo>
                <a:cubicBezTo>
                  <a:pt x="11658" y="2800"/>
                  <a:pt x="10851" y="4091"/>
                  <a:pt x="10636" y="5807"/>
                </a:cubicBezTo>
                <a:cubicBezTo>
                  <a:pt x="10620" y="5931"/>
                  <a:pt x="10693" y="6020"/>
                  <a:pt x="10792" y="6065"/>
                </a:cubicBezTo>
                <a:cubicBezTo>
                  <a:pt x="10315" y="7423"/>
                  <a:pt x="10088" y="8858"/>
                  <a:pt x="10132" y="10167"/>
                </a:cubicBezTo>
                <a:cubicBezTo>
                  <a:pt x="7489" y="11328"/>
                  <a:pt x="5198" y="13597"/>
                  <a:pt x="4538" y="16234"/>
                </a:cubicBezTo>
                <a:lnTo>
                  <a:pt x="4538" y="16235"/>
                </a:lnTo>
                <a:cubicBezTo>
                  <a:pt x="3803" y="15782"/>
                  <a:pt x="3172" y="15179"/>
                  <a:pt x="2686" y="14467"/>
                </a:cubicBezTo>
                <a:cubicBezTo>
                  <a:pt x="535" y="11329"/>
                  <a:pt x="1003" y="6440"/>
                  <a:pt x="3533" y="3553"/>
                </a:cubicBezTo>
                <a:cubicBezTo>
                  <a:pt x="3546" y="3555"/>
                  <a:pt x="3559" y="3556"/>
                  <a:pt x="3573" y="3556"/>
                </a:cubicBezTo>
                <a:cubicBezTo>
                  <a:pt x="3623" y="3556"/>
                  <a:pt x="3673" y="3543"/>
                  <a:pt x="3717" y="3516"/>
                </a:cubicBezTo>
                <a:cubicBezTo>
                  <a:pt x="5532" y="2476"/>
                  <a:pt x="6944" y="1344"/>
                  <a:pt x="9136" y="1207"/>
                </a:cubicBezTo>
                <a:cubicBezTo>
                  <a:pt x="9298" y="1196"/>
                  <a:pt x="9460" y="1191"/>
                  <a:pt x="9622" y="1191"/>
                </a:cubicBezTo>
                <a:close/>
                <a:moveTo>
                  <a:pt x="18507" y="11885"/>
                </a:moveTo>
                <a:cubicBezTo>
                  <a:pt x="20445" y="12900"/>
                  <a:pt x="21976" y="14481"/>
                  <a:pt x="22813" y="16335"/>
                </a:cubicBezTo>
                <a:cubicBezTo>
                  <a:pt x="21780" y="16759"/>
                  <a:pt x="20647" y="16964"/>
                  <a:pt x="19504" y="16964"/>
                </a:cubicBezTo>
                <a:cubicBezTo>
                  <a:pt x="18187" y="16964"/>
                  <a:pt x="16856" y="16692"/>
                  <a:pt x="15649" y="16169"/>
                </a:cubicBezTo>
                <a:cubicBezTo>
                  <a:pt x="16800" y="15293"/>
                  <a:pt x="17727" y="14157"/>
                  <a:pt x="18254" y="12714"/>
                </a:cubicBezTo>
                <a:lnTo>
                  <a:pt x="18254" y="12715"/>
                </a:lnTo>
                <a:cubicBezTo>
                  <a:pt x="18352" y="12443"/>
                  <a:pt x="18438" y="12166"/>
                  <a:pt x="18507" y="11885"/>
                </a:cubicBezTo>
                <a:close/>
                <a:moveTo>
                  <a:pt x="10357" y="11801"/>
                </a:moveTo>
                <a:cubicBezTo>
                  <a:pt x="10814" y="13567"/>
                  <a:pt x="11948" y="15027"/>
                  <a:pt x="13414" y="16108"/>
                </a:cubicBezTo>
                <a:lnTo>
                  <a:pt x="13414" y="16109"/>
                </a:lnTo>
                <a:cubicBezTo>
                  <a:pt x="11937" y="16849"/>
                  <a:pt x="10221" y="17287"/>
                  <a:pt x="8552" y="17287"/>
                </a:cubicBezTo>
                <a:cubicBezTo>
                  <a:pt x="7559" y="17287"/>
                  <a:pt x="6583" y="17132"/>
                  <a:pt x="5684" y="16794"/>
                </a:cubicBezTo>
                <a:cubicBezTo>
                  <a:pt x="6276" y="14376"/>
                  <a:pt x="8033" y="12813"/>
                  <a:pt x="10357" y="11801"/>
                </a:cubicBezTo>
                <a:close/>
                <a:moveTo>
                  <a:pt x="14597" y="16860"/>
                </a:moveTo>
                <a:cubicBezTo>
                  <a:pt x="16211" y="17742"/>
                  <a:pt x="18071" y="18226"/>
                  <a:pt x="19836" y="18239"/>
                </a:cubicBezTo>
                <a:cubicBezTo>
                  <a:pt x="19855" y="18239"/>
                  <a:pt x="19875" y="18239"/>
                  <a:pt x="19894" y="18239"/>
                </a:cubicBezTo>
                <a:cubicBezTo>
                  <a:pt x="21057" y="18239"/>
                  <a:pt x="22193" y="17983"/>
                  <a:pt x="23243" y="17533"/>
                </a:cubicBezTo>
                <a:lnTo>
                  <a:pt x="23243" y="17533"/>
                </a:lnTo>
                <a:cubicBezTo>
                  <a:pt x="23754" y="19405"/>
                  <a:pt x="23580" y="21466"/>
                  <a:pt x="22464" y="23460"/>
                </a:cubicBezTo>
                <a:cubicBezTo>
                  <a:pt x="20882" y="26284"/>
                  <a:pt x="18005" y="27654"/>
                  <a:pt x="15044" y="27654"/>
                </a:cubicBezTo>
                <a:cubicBezTo>
                  <a:pt x="13094" y="27654"/>
                  <a:pt x="11108" y="27060"/>
                  <a:pt x="9432" y="25894"/>
                </a:cubicBezTo>
                <a:cubicBezTo>
                  <a:pt x="7730" y="24710"/>
                  <a:pt x="6408" y="22914"/>
                  <a:pt x="5813" y="20917"/>
                </a:cubicBezTo>
                <a:cubicBezTo>
                  <a:pt x="5908" y="20794"/>
                  <a:pt x="5926" y="20630"/>
                  <a:pt x="5860" y="20490"/>
                </a:cubicBezTo>
                <a:lnTo>
                  <a:pt x="5860" y="20490"/>
                </a:lnTo>
                <a:lnTo>
                  <a:pt x="5861" y="20491"/>
                </a:lnTo>
                <a:cubicBezTo>
                  <a:pt x="5707" y="20141"/>
                  <a:pt x="5589" y="19777"/>
                  <a:pt x="5511" y="19402"/>
                </a:cubicBezTo>
                <a:cubicBezTo>
                  <a:pt x="5467" y="18994"/>
                  <a:pt x="5455" y="18582"/>
                  <a:pt x="5478" y="18171"/>
                </a:cubicBezTo>
                <a:cubicBezTo>
                  <a:pt x="5480" y="18134"/>
                  <a:pt x="5485" y="18100"/>
                  <a:pt x="5488" y="18063"/>
                </a:cubicBezTo>
                <a:cubicBezTo>
                  <a:pt x="6301" y="18358"/>
                  <a:pt x="7183" y="18520"/>
                  <a:pt x="8115" y="18520"/>
                </a:cubicBezTo>
                <a:cubicBezTo>
                  <a:pt x="8208" y="18520"/>
                  <a:pt x="8302" y="18518"/>
                  <a:pt x="8396" y="18515"/>
                </a:cubicBezTo>
                <a:cubicBezTo>
                  <a:pt x="10491" y="18442"/>
                  <a:pt x="12735" y="17924"/>
                  <a:pt x="14597" y="16860"/>
                </a:cubicBezTo>
                <a:close/>
                <a:moveTo>
                  <a:pt x="9193" y="1"/>
                </a:moveTo>
                <a:cubicBezTo>
                  <a:pt x="6999" y="1"/>
                  <a:pt x="4863" y="714"/>
                  <a:pt x="3713" y="2437"/>
                </a:cubicBezTo>
                <a:cubicBezTo>
                  <a:pt x="1187" y="4294"/>
                  <a:pt x="0" y="7949"/>
                  <a:pt x="275" y="10991"/>
                </a:cubicBezTo>
                <a:cubicBezTo>
                  <a:pt x="530" y="13822"/>
                  <a:pt x="2073" y="16256"/>
                  <a:pt x="4353" y="17543"/>
                </a:cubicBezTo>
                <a:cubicBezTo>
                  <a:pt x="4334" y="18048"/>
                  <a:pt x="4379" y="18553"/>
                  <a:pt x="4485" y="19048"/>
                </a:cubicBezTo>
                <a:cubicBezTo>
                  <a:pt x="4501" y="20156"/>
                  <a:pt x="4704" y="21244"/>
                  <a:pt x="5099" y="22206"/>
                </a:cubicBezTo>
                <a:cubicBezTo>
                  <a:pt x="6782" y="26306"/>
                  <a:pt x="10993" y="28980"/>
                  <a:pt x="15346" y="28980"/>
                </a:cubicBezTo>
                <a:cubicBezTo>
                  <a:pt x="16130" y="28980"/>
                  <a:pt x="16918" y="28893"/>
                  <a:pt x="17698" y="28712"/>
                </a:cubicBezTo>
                <a:cubicBezTo>
                  <a:pt x="22311" y="27642"/>
                  <a:pt x="25477" y="22829"/>
                  <a:pt x="24876" y="18171"/>
                </a:cubicBezTo>
                <a:cubicBezTo>
                  <a:pt x="24815" y="17713"/>
                  <a:pt x="24717" y="17260"/>
                  <a:pt x="24582" y="16818"/>
                </a:cubicBezTo>
                <a:cubicBezTo>
                  <a:pt x="26550" y="15547"/>
                  <a:pt x="28024" y="13524"/>
                  <a:pt x="28441" y="11154"/>
                </a:cubicBezTo>
                <a:cubicBezTo>
                  <a:pt x="29253" y="6545"/>
                  <a:pt x="26353" y="2608"/>
                  <a:pt x="22191" y="938"/>
                </a:cubicBezTo>
                <a:cubicBezTo>
                  <a:pt x="20987" y="455"/>
                  <a:pt x="19607" y="199"/>
                  <a:pt x="18228" y="199"/>
                </a:cubicBezTo>
                <a:cubicBezTo>
                  <a:pt x="16729" y="199"/>
                  <a:pt x="15231" y="502"/>
                  <a:pt x="13964" y="1145"/>
                </a:cubicBezTo>
                <a:cubicBezTo>
                  <a:pt x="12626" y="428"/>
                  <a:pt x="10892" y="1"/>
                  <a:pt x="91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9"/>
          <p:cNvSpPr txBox="1"/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Throughput</a:t>
            </a:r>
            <a:endParaRPr sz="2100"/>
          </a:p>
        </p:txBody>
      </p:sp>
      <p:sp>
        <p:nvSpPr>
          <p:cNvPr id="830" name="Google Shape;830;p29"/>
          <p:cNvSpPr txBox="1"/>
          <p:nvPr>
            <p:ph idx="1" type="subTitle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Orders per second</a:t>
            </a:r>
            <a:endParaRPr/>
          </a:p>
        </p:txBody>
      </p:sp>
      <p:sp>
        <p:nvSpPr>
          <p:cNvPr id="831" name="Google Shape;831;p29"/>
          <p:cNvSpPr txBox="1"/>
          <p:nvPr>
            <p:ph idx="2" type="title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Latency</a:t>
            </a:r>
            <a:endParaRPr sz="2100"/>
          </a:p>
        </p:txBody>
      </p:sp>
      <p:sp>
        <p:nvSpPr>
          <p:cNvPr id="832" name="Google Shape;832;p29"/>
          <p:cNvSpPr txBox="1"/>
          <p:nvPr>
            <p:ph idx="3" type="subTitle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Answer in milliseconds</a:t>
            </a:r>
            <a:endParaRPr/>
          </a:p>
        </p:txBody>
      </p:sp>
      <p:sp>
        <p:nvSpPr>
          <p:cNvPr id="833" name="Google Shape;833;p29"/>
          <p:cNvSpPr txBox="1"/>
          <p:nvPr>
            <p:ph idx="4" type="title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/>
              <a:t>Concurrency</a:t>
            </a:r>
            <a:endParaRPr sz="2100"/>
          </a:p>
        </p:txBody>
      </p:sp>
      <p:sp>
        <p:nvSpPr>
          <p:cNvPr id="834" name="Google Shape;834;p29"/>
          <p:cNvSpPr txBox="1"/>
          <p:nvPr>
            <p:ph idx="5" type="subTitle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Peak days · Sales events</a:t>
            </a:r>
            <a:endParaRPr/>
          </a:p>
        </p:txBody>
      </p:sp>
      <p:sp>
        <p:nvSpPr>
          <p:cNvPr id="835" name="Google Shape;835;p29"/>
          <p:cNvSpPr txBox="1"/>
          <p:nvPr>
            <p:ph idx="6" type="title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Compute Priorities</a:t>
            </a:r>
            <a:endParaRPr/>
          </a:p>
        </p:txBody>
      </p:sp>
      <p:sp>
        <p:nvSpPr>
          <p:cNvPr id="836" name="Google Shape;836;p29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9"/>
          <p:cNvSpPr/>
          <p:nvPr/>
        </p:nvSpPr>
        <p:spPr>
          <a:xfrm>
            <a:off x="6908293" y="1608513"/>
            <a:ext cx="446360" cy="322962"/>
          </a:xfrm>
          <a:custGeom>
            <a:rect b="b" l="l" r="r" t="t"/>
            <a:pathLst>
              <a:path extrusionOk="0" h="7479" w="10336">
                <a:moveTo>
                  <a:pt x="7787" y="900"/>
                </a:moveTo>
                <a:cubicBezTo>
                  <a:pt x="7073" y="1733"/>
                  <a:pt x="6311" y="2638"/>
                  <a:pt x="5263" y="2948"/>
                </a:cubicBezTo>
                <a:cubicBezTo>
                  <a:pt x="5187" y="2970"/>
                  <a:pt x="5111" y="2980"/>
                  <a:pt x="5036" y="2980"/>
                </a:cubicBezTo>
                <a:cubicBezTo>
                  <a:pt x="4384" y="2980"/>
                  <a:pt x="3780" y="2215"/>
                  <a:pt x="3310" y="1852"/>
                </a:cubicBezTo>
                <a:cubicBezTo>
                  <a:pt x="2929" y="1566"/>
                  <a:pt x="2524" y="1328"/>
                  <a:pt x="2120" y="1114"/>
                </a:cubicBezTo>
                <a:cubicBezTo>
                  <a:pt x="3596" y="1114"/>
                  <a:pt x="5120" y="1114"/>
                  <a:pt x="6597" y="995"/>
                </a:cubicBezTo>
                <a:cubicBezTo>
                  <a:pt x="6740" y="995"/>
                  <a:pt x="7287" y="900"/>
                  <a:pt x="7787" y="900"/>
                </a:cubicBezTo>
                <a:close/>
                <a:moveTo>
                  <a:pt x="8669" y="1304"/>
                </a:moveTo>
                <a:cubicBezTo>
                  <a:pt x="8716" y="1852"/>
                  <a:pt x="8550" y="2495"/>
                  <a:pt x="8573" y="3067"/>
                </a:cubicBezTo>
                <a:cubicBezTo>
                  <a:pt x="8621" y="3757"/>
                  <a:pt x="8716" y="4448"/>
                  <a:pt x="8740" y="5138"/>
                </a:cubicBezTo>
                <a:cubicBezTo>
                  <a:pt x="8740" y="5377"/>
                  <a:pt x="8740" y="5615"/>
                  <a:pt x="8716" y="5853"/>
                </a:cubicBezTo>
                <a:cubicBezTo>
                  <a:pt x="8311" y="4829"/>
                  <a:pt x="7692" y="3900"/>
                  <a:pt x="6930" y="3090"/>
                </a:cubicBezTo>
                <a:cubicBezTo>
                  <a:pt x="7549" y="2543"/>
                  <a:pt x="8121" y="1947"/>
                  <a:pt x="8669" y="1304"/>
                </a:cubicBezTo>
                <a:close/>
                <a:moveTo>
                  <a:pt x="929" y="1543"/>
                </a:moveTo>
                <a:lnTo>
                  <a:pt x="929" y="1543"/>
                </a:lnTo>
                <a:cubicBezTo>
                  <a:pt x="1739" y="1947"/>
                  <a:pt x="2477" y="2424"/>
                  <a:pt x="3191" y="2971"/>
                </a:cubicBezTo>
                <a:cubicBezTo>
                  <a:pt x="2524" y="4186"/>
                  <a:pt x="1643" y="5258"/>
                  <a:pt x="1072" y="6544"/>
                </a:cubicBezTo>
                <a:lnTo>
                  <a:pt x="1048" y="6520"/>
                </a:lnTo>
                <a:cubicBezTo>
                  <a:pt x="1024" y="4877"/>
                  <a:pt x="976" y="3210"/>
                  <a:pt x="929" y="1543"/>
                </a:cubicBezTo>
                <a:close/>
                <a:moveTo>
                  <a:pt x="3929" y="3543"/>
                </a:moveTo>
                <a:cubicBezTo>
                  <a:pt x="4276" y="3767"/>
                  <a:pt x="4675" y="3887"/>
                  <a:pt x="5096" y="3887"/>
                </a:cubicBezTo>
                <a:cubicBezTo>
                  <a:pt x="5167" y="3887"/>
                  <a:pt x="5239" y="3883"/>
                  <a:pt x="5311" y="3876"/>
                </a:cubicBezTo>
                <a:cubicBezTo>
                  <a:pt x="5573" y="3829"/>
                  <a:pt x="5858" y="3733"/>
                  <a:pt x="6120" y="3614"/>
                </a:cubicBezTo>
                <a:cubicBezTo>
                  <a:pt x="6930" y="4400"/>
                  <a:pt x="7573" y="5377"/>
                  <a:pt x="7978" y="6448"/>
                </a:cubicBezTo>
                <a:cubicBezTo>
                  <a:pt x="7764" y="6424"/>
                  <a:pt x="7549" y="6401"/>
                  <a:pt x="7430" y="6401"/>
                </a:cubicBezTo>
                <a:cubicBezTo>
                  <a:pt x="7209" y="6395"/>
                  <a:pt x="6988" y="6392"/>
                  <a:pt x="6766" y="6392"/>
                </a:cubicBezTo>
                <a:cubicBezTo>
                  <a:pt x="5202" y="6392"/>
                  <a:pt x="3637" y="6523"/>
                  <a:pt x="2072" y="6544"/>
                </a:cubicBezTo>
                <a:cubicBezTo>
                  <a:pt x="2596" y="5496"/>
                  <a:pt x="3358" y="4567"/>
                  <a:pt x="3929" y="3543"/>
                </a:cubicBezTo>
                <a:close/>
                <a:moveTo>
                  <a:pt x="7605" y="1"/>
                </a:moveTo>
                <a:cubicBezTo>
                  <a:pt x="6840" y="1"/>
                  <a:pt x="6076" y="114"/>
                  <a:pt x="5311" y="114"/>
                </a:cubicBezTo>
                <a:cubicBezTo>
                  <a:pt x="3691" y="114"/>
                  <a:pt x="2096" y="161"/>
                  <a:pt x="476" y="185"/>
                </a:cubicBezTo>
                <a:cubicBezTo>
                  <a:pt x="456" y="181"/>
                  <a:pt x="436" y="179"/>
                  <a:pt x="415" y="179"/>
                </a:cubicBezTo>
                <a:cubicBezTo>
                  <a:pt x="318" y="179"/>
                  <a:pt x="226" y="225"/>
                  <a:pt x="167" y="304"/>
                </a:cubicBezTo>
                <a:cubicBezTo>
                  <a:pt x="72" y="376"/>
                  <a:pt x="0" y="495"/>
                  <a:pt x="24" y="638"/>
                </a:cubicBezTo>
                <a:cubicBezTo>
                  <a:pt x="24" y="2757"/>
                  <a:pt x="119" y="4877"/>
                  <a:pt x="143" y="6972"/>
                </a:cubicBezTo>
                <a:cubicBezTo>
                  <a:pt x="143" y="7234"/>
                  <a:pt x="334" y="7448"/>
                  <a:pt x="595" y="7448"/>
                </a:cubicBezTo>
                <a:cubicBezTo>
                  <a:pt x="1022" y="7470"/>
                  <a:pt x="1449" y="7479"/>
                  <a:pt x="1877" y="7479"/>
                </a:cubicBezTo>
                <a:cubicBezTo>
                  <a:pt x="2857" y="7479"/>
                  <a:pt x="3840" y="7434"/>
                  <a:pt x="4834" y="7401"/>
                </a:cubicBezTo>
                <a:cubicBezTo>
                  <a:pt x="5059" y="7392"/>
                  <a:pt x="5288" y="7389"/>
                  <a:pt x="5519" y="7389"/>
                </a:cubicBezTo>
                <a:cubicBezTo>
                  <a:pt x="6011" y="7389"/>
                  <a:pt x="6514" y="7403"/>
                  <a:pt x="7014" y="7403"/>
                </a:cubicBezTo>
                <a:cubicBezTo>
                  <a:pt x="7527" y="7403"/>
                  <a:pt x="8037" y="7388"/>
                  <a:pt x="8526" y="7329"/>
                </a:cubicBezTo>
                <a:cubicBezTo>
                  <a:pt x="10336" y="7067"/>
                  <a:pt x="9597" y="4281"/>
                  <a:pt x="9502" y="3067"/>
                </a:cubicBezTo>
                <a:cubicBezTo>
                  <a:pt x="9454" y="2305"/>
                  <a:pt x="9597" y="1566"/>
                  <a:pt x="9502" y="804"/>
                </a:cubicBezTo>
                <a:cubicBezTo>
                  <a:pt x="9454" y="542"/>
                  <a:pt x="9288" y="304"/>
                  <a:pt x="9026" y="185"/>
                </a:cubicBezTo>
                <a:cubicBezTo>
                  <a:pt x="8947" y="106"/>
                  <a:pt x="8835" y="60"/>
                  <a:pt x="8718" y="60"/>
                </a:cubicBezTo>
                <a:cubicBezTo>
                  <a:pt x="8694" y="60"/>
                  <a:pt x="8669" y="62"/>
                  <a:pt x="8645" y="66"/>
                </a:cubicBezTo>
                <a:cubicBezTo>
                  <a:pt x="8454" y="42"/>
                  <a:pt x="8288" y="18"/>
                  <a:pt x="8097" y="18"/>
                </a:cubicBezTo>
                <a:cubicBezTo>
                  <a:pt x="7933" y="6"/>
                  <a:pt x="7769" y="1"/>
                  <a:pt x="760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4604357" y="2348657"/>
            <a:ext cx="381583" cy="466026"/>
          </a:xfrm>
          <a:custGeom>
            <a:rect b="b" l="l" r="r" t="t"/>
            <a:pathLst>
              <a:path extrusionOk="0" h="10792" w="8836">
                <a:moveTo>
                  <a:pt x="4591" y="1049"/>
                </a:moveTo>
                <a:cubicBezTo>
                  <a:pt x="4609" y="1049"/>
                  <a:pt x="4626" y="1049"/>
                  <a:pt x="4644" y="1050"/>
                </a:cubicBezTo>
                <a:cubicBezTo>
                  <a:pt x="6502" y="1050"/>
                  <a:pt x="6883" y="3550"/>
                  <a:pt x="5430" y="4455"/>
                </a:cubicBezTo>
                <a:cubicBezTo>
                  <a:pt x="5131" y="4652"/>
                  <a:pt x="4810" y="4740"/>
                  <a:pt x="4493" y="4740"/>
                </a:cubicBezTo>
                <a:cubicBezTo>
                  <a:pt x="3551" y="4740"/>
                  <a:pt x="2655" y="3960"/>
                  <a:pt x="2548" y="2979"/>
                </a:cubicBezTo>
                <a:cubicBezTo>
                  <a:pt x="2408" y="1760"/>
                  <a:pt x="3512" y="1049"/>
                  <a:pt x="4591" y="1049"/>
                </a:cubicBezTo>
                <a:close/>
                <a:moveTo>
                  <a:pt x="3096" y="5384"/>
                </a:moveTo>
                <a:cubicBezTo>
                  <a:pt x="3560" y="5599"/>
                  <a:pt x="4070" y="5711"/>
                  <a:pt x="4585" y="5711"/>
                </a:cubicBezTo>
                <a:cubicBezTo>
                  <a:pt x="4811" y="5711"/>
                  <a:pt x="5038" y="5689"/>
                  <a:pt x="5263" y="5646"/>
                </a:cubicBezTo>
                <a:cubicBezTo>
                  <a:pt x="5478" y="5598"/>
                  <a:pt x="5692" y="5527"/>
                  <a:pt x="5906" y="5432"/>
                </a:cubicBezTo>
                <a:cubicBezTo>
                  <a:pt x="6740" y="6313"/>
                  <a:pt x="7311" y="7432"/>
                  <a:pt x="7549" y="8623"/>
                </a:cubicBezTo>
                <a:cubicBezTo>
                  <a:pt x="7692" y="9313"/>
                  <a:pt x="5263" y="9718"/>
                  <a:pt x="4716" y="9742"/>
                </a:cubicBezTo>
                <a:cubicBezTo>
                  <a:pt x="4577" y="9754"/>
                  <a:pt x="4438" y="9760"/>
                  <a:pt x="4300" y="9760"/>
                </a:cubicBezTo>
                <a:cubicBezTo>
                  <a:pt x="3346" y="9760"/>
                  <a:pt x="2407" y="9476"/>
                  <a:pt x="1596" y="8956"/>
                </a:cubicBezTo>
                <a:cubicBezTo>
                  <a:pt x="1215" y="8718"/>
                  <a:pt x="1310" y="8980"/>
                  <a:pt x="1358" y="8623"/>
                </a:cubicBezTo>
                <a:lnTo>
                  <a:pt x="1382" y="8599"/>
                </a:lnTo>
                <a:cubicBezTo>
                  <a:pt x="1453" y="8265"/>
                  <a:pt x="1548" y="7908"/>
                  <a:pt x="1667" y="7599"/>
                </a:cubicBezTo>
                <a:cubicBezTo>
                  <a:pt x="1977" y="6765"/>
                  <a:pt x="2453" y="6003"/>
                  <a:pt x="3096" y="5384"/>
                </a:cubicBezTo>
                <a:close/>
                <a:moveTo>
                  <a:pt x="4754" y="0"/>
                </a:moveTo>
                <a:cubicBezTo>
                  <a:pt x="4725" y="0"/>
                  <a:pt x="4697" y="1"/>
                  <a:pt x="4668" y="2"/>
                </a:cubicBezTo>
                <a:cubicBezTo>
                  <a:pt x="3001" y="2"/>
                  <a:pt x="1620" y="1050"/>
                  <a:pt x="1501" y="2741"/>
                </a:cubicBezTo>
                <a:cubicBezTo>
                  <a:pt x="1429" y="3503"/>
                  <a:pt x="1691" y="4241"/>
                  <a:pt x="2215" y="4789"/>
                </a:cubicBezTo>
                <a:cubicBezTo>
                  <a:pt x="1596" y="5432"/>
                  <a:pt x="1120" y="6170"/>
                  <a:pt x="786" y="6980"/>
                </a:cubicBezTo>
                <a:cubicBezTo>
                  <a:pt x="572" y="7527"/>
                  <a:pt x="0" y="8647"/>
                  <a:pt x="357" y="9218"/>
                </a:cubicBezTo>
                <a:cubicBezTo>
                  <a:pt x="1089" y="10499"/>
                  <a:pt x="3205" y="10791"/>
                  <a:pt x="4553" y="10791"/>
                </a:cubicBezTo>
                <a:cubicBezTo>
                  <a:pt x="4609" y="10791"/>
                  <a:pt x="4663" y="10791"/>
                  <a:pt x="4716" y="10790"/>
                </a:cubicBezTo>
                <a:cubicBezTo>
                  <a:pt x="5930" y="10766"/>
                  <a:pt x="7907" y="10361"/>
                  <a:pt x="8502" y="9147"/>
                </a:cubicBezTo>
                <a:cubicBezTo>
                  <a:pt x="8835" y="8504"/>
                  <a:pt x="8335" y="7456"/>
                  <a:pt x="8073" y="6837"/>
                </a:cubicBezTo>
                <a:cubicBezTo>
                  <a:pt x="7740" y="6051"/>
                  <a:pt x="7288" y="5336"/>
                  <a:pt x="6668" y="4741"/>
                </a:cubicBezTo>
                <a:cubicBezTo>
                  <a:pt x="7145" y="4098"/>
                  <a:pt x="7383" y="3336"/>
                  <a:pt x="7359" y="2526"/>
                </a:cubicBezTo>
                <a:cubicBezTo>
                  <a:pt x="7312" y="1126"/>
                  <a:pt x="6145" y="0"/>
                  <a:pt x="47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9" name="Google Shape;839;p29"/>
          <p:cNvGrpSpPr/>
          <p:nvPr/>
        </p:nvGrpSpPr>
        <p:grpSpPr>
          <a:xfrm>
            <a:off x="2233194" y="1585547"/>
            <a:ext cx="457718" cy="368908"/>
            <a:chOff x="1634225" y="2385300"/>
            <a:chExt cx="264975" cy="213575"/>
          </a:xfrm>
        </p:grpSpPr>
        <p:sp>
          <p:nvSpPr>
            <p:cNvPr id="840" name="Google Shape;840;p29"/>
            <p:cNvSpPr/>
            <p:nvPr/>
          </p:nvSpPr>
          <p:spPr>
            <a:xfrm>
              <a:off x="1634225" y="2385300"/>
              <a:ext cx="264975" cy="213575"/>
            </a:xfrm>
            <a:custGeom>
              <a:rect b="b" l="l" r="r" t="t"/>
              <a:pathLst>
                <a:path extrusionOk="0" h="8543" w="10599">
                  <a:moveTo>
                    <a:pt x="1287" y="944"/>
                  </a:moveTo>
                  <a:cubicBezTo>
                    <a:pt x="2532" y="944"/>
                    <a:pt x="3776" y="1089"/>
                    <a:pt x="5040" y="1089"/>
                  </a:cubicBezTo>
                  <a:cubicBezTo>
                    <a:pt x="5131" y="1089"/>
                    <a:pt x="5221" y="1088"/>
                    <a:pt x="5312" y="1087"/>
                  </a:cubicBezTo>
                  <a:cubicBezTo>
                    <a:pt x="6417" y="1065"/>
                    <a:pt x="7522" y="965"/>
                    <a:pt x="8627" y="965"/>
                  </a:cubicBezTo>
                  <a:cubicBezTo>
                    <a:pt x="8736" y="965"/>
                    <a:pt x="8846" y="966"/>
                    <a:pt x="8955" y="968"/>
                  </a:cubicBezTo>
                  <a:cubicBezTo>
                    <a:pt x="9622" y="992"/>
                    <a:pt x="9265" y="2968"/>
                    <a:pt x="9265" y="3468"/>
                  </a:cubicBezTo>
                  <a:cubicBezTo>
                    <a:pt x="9289" y="4849"/>
                    <a:pt x="9551" y="6231"/>
                    <a:pt x="9312" y="7588"/>
                  </a:cubicBezTo>
                  <a:lnTo>
                    <a:pt x="9312" y="7564"/>
                  </a:lnTo>
                  <a:cubicBezTo>
                    <a:pt x="8375" y="7466"/>
                    <a:pt x="7449" y="7412"/>
                    <a:pt x="6519" y="7412"/>
                  </a:cubicBezTo>
                  <a:cubicBezTo>
                    <a:pt x="6102" y="7412"/>
                    <a:pt x="5684" y="7423"/>
                    <a:pt x="5264" y="7445"/>
                  </a:cubicBezTo>
                  <a:cubicBezTo>
                    <a:pt x="4396" y="7524"/>
                    <a:pt x="3512" y="7570"/>
                    <a:pt x="2624" y="7570"/>
                  </a:cubicBezTo>
                  <a:cubicBezTo>
                    <a:pt x="2441" y="7570"/>
                    <a:pt x="2257" y="7568"/>
                    <a:pt x="2073" y="7564"/>
                  </a:cubicBezTo>
                  <a:cubicBezTo>
                    <a:pt x="1501" y="7540"/>
                    <a:pt x="1263" y="7540"/>
                    <a:pt x="1287" y="6969"/>
                  </a:cubicBezTo>
                  <a:cubicBezTo>
                    <a:pt x="1287" y="6469"/>
                    <a:pt x="1382" y="5969"/>
                    <a:pt x="1382" y="5469"/>
                  </a:cubicBezTo>
                  <a:cubicBezTo>
                    <a:pt x="1382" y="3968"/>
                    <a:pt x="1287" y="2444"/>
                    <a:pt x="1287" y="944"/>
                  </a:cubicBezTo>
                  <a:close/>
                  <a:moveTo>
                    <a:pt x="1693" y="0"/>
                  </a:moveTo>
                  <a:cubicBezTo>
                    <a:pt x="1399" y="0"/>
                    <a:pt x="1105" y="4"/>
                    <a:pt x="811" y="15"/>
                  </a:cubicBezTo>
                  <a:cubicBezTo>
                    <a:pt x="715" y="15"/>
                    <a:pt x="644" y="39"/>
                    <a:pt x="573" y="87"/>
                  </a:cubicBezTo>
                  <a:cubicBezTo>
                    <a:pt x="430" y="158"/>
                    <a:pt x="334" y="301"/>
                    <a:pt x="358" y="468"/>
                  </a:cubicBezTo>
                  <a:cubicBezTo>
                    <a:pt x="358" y="2254"/>
                    <a:pt x="525" y="4040"/>
                    <a:pt x="453" y="5826"/>
                  </a:cubicBezTo>
                  <a:cubicBezTo>
                    <a:pt x="406" y="6659"/>
                    <a:pt x="1" y="7921"/>
                    <a:pt x="1049" y="8303"/>
                  </a:cubicBezTo>
                  <a:cubicBezTo>
                    <a:pt x="1524" y="8486"/>
                    <a:pt x="2063" y="8542"/>
                    <a:pt x="2614" y="8542"/>
                  </a:cubicBezTo>
                  <a:cubicBezTo>
                    <a:pt x="3279" y="8542"/>
                    <a:pt x="3962" y="8461"/>
                    <a:pt x="4573" y="8422"/>
                  </a:cubicBezTo>
                  <a:cubicBezTo>
                    <a:pt x="5212" y="8377"/>
                    <a:pt x="5853" y="8355"/>
                    <a:pt x="6496" y="8355"/>
                  </a:cubicBezTo>
                  <a:cubicBezTo>
                    <a:pt x="7555" y="8355"/>
                    <a:pt x="8617" y="8413"/>
                    <a:pt x="9670" y="8517"/>
                  </a:cubicBezTo>
                  <a:cubicBezTo>
                    <a:pt x="9884" y="8517"/>
                    <a:pt x="10074" y="8374"/>
                    <a:pt x="10122" y="8183"/>
                  </a:cubicBezTo>
                  <a:cubicBezTo>
                    <a:pt x="10527" y="6636"/>
                    <a:pt x="10265" y="5040"/>
                    <a:pt x="10194" y="3468"/>
                  </a:cubicBezTo>
                  <a:cubicBezTo>
                    <a:pt x="10170" y="2587"/>
                    <a:pt x="10598" y="1087"/>
                    <a:pt x="9908" y="372"/>
                  </a:cubicBezTo>
                  <a:cubicBezTo>
                    <a:pt x="9574" y="63"/>
                    <a:pt x="9193" y="63"/>
                    <a:pt x="8765" y="39"/>
                  </a:cubicBezTo>
                  <a:cubicBezTo>
                    <a:pt x="8304" y="39"/>
                    <a:pt x="7844" y="28"/>
                    <a:pt x="7391" y="28"/>
                  </a:cubicBezTo>
                  <a:cubicBezTo>
                    <a:pt x="7164" y="28"/>
                    <a:pt x="6939" y="31"/>
                    <a:pt x="6717" y="39"/>
                  </a:cubicBezTo>
                  <a:cubicBezTo>
                    <a:pt x="6270" y="66"/>
                    <a:pt x="5824" y="76"/>
                    <a:pt x="5380" y="76"/>
                  </a:cubicBezTo>
                  <a:cubicBezTo>
                    <a:pt x="4150" y="76"/>
                    <a:pt x="2925" y="0"/>
                    <a:pt x="16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1681875" y="2427900"/>
              <a:ext cx="75025" cy="88825"/>
            </a:xfrm>
            <a:custGeom>
              <a:rect b="b" l="l" r="r" t="t"/>
              <a:pathLst>
                <a:path extrusionOk="0" h="3553" w="3001">
                  <a:moveTo>
                    <a:pt x="1548" y="478"/>
                  </a:moveTo>
                  <a:cubicBezTo>
                    <a:pt x="2048" y="478"/>
                    <a:pt x="2143" y="1169"/>
                    <a:pt x="1762" y="1407"/>
                  </a:cubicBezTo>
                  <a:cubicBezTo>
                    <a:pt x="1672" y="1465"/>
                    <a:pt x="1575" y="1492"/>
                    <a:pt x="1481" y="1492"/>
                  </a:cubicBezTo>
                  <a:cubicBezTo>
                    <a:pt x="1225" y="1492"/>
                    <a:pt x="987" y="1298"/>
                    <a:pt x="953" y="1002"/>
                  </a:cubicBezTo>
                  <a:cubicBezTo>
                    <a:pt x="905" y="669"/>
                    <a:pt x="1238" y="478"/>
                    <a:pt x="1548" y="478"/>
                  </a:cubicBezTo>
                  <a:close/>
                  <a:moveTo>
                    <a:pt x="1072" y="1836"/>
                  </a:moveTo>
                  <a:cubicBezTo>
                    <a:pt x="1215" y="1899"/>
                    <a:pt x="1368" y="1931"/>
                    <a:pt x="1525" y="1931"/>
                  </a:cubicBezTo>
                  <a:cubicBezTo>
                    <a:pt x="1604" y="1931"/>
                    <a:pt x="1683" y="1923"/>
                    <a:pt x="1762" y="1907"/>
                  </a:cubicBezTo>
                  <a:cubicBezTo>
                    <a:pt x="1810" y="1907"/>
                    <a:pt x="1881" y="1883"/>
                    <a:pt x="1929" y="1859"/>
                  </a:cubicBezTo>
                  <a:cubicBezTo>
                    <a:pt x="2143" y="2121"/>
                    <a:pt x="2310" y="2431"/>
                    <a:pt x="2382" y="2764"/>
                  </a:cubicBezTo>
                  <a:cubicBezTo>
                    <a:pt x="2429" y="2931"/>
                    <a:pt x="1715" y="3050"/>
                    <a:pt x="1572" y="3050"/>
                  </a:cubicBezTo>
                  <a:cubicBezTo>
                    <a:pt x="1511" y="3058"/>
                    <a:pt x="1450" y="3062"/>
                    <a:pt x="1390" y="3062"/>
                  </a:cubicBezTo>
                  <a:cubicBezTo>
                    <a:pt x="1102" y="3062"/>
                    <a:pt x="832" y="2970"/>
                    <a:pt x="595" y="2812"/>
                  </a:cubicBezTo>
                  <a:cubicBezTo>
                    <a:pt x="595" y="2788"/>
                    <a:pt x="595" y="2764"/>
                    <a:pt x="595" y="2764"/>
                  </a:cubicBezTo>
                  <a:cubicBezTo>
                    <a:pt x="619" y="2669"/>
                    <a:pt x="643" y="2574"/>
                    <a:pt x="667" y="2479"/>
                  </a:cubicBezTo>
                  <a:cubicBezTo>
                    <a:pt x="762" y="2240"/>
                    <a:pt x="905" y="2026"/>
                    <a:pt x="1072" y="1836"/>
                  </a:cubicBezTo>
                  <a:close/>
                  <a:moveTo>
                    <a:pt x="1502" y="1"/>
                  </a:moveTo>
                  <a:cubicBezTo>
                    <a:pt x="974" y="1"/>
                    <a:pt x="523" y="398"/>
                    <a:pt x="476" y="931"/>
                  </a:cubicBezTo>
                  <a:cubicBezTo>
                    <a:pt x="453" y="1169"/>
                    <a:pt x="524" y="1407"/>
                    <a:pt x="691" y="1574"/>
                  </a:cubicBezTo>
                  <a:cubicBezTo>
                    <a:pt x="381" y="1931"/>
                    <a:pt x="0" y="2526"/>
                    <a:pt x="119" y="2955"/>
                  </a:cubicBezTo>
                  <a:cubicBezTo>
                    <a:pt x="238" y="3384"/>
                    <a:pt x="1072" y="3526"/>
                    <a:pt x="1429" y="3550"/>
                  </a:cubicBezTo>
                  <a:cubicBezTo>
                    <a:pt x="1456" y="3552"/>
                    <a:pt x="1484" y="3553"/>
                    <a:pt x="1514" y="3553"/>
                  </a:cubicBezTo>
                  <a:cubicBezTo>
                    <a:pt x="1917" y="3553"/>
                    <a:pt x="2611" y="3401"/>
                    <a:pt x="2810" y="3003"/>
                  </a:cubicBezTo>
                  <a:cubicBezTo>
                    <a:pt x="3001" y="2574"/>
                    <a:pt x="2596" y="1931"/>
                    <a:pt x="2263" y="1550"/>
                  </a:cubicBezTo>
                  <a:cubicBezTo>
                    <a:pt x="2405" y="1359"/>
                    <a:pt x="2453" y="1121"/>
                    <a:pt x="2453" y="859"/>
                  </a:cubicBezTo>
                  <a:cubicBezTo>
                    <a:pt x="2429" y="383"/>
                    <a:pt x="2024" y="2"/>
                    <a:pt x="1548" y="2"/>
                  </a:cubicBezTo>
                  <a:cubicBezTo>
                    <a:pt x="1533" y="1"/>
                    <a:pt x="1517" y="1"/>
                    <a:pt x="15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9"/>
            <p:cNvSpPr/>
            <p:nvPr/>
          </p:nvSpPr>
          <p:spPr>
            <a:xfrm>
              <a:off x="1775600" y="2447875"/>
              <a:ext cx="69925" cy="19450"/>
            </a:xfrm>
            <a:custGeom>
              <a:rect b="b" l="l" r="r" t="t"/>
              <a:pathLst>
                <a:path extrusionOk="0" h="778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6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5" y="463"/>
                  </a:cubicBezTo>
                  <a:cubicBezTo>
                    <a:pt x="1293" y="463"/>
                    <a:pt x="1453" y="659"/>
                    <a:pt x="1633" y="727"/>
                  </a:cubicBezTo>
                  <a:cubicBezTo>
                    <a:pt x="1747" y="762"/>
                    <a:pt x="1860" y="778"/>
                    <a:pt x="1973" y="778"/>
                  </a:cubicBezTo>
                  <a:cubicBezTo>
                    <a:pt x="2167" y="778"/>
                    <a:pt x="2357" y="731"/>
                    <a:pt x="2538" y="656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9"/>
            <p:cNvSpPr/>
            <p:nvPr/>
          </p:nvSpPr>
          <p:spPr>
            <a:xfrm>
              <a:off x="1775600" y="2483600"/>
              <a:ext cx="69925" cy="19750"/>
            </a:xfrm>
            <a:custGeom>
              <a:rect b="b" l="l" r="r" t="t"/>
              <a:pathLst>
                <a:path extrusionOk="0" h="790" w="2797">
                  <a:moveTo>
                    <a:pt x="954" y="1"/>
                  </a:moveTo>
                  <a:cubicBezTo>
                    <a:pt x="698" y="1"/>
                    <a:pt x="442" y="84"/>
                    <a:pt x="228" y="251"/>
                  </a:cubicBezTo>
                  <a:cubicBezTo>
                    <a:pt x="1" y="375"/>
                    <a:pt x="150" y="678"/>
                    <a:pt x="365" y="678"/>
                  </a:cubicBezTo>
                  <a:cubicBezTo>
                    <a:pt x="398" y="678"/>
                    <a:pt x="432" y="671"/>
                    <a:pt x="466" y="655"/>
                  </a:cubicBezTo>
                  <a:cubicBezTo>
                    <a:pt x="657" y="560"/>
                    <a:pt x="847" y="489"/>
                    <a:pt x="1038" y="465"/>
                  </a:cubicBezTo>
                  <a:cubicBezTo>
                    <a:pt x="1050" y="464"/>
                    <a:pt x="1062" y="463"/>
                    <a:pt x="1074" y="463"/>
                  </a:cubicBezTo>
                  <a:cubicBezTo>
                    <a:pt x="1293" y="463"/>
                    <a:pt x="1453" y="660"/>
                    <a:pt x="1633" y="751"/>
                  </a:cubicBezTo>
                  <a:cubicBezTo>
                    <a:pt x="1744" y="776"/>
                    <a:pt x="1855" y="790"/>
                    <a:pt x="1965" y="790"/>
                  </a:cubicBezTo>
                  <a:cubicBezTo>
                    <a:pt x="2162" y="790"/>
                    <a:pt x="2355" y="747"/>
                    <a:pt x="2538" y="655"/>
                  </a:cubicBezTo>
                  <a:cubicBezTo>
                    <a:pt x="2797" y="569"/>
                    <a:pt x="2724" y="190"/>
                    <a:pt x="2495" y="190"/>
                  </a:cubicBezTo>
                  <a:cubicBezTo>
                    <a:pt x="2471" y="190"/>
                    <a:pt x="2446" y="194"/>
                    <a:pt x="2419" y="203"/>
                  </a:cubicBezTo>
                  <a:cubicBezTo>
                    <a:pt x="2253" y="263"/>
                    <a:pt x="2116" y="324"/>
                    <a:pt x="1966" y="324"/>
                  </a:cubicBezTo>
                  <a:cubicBezTo>
                    <a:pt x="1878" y="324"/>
                    <a:pt x="1786" y="303"/>
                    <a:pt x="1681" y="251"/>
                  </a:cubicBezTo>
                  <a:cubicBezTo>
                    <a:pt x="1467" y="84"/>
                    <a:pt x="1210" y="1"/>
                    <a:pt x="9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1708425" y="2525550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8"/>
                  </a:cubicBezTo>
                  <a:cubicBezTo>
                    <a:pt x="1" y="579"/>
                    <a:pt x="141" y="889"/>
                    <a:pt x="350" y="889"/>
                  </a:cubicBezTo>
                  <a:cubicBezTo>
                    <a:pt x="386" y="889"/>
                    <a:pt x="424" y="880"/>
                    <a:pt x="462" y="859"/>
                  </a:cubicBezTo>
                  <a:cubicBezTo>
                    <a:pt x="819" y="668"/>
                    <a:pt x="1224" y="525"/>
                    <a:pt x="1653" y="478"/>
                  </a:cubicBezTo>
                  <a:cubicBezTo>
                    <a:pt x="1678" y="475"/>
                    <a:pt x="1702" y="474"/>
                    <a:pt x="1726" y="474"/>
                  </a:cubicBezTo>
                  <a:cubicBezTo>
                    <a:pt x="2162" y="474"/>
                    <a:pt x="2460" y="866"/>
                    <a:pt x="2844" y="1002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2" y="1096"/>
                    <a:pt x="4047" y="966"/>
                    <a:pt x="4439" y="835"/>
                  </a:cubicBezTo>
                  <a:cubicBezTo>
                    <a:pt x="4698" y="749"/>
                    <a:pt x="4625" y="369"/>
                    <a:pt x="4396" y="369"/>
                  </a:cubicBezTo>
                  <a:cubicBezTo>
                    <a:pt x="4373" y="369"/>
                    <a:pt x="4347" y="374"/>
                    <a:pt x="4320" y="383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3"/>
                    <a:pt x="2772" y="430"/>
                  </a:cubicBezTo>
                  <a:cubicBezTo>
                    <a:pt x="2510" y="263"/>
                    <a:pt x="2201" y="121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5" name="Google Shape;84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011150" y="3560301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6"/>
          <p:cNvSpPr txBox="1"/>
          <p:nvPr>
            <p:ph type="title"/>
          </p:nvPr>
        </p:nvSpPr>
        <p:spPr>
          <a:xfrm>
            <a:off x="1002325" y="711175"/>
            <a:ext cx="3082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It Ships</a:t>
            </a:r>
            <a:endParaRPr/>
          </a:p>
        </p:txBody>
      </p:sp>
      <p:sp>
        <p:nvSpPr>
          <p:cNvPr id="851" name="Google Shape;851;p26"/>
          <p:cNvSpPr txBox="1"/>
          <p:nvPr>
            <p:ph idx="4294967295" type="subTitle"/>
          </p:nvPr>
        </p:nvSpPr>
        <p:spPr>
          <a:xfrm>
            <a:off x="2205650" y="2765738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When is it triggered?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52" name="Google Shape;852;p26"/>
          <p:cNvSpPr txBox="1"/>
          <p:nvPr>
            <p:ph idx="4294967295" type="subTitle"/>
          </p:nvPr>
        </p:nvSpPr>
        <p:spPr>
          <a:xfrm>
            <a:off x="6442525" y="1896775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Who consumes it?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53" name="Google Shape;853;p26"/>
          <p:cNvSpPr txBox="1"/>
          <p:nvPr>
            <p:ph idx="4294967295" type="subTitle"/>
          </p:nvPr>
        </p:nvSpPr>
        <p:spPr>
          <a:xfrm>
            <a:off x="2205650" y="1896775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Batch or online?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54" name="Google Shape;854;p26"/>
          <p:cNvSpPr txBox="1"/>
          <p:nvPr>
            <p:ph idx="4294967295" type="subTitle"/>
          </p:nvPr>
        </p:nvSpPr>
        <p:spPr>
          <a:xfrm>
            <a:off x="2205655" y="3634700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Where does it run?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55" name="Google Shape;855;p26"/>
          <p:cNvSpPr txBox="1"/>
          <p:nvPr>
            <p:ph idx="4294967295" type="subTitle"/>
          </p:nvPr>
        </p:nvSpPr>
        <p:spPr>
          <a:xfrm>
            <a:off x="6442525" y="2765738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What do they do?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56" name="Google Shape;856;p26"/>
          <p:cNvSpPr txBox="1"/>
          <p:nvPr>
            <p:ph idx="4294967295" type="subTitle"/>
          </p:nvPr>
        </p:nvSpPr>
        <p:spPr>
          <a:xfrm>
            <a:off x="6442525" y="3634700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How often retrain?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57" name="Google Shape;857;p26"/>
          <p:cNvSpPr txBox="1"/>
          <p:nvPr>
            <p:ph idx="4294967295" type="subTitle"/>
          </p:nvPr>
        </p:nvSpPr>
        <p:spPr>
          <a:xfrm>
            <a:off x="791138" y="189677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58" name="Google Shape;858;p26"/>
          <p:cNvSpPr txBox="1"/>
          <p:nvPr>
            <p:ph idx="4294967295" type="subTitle"/>
          </p:nvPr>
        </p:nvSpPr>
        <p:spPr>
          <a:xfrm>
            <a:off x="791138" y="2765750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59" name="Google Shape;859;p26"/>
          <p:cNvSpPr txBox="1"/>
          <p:nvPr>
            <p:ph idx="4294967295" type="subTitle"/>
          </p:nvPr>
        </p:nvSpPr>
        <p:spPr>
          <a:xfrm>
            <a:off x="791138" y="363472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60" name="Google Shape;860;p26"/>
          <p:cNvSpPr txBox="1"/>
          <p:nvPr>
            <p:ph idx="4294967295" type="subTitle"/>
          </p:nvPr>
        </p:nvSpPr>
        <p:spPr>
          <a:xfrm>
            <a:off x="5028113" y="189677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61" name="Google Shape;861;p26"/>
          <p:cNvSpPr txBox="1"/>
          <p:nvPr>
            <p:ph idx="4294967295" type="subTitle"/>
          </p:nvPr>
        </p:nvSpPr>
        <p:spPr>
          <a:xfrm>
            <a:off x="5028113" y="2765750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62" name="Google Shape;862;p26"/>
          <p:cNvSpPr txBox="1"/>
          <p:nvPr>
            <p:ph idx="4294967295" type="subTitle"/>
          </p:nvPr>
        </p:nvSpPr>
        <p:spPr>
          <a:xfrm>
            <a:off x="5028113" y="3634725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863" name="Google Shape;863;p26"/>
          <p:cNvCxnSpPr/>
          <p:nvPr/>
        </p:nvCxnSpPr>
        <p:spPr>
          <a:xfrm>
            <a:off x="1805279" y="1896775"/>
            <a:ext cx="0" cy="238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26"/>
          <p:cNvCxnSpPr/>
          <p:nvPr/>
        </p:nvCxnSpPr>
        <p:spPr>
          <a:xfrm>
            <a:off x="6031010" y="1896775"/>
            <a:ext cx="0" cy="238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65" name="Google Shape;8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119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119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119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844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844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844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6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8"/>
          <p:cNvSpPr txBox="1"/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Different Stakeholders</a:t>
            </a:r>
            <a:endParaRPr/>
          </a:p>
        </p:txBody>
      </p:sp>
      <p:sp>
        <p:nvSpPr>
          <p:cNvPr id="877" name="Google Shape;877;p28"/>
          <p:cNvSpPr txBox="1"/>
          <p:nvPr>
            <p:ph idx="4294967295" type="subTitle"/>
          </p:nvPr>
        </p:nvSpPr>
        <p:spPr>
          <a:xfrm>
            <a:off x="3784900" y="2228205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 clear action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78" name="Google Shape;878;p28"/>
          <p:cNvSpPr txBox="1"/>
          <p:nvPr>
            <p:ph idx="4294967295" type="subTitle"/>
          </p:nvPr>
        </p:nvSpPr>
        <p:spPr>
          <a:xfrm>
            <a:off x="5981425" y="2228201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Better metrics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79" name="Google Shape;879;p28"/>
          <p:cNvSpPr txBox="1"/>
          <p:nvPr>
            <p:ph idx="4294967295" type="subTitle"/>
          </p:nvPr>
        </p:nvSpPr>
        <p:spPr>
          <a:xfrm>
            <a:off x="1588375" y="222819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Fewer complaints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80" name="Google Shape;880;p28"/>
          <p:cNvSpPr txBox="1"/>
          <p:nvPr>
            <p:ph idx="4294967295" type="subTitle"/>
          </p:nvPr>
        </p:nvSpPr>
        <p:spPr>
          <a:xfrm>
            <a:off x="2686642" y="376659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Simple to run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81" name="Google Shape;881;p28"/>
          <p:cNvSpPr txBox="1"/>
          <p:nvPr>
            <p:ph idx="4294967295" type="subTitle"/>
          </p:nvPr>
        </p:nvSpPr>
        <p:spPr>
          <a:xfrm>
            <a:off x="4883162" y="3766601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Honest delivery dates</a:t>
            </a:r>
            <a:endParaRPr b="0" i="0" sz="1400" u="none" cap="none" strike="noStrike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82" name="Google Shape;882;p28"/>
          <p:cNvSpPr txBox="1"/>
          <p:nvPr>
            <p:ph idx="4294967295" type="subTitle"/>
          </p:nvPr>
        </p:nvSpPr>
        <p:spPr>
          <a:xfrm>
            <a:off x="5981425" y="1846072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ML Team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83" name="Google Shape;883;p28"/>
          <p:cNvSpPr txBox="1"/>
          <p:nvPr>
            <p:ph idx="4294967295" type="subTitle"/>
          </p:nvPr>
        </p:nvSpPr>
        <p:spPr>
          <a:xfrm>
            <a:off x="4883162" y="3384472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Customer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84" name="Google Shape;884;p28"/>
          <p:cNvSpPr txBox="1"/>
          <p:nvPr>
            <p:ph idx="4294967295" type="subTitle"/>
          </p:nvPr>
        </p:nvSpPr>
        <p:spPr>
          <a:xfrm>
            <a:off x="3784900" y="1846076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Product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85" name="Google Shape;885;p28"/>
          <p:cNvSpPr txBox="1"/>
          <p:nvPr>
            <p:ph idx="4294967295" type="subTitle"/>
          </p:nvPr>
        </p:nvSpPr>
        <p:spPr>
          <a:xfrm>
            <a:off x="1588375" y="184606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Business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86" name="Google Shape;886;p28"/>
          <p:cNvSpPr txBox="1"/>
          <p:nvPr>
            <p:ph idx="4294967295" type="subTitle"/>
          </p:nvPr>
        </p:nvSpPr>
        <p:spPr>
          <a:xfrm>
            <a:off x="2686642" y="3384463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Ops</a:t>
            </a:r>
            <a:endParaRPr b="1" i="0" sz="2100" u="none" cap="none" strike="noStrike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87" name="Google Shape;887;p28"/>
          <p:cNvSpPr/>
          <p:nvPr/>
        </p:nvSpPr>
        <p:spPr>
          <a:xfrm>
            <a:off x="2379676" y="1524996"/>
            <a:ext cx="395002" cy="321088"/>
          </a:xfrm>
          <a:custGeom>
            <a:rect b="b" l="l" r="r" t="t"/>
            <a:pathLst>
              <a:path extrusionOk="0" h="9835" w="12099">
                <a:moveTo>
                  <a:pt x="8478" y="1025"/>
                </a:moveTo>
                <a:cubicBezTo>
                  <a:pt x="8590" y="1025"/>
                  <a:pt x="8563" y="1035"/>
                  <a:pt x="8505" y="1035"/>
                </a:cubicBezTo>
                <a:cubicBezTo>
                  <a:pt x="8476" y="1035"/>
                  <a:pt x="8439" y="1033"/>
                  <a:pt x="8407" y="1025"/>
                </a:cubicBezTo>
                <a:close/>
                <a:moveTo>
                  <a:pt x="8359" y="1049"/>
                </a:moveTo>
                <a:cubicBezTo>
                  <a:pt x="8502" y="1191"/>
                  <a:pt x="8669" y="1334"/>
                  <a:pt x="8788" y="1477"/>
                </a:cubicBezTo>
                <a:cubicBezTo>
                  <a:pt x="9502" y="2120"/>
                  <a:pt x="10169" y="2811"/>
                  <a:pt x="10836" y="3525"/>
                </a:cubicBezTo>
                <a:cubicBezTo>
                  <a:pt x="10503" y="3906"/>
                  <a:pt x="10145" y="4263"/>
                  <a:pt x="9812" y="4621"/>
                </a:cubicBezTo>
                <a:cubicBezTo>
                  <a:pt x="9407" y="4287"/>
                  <a:pt x="8955" y="3954"/>
                  <a:pt x="8812" y="3430"/>
                </a:cubicBezTo>
                <a:cubicBezTo>
                  <a:pt x="8738" y="3176"/>
                  <a:pt x="8527" y="3058"/>
                  <a:pt x="8316" y="3058"/>
                </a:cubicBezTo>
                <a:cubicBezTo>
                  <a:pt x="8052" y="3058"/>
                  <a:pt x="7788" y="3242"/>
                  <a:pt x="7788" y="3573"/>
                </a:cubicBezTo>
                <a:cubicBezTo>
                  <a:pt x="7740" y="4478"/>
                  <a:pt x="7764" y="5359"/>
                  <a:pt x="7740" y="6264"/>
                </a:cubicBezTo>
                <a:cubicBezTo>
                  <a:pt x="7740" y="7026"/>
                  <a:pt x="7931" y="7812"/>
                  <a:pt x="7788" y="8574"/>
                </a:cubicBezTo>
                <a:cubicBezTo>
                  <a:pt x="7753" y="8735"/>
                  <a:pt x="7763" y="8779"/>
                  <a:pt x="7753" y="8779"/>
                </a:cubicBezTo>
                <a:cubicBezTo>
                  <a:pt x="7742" y="8779"/>
                  <a:pt x="7709" y="8729"/>
                  <a:pt x="7573" y="8717"/>
                </a:cubicBezTo>
                <a:cubicBezTo>
                  <a:pt x="7455" y="8710"/>
                  <a:pt x="7334" y="8707"/>
                  <a:pt x="7213" y="8707"/>
                </a:cubicBezTo>
                <a:cubicBezTo>
                  <a:pt x="6920" y="8707"/>
                  <a:pt x="6621" y="8724"/>
                  <a:pt x="6335" y="8741"/>
                </a:cubicBezTo>
                <a:cubicBezTo>
                  <a:pt x="5903" y="8796"/>
                  <a:pt x="5478" y="8819"/>
                  <a:pt x="5057" y="8819"/>
                </a:cubicBezTo>
                <a:cubicBezTo>
                  <a:pt x="4760" y="8819"/>
                  <a:pt x="4464" y="8808"/>
                  <a:pt x="4168" y="8788"/>
                </a:cubicBezTo>
                <a:cubicBezTo>
                  <a:pt x="4168" y="7097"/>
                  <a:pt x="4239" y="5407"/>
                  <a:pt x="4144" y="3716"/>
                </a:cubicBezTo>
                <a:cubicBezTo>
                  <a:pt x="4130" y="3395"/>
                  <a:pt x="3865" y="3199"/>
                  <a:pt x="3602" y="3199"/>
                </a:cubicBezTo>
                <a:cubicBezTo>
                  <a:pt x="3436" y="3199"/>
                  <a:pt x="3269" y="3278"/>
                  <a:pt x="3168" y="3454"/>
                </a:cubicBezTo>
                <a:cubicBezTo>
                  <a:pt x="2834" y="3882"/>
                  <a:pt x="2549" y="4335"/>
                  <a:pt x="2287" y="4811"/>
                </a:cubicBezTo>
                <a:cubicBezTo>
                  <a:pt x="1929" y="4573"/>
                  <a:pt x="1572" y="4311"/>
                  <a:pt x="1191" y="4049"/>
                </a:cubicBezTo>
                <a:cubicBezTo>
                  <a:pt x="1715" y="2811"/>
                  <a:pt x="2596" y="1763"/>
                  <a:pt x="3715" y="1049"/>
                </a:cubicBezTo>
                <a:close/>
                <a:moveTo>
                  <a:pt x="3406" y="1"/>
                </a:moveTo>
                <a:cubicBezTo>
                  <a:pt x="3358" y="25"/>
                  <a:pt x="3287" y="48"/>
                  <a:pt x="3263" y="72"/>
                </a:cubicBezTo>
                <a:cubicBezTo>
                  <a:pt x="1763" y="1001"/>
                  <a:pt x="620" y="2430"/>
                  <a:pt x="48" y="4097"/>
                </a:cubicBezTo>
                <a:cubicBezTo>
                  <a:pt x="0" y="4335"/>
                  <a:pt x="96" y="4573"/>
                  <a:pt x="286" y="4692"/>
                </a:cubicBezTo>
                <a:cubicBezTo>
                  <a:pt x="953" y="5097"/>
                  <a:pt x="1548" y="5573"/>
                  <a:pt x="2215" y="5954"/>
                </a:cubicBezTo>
                <a:cubicBezTo>
                  <a:pt x="2291" y="5992"/>
                  <a:pt x="2377" y="6011"/>
                  <a:pt x="2463" y="6011"/>
                </a:cubicBezTo>
                <a:cubicBezTo>
                  <a:pt x="2647" y="6011"/>
                  <a:pt x="2832" y="5926"/>
                  <a:pt x="2930" y="5764"/>
                </a:cubicBezTo>
                <a:cubicBezTo>
                  <a:pt x="3001" y="5645"/>
                  <a:pt x="3073" y="5502"/>
                  <a:pt x="3144" y="5383"/>
                </a:cubicBezTo>
                <a:lnTo>
                  <a:pt x="3144" y="5383"/>
                </a:lnTo>
                <a:cubicBezTo>
                  <a:pt x="3144" y="6669"/>
                  <a:pt x="3120" y="7931"/>
                  <a:pt x="3120" y="9193"/>
                </a:cubicBezTo>
                <a:cubicBezTo>
                  <a:pt x="3120" y="9431"/>
                  <a:pt x="3287" y="9622"/>
                  <a:pt x="3501" y="9693"/>
                </a:cubicBezTo>
                <a:cubicBezTo>
                  <a:pt x="3969" y="9799"/>
                  <a:pt x="4436" y="9835"/>
                  <a:pt x="4906" y="9835"/>
                </a:cubicBezTo>
                <a:cubicBezTo>
                  <a:pt x="5489" y="9835"/>
                  <a:pt x="6075" y="9780"/>
                  <a:pt x="6668" y="9741"/>
                </a:cubicBezTo>
                <a:cubicBezTo>
                  <a:pt x="6695" y="9740"/>
                  <a:pt x="6722" y="9739"/>
                  <a:pt x="6749" y="9739"/>
                </a:cubicBezTo>
                <a:cubicBezTo>
                  <a:pt x="7006" y="9739"/>
                  <a:pt x="7322" y="9786"/>
                  <a:pt x="7625" y="9786"/>
                </a:cubicBezTo>
                <a:cubicBezTo>
                  <a:pt x="7943" y="9786"/>
                  <a:pt x="8246" y="9735"/>
                  <a:pt x="8455" y="9526"/>
                </a:cubicBezTo>
                <a:cubicBezTo>
                  <a:pt x="8931" y="9050"/>
                  <a:pt x="8907" y="8121"/>
                  <a:pt x="8883" y="7502"/>
                </a:cubicBezTo>
                <a:cubicBezTo>
                  <a:pt x="8836" y="6693"/>
                  <a:pt x="8812" y="5883"/>
                  <a:pt x="8788" y="5049"/>
                </a:cubicBezTo>
                <a:lnTo>
                  <a:pt x="8788" y="5049"/>
                </a:lnTo>
                <a:cubicBezTo>
                  <a:pt x="9050" y="5264"/>
                  <a:pt x="9264" y="5478"/>
                  <a:pt x="9479" y="5740"/>
                </a:cubicBezTo>
                <a:cubicBezTo>
                  <a:pt x="9586" y="5835"/>
                  <a:pt x="9717" y="5883"/>
                  <a:pt x="9848" y="5883"/>
                </a:cubicBezTo>
                <a:cubicBezTo>
                  <a:pt x="9979" y="5883"/>
                  <a:pt x="10110" y="5835"/>
                  <a:pt x="10217" y="5740"/>
                </a:cubicBezTo>
                <a:cubicBezTo>
                  <a:pt x="10741" y="5073"/>
                  <a:pt x="11384" y="4525"/>
                  <a:pt x="11884" y="3859"/>
                </a:cubicBezTo>
                <a:cubicBezTo>
                  <a:pt x="12098" y="3644"/>
                  <a:pt x="12098" y="3311"/>
                  <a:pt x="11884" y="3120"/>
                </a:cubicBezTo>
                <a:cubicBezTo>
                  <a:pt x="11146" y="2287"/>
                  <a:pt x="10360" y="1477"/>
                  <a:pt x="9526" y="739"/>
                </a:cubicBezTo>
                <a:cubicBezTo>
                  <a:pt x="9002" y="239"/>
                  <a:pt x="8788" y="1"/>
                  <a:pt x="809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8" name="Google Shape;888;p28"/>
          <p:cNvGrpSpPr/>
          <p:nvPr/>
        </p:nvGrpSpPr>
        <p:grpSpPr>
          <a:xfrm>
            <a:off x="5715276" y="2991922"/>
            <a:ext cx="313351" cy="392554"/>
            <a:chOff x="6279850" y="3645375"/>
            <a:chExt cx="239950" cy="300600"/>
          </a:xfrm>
        </p:grpSpPr>
        <p:sp>
          <p:nvSpPr>
            <p:cNvPr id="889" name="Google Shape;889;p28"/>
            <p:cNvSpPr/>
            <p:nvPr/>
          </p:nvSpPr>
          <p:spPr>
            <a:xfrm>
              <a:off x="6279850" y="3645375"/>
              <a:ext cx="239950" cy="300600"/>
            </a:xfrm>
            <a:custGeom>
              <a:rect b="b" l="l" r="r" t="t"/>
              <a:pathLst>
                <a:path extrusionOk="0" h="12024" w="9598">
                  <a:moveTo>
                    <a:pt x="6264" y="1064"/>
                  </a:moveTo>
                  <a:cubicBezTo>
                    <a:pt x="6430" y="1064"/>
                    <a:pt x="6597" y="1067"/>
                    <a:pt x="6764" y="1075"/>
                  </a:cubicBezTo>
                  <a:cubicBezTo>
                    <a:pt x="7502" y="1099"/>
                    <a:pt x="7526" y="1932"/>
                    <a:pt x="7645" y="2480"/>
                  </a:cubicBezTo>
                  <a:cubicBezTo>
                    <a:pt x="7954" y="3718"/>
                    <a:pt x="8193" y="4957"/>
                    <a:pt x="8335" y="6243"/>
                  </a:cubicBezTo>
                  <a:cubicBezTo>
                    <a:pt x="8383" y="6790"/>
                    <a:pt x="8455" y="7386"/>
                    <a:pt x="8502" y="7957"/>
                  </a:cubicBezTo>
                  <a:lnTo>
                    <a:pt x="6478" y="7957"/>
                  </a:lnTo>
                  <a:cubicBezTo>
                    <a:pt x="6192" y="7957"/>
                    <a:pt x="5954" y="8195"/>
                    <a:pt x="5954" y="8481"/>
                  </a:cubicBezTo>
                  <a:cubicBezTo>
                    <a:pt x="5906" y="8815"/>
                    <a:pt x="5906" y="9148"/>
                    <a:pt x="5906" y="9481"/>
                  </a:cubicBezTo>
                  <a:cubicBezTo>
                    <a:pt x="5597" y="9505"/>
                    <a:pt x="5311" y="9529"/>
                    <a:pt x="5001" y="9553"/>
                  </a:cubicBezTo>
                  <a:cubicBezTo>
                    <a:pt x="4847" y="9577"/>
                    <a:pt x="4686" y="9589"/>
                    <a:pt x="4522" y="9589"/>
                  </a:cubicBezTo>
                  <a:cubicBezTo>
                    <a:pt x="4358" y="9589"/>
                    <a:pt x="4192" y="9577"/>
                    <a:pt x="4025" y="9553"/>
                  </a:cubicBezTo>
                  <a:cubicBezTo>
                    <a:pt x="3787" y="9529"/>
                    <a:pt x="3835" y="9053"/>
                    <a:pt x="3739" y="8910"/>
                  </a:cubicBezTo>
                  <a:cubicBezTo>
                    <a:pt x="3406" y="8338"/>
                    <a:pt x="2808" y="8201"/>
                    <a:pt x="2171" y="8201"/>
                  </a:cubicBezTo>
                  <a:cubicBezTo>
                    <a:pt x="1853" y="8201"/>
                    <a:pt x="1525" y="8235"/>
                    <a:pt x="1215" y="8267"/>
                  </a:cubicBezTo>
                  <a:cubicBezTo>
                    <a:pt x="1358" y="7386"/>
                    <a:pt x="1548" y="6505"/>
                    <a:pt x="1739" y="5647"/>
                  </a:cubicBezTo>
                  <a:cubicBezTo>
                    <a:pt x="2025" y="4147"/>
                    <a:pt x="2334" y="2671"/>
                    <a:pt x="2501" y="1123"/>
                  </a:cubicBezTo>
                  <a:cubicBezTo>
                    <a:pt x="3430" y="1123"/>
                    <a:pt x="4335" y="1099"/>
                    <a:pt x="5263" y="1075"/>
                  </a:cubicBezTo>
                  <a:cubicBezTo>
                    <a:pt x="5597" y="1075"/>
                    <a:pt x="5930" y="1064"/>
                    <a:pt x="6264" y="1064"/>
                  </a:cubicBezTo>
                  <a:close/>
                  <a:moveTo>
                    <a:pt x="8574" y="9029"/>
                  </a:moveTo>
                  <a:lnTo>
                    <a:pt x="8574" y="9624"/>
                  </a:lnTo>
                  <a:cubicBezTo>
                    <a:pt x="8550" y="10350"/>
                    <a:pt x="8596" y="11006"/>
                    <a:pt x="7716" y="11006"/>
                  </a:cubicBezTo>
                  <a:cubicBezTo>
                    <a:pt x="7701" y="11006"/>
                    <a:pt x="7685" y="11006"/>
                    <a:pt x="7669" y="11006"/>
                  </a:cubicBezTo>
                  <a:cubicBezTo>
                    <a:pt x="7192" y="11006"/>
                    <a:pt x="6716" y="10982"/>
                    <a:pt x="6216" y="10958"/>
                  </a:cubicBezTo>
                  <a:lnTo>
                    <a:pt x="3573" y="10863"/>
                  </a:lnTo>
                  <a:cubicBezTo>
                    <a:pt x="3454" y="10859"/>
                    <a:pt x="3335" y="10858"/>
                    <a:pt x="3217" y="10858"/>
                  </a:cubicBezTo>
                  <a:cubicBezTo>
                    <a:pt x="2644" y="10858"/>
                    <a:pt x="2069" y="10891"/>
                    <a:pt x="1484" y="10891"/>
                  </a:cubicBezTo>
                  <a:cubicBezTo>
                    <a:pt x="1363" y="10891"/>
                    <a:pt x="1242" y="10890"/>
                    <a:pt x="1120" y="10886"/>
                  </a:cubicBezTo>
                  <a:lnTo>
                    <a:pt x="1143" y="10886"/>
                  </a:lnTo>
                  <a:cubicBezTo>
                    <a:pt x="1072" y="10363"/>
                    <a:pt x="1072" y="9862"/>
                    <a:pt x="1096" y="9339"/>
                  </a:cubicBezTo>
                  <a:cubicBezTo>
                    <a:pt x="1419" y="9292"/>
                    <a:pt x="1752" y="9266"/>
                    <a:pt x="2082" y="9266"/>
                  </a:cubicBezTo>
                  <a:cubicBezTo>
                    <a:pt x="2263" y="9266"/>
                    <a:pt x="2443" y="9274"/>
                    <a:pt x="2620" y="9291"/>
                  </a:cubicBezTo>
                  <a:cubicBezTo>
                    <a:pt x="2858" y="9339"/>
                    <a:pt x="2953" y="10267"/>
                    <a:pt x="3334" y="10434"/>
                  </a:cubicBezTo>
                  <a:cubicBezTo>
                    <a:pt x="3722" y="10599"/>
                    <a:pt x="4138" y="10653"/>
                    <a:pt x="4563" y="10653"/>
                  </a:cubicBezTo>
                  <a:cubicBezTo>
                    <a:pt x="5183" y="10653"/>
                    <a:pt x="5823" y="10538"/>
                    <a:pt x="6430" y="10482"/>
                  </a:cubicBezTo>
                  <a:cubicBezTo>
                    <a:pt x="6716" y="10482"/>
                    <a:pt x="6930" y="10243"/>
                    <a:pt x="6954" y="9958"/>
                  </a:cubicBezTo>
                  <a:cubicBezTo>
                    <a:pt x="6954" y="9648"/>
                    <a:pt x="6954" y="9339"/>
                    <a:pt x="6954" y="9029"/>
                  </a:cubicBezTo>
                  <a:close/>
                  <a:moveTo>
                    <a:pt x="6175" y="1"/>
                  </a:moveTo>
                  <a:cubicBezTo>
                    <a:pt x="5008" y="1"/>
                    <a:pt x="3842" y="85"/>
                    <a:pt x="2675" y="85"/>
                  </a:cubicBezTo>
                  <a:cubicBezTo>
                    <a:pt x="2459" y="85"/>
                    <a:pt x="2242" y="82"/>
                    <a:pt x="2025" y="75"/>
                  </a:cubicBezTo>
                  <a:cubicBezTo>
                    <a:pt x="2011" y="74"/>
                    <a:pt x="1998" y="73"/>
                    <a:pt x="1985" y="73"/>
                  </a:cubicBezTo>
                  <a:cubicBezTo>
                    <a:pt x="1739" y="73"/>
                    <a:pt x="1525" y="279"/>
                    <a:pt x="1525" y="527"/>
                  </a:cubicBezTo>
                  <a:cubicBezTo>
                    <a:pt x="1525" y="575"/>
                    <a:pt x="1525" y="599"/>
                    <a:pt x="1501" y="646"/>
                  </a:cubicBezTo>
                  <a:cubicBezTo>
                    <a:pt x="1263" y="3314"/>
                    <a:pt x="286" y="6028"/>
                    <a:pt x="72" y="8743"/>
                  </a:cubicBezTo>
                  <a:cubicBezTo>
                    <a:pt x="72" y="8791"/>
                    <a:pt x="72" y="8838"/>
                    <a:pt x="72" y="8886"/>
                  </a:cubicBezTo>
                  <a:cubicBezTo>
                    <a:pt x="0" y="9767"/>
                    <a:pt x="48" y="10625"/>
                    <a:pt x="167" y="11482"/>
                  </a:cubicBezTo>
                  <a:cubicBezTo>
                    <a:pt x="239" y="11720"/>
                    <a:pt x="453" y="11863"/>
                    <a:pt x="691" y="11863"/>
                  </a:cubicBezTo>
                  <a:cubicBezTo>
                    <a:pt x="1088" y="11914"/>
                    <a:pt x="1486" y="11928"/>
                    <a:pt x="1884" y="11928"/>
                  </a:cubicBezTo>
                  <a:cubicBezTo>
                    <a:pt x="2434" y="11928"/>
                    <a:pt x="2986" y="11900"/>
                    <a:pt x="3543" y="11900"/>
                  </a:cubicBezTo>
                  <a:cubicBezTo>
                    <a:pt x="3719" y="11900"/>
                    <a:pt x="3895" y="11903"/>
                    <a:pt x="4073" y="11910"/>
                  </a:cubicBezTo>
                  <a:lnTo>
                    <a:pt x="7264" y="12006"/>
                  </a:lnTo>
                  <a:cubicBezTo>
                    <a:pt x="7381" y="12018"/>
                    <a:pt x="7498" y="12024"/>
                    <a:pt x="7614" y="12024"/>
                  </a:cubicBezTo>
                  <a:cubicBezTo>
                    <a:pt x="7948" y="12024"/>
                    <a:pt x="8280" y="11975"/>
                    <a:pt x="8597" y="11887"/>
                  </a:cubicBezTo>
                  <a:cubicBezTo>
                    <a:pt x="9550" y="11553"/>
                    <a:pt x="9574" y="10767"/>
                    <a:pt x="9598" y="9910"/>
                  </a:cubicBezTo>
                  <a:cubicBezTo>
                    <a:pt x="9598" y="6933"/>
                    <a:pt x="9193" y="3980"/>
                    <a:pt x="8383" y="1123"/>
                  </a:cubicBezTo>
                  <a:cubicBezTo>
                    <a:pt x="8145" y="241"/>
                    <a:pt x="7359" y="27"/>
                    <a:pt x="6526" y="3"/>
                  </a:cubicBezTo>
                  <a:cubicBezTo>
                    <a:pt x="6409" y="1"/>
                    <a:pt x="6292" y="1"/>
                    <a:pt x="61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6330450" y="3810575"/>
              <a:ext cx="148850" cy="21900"/>
            </a:xfrm>
            <a:custGeom>
              <a:rect b="b" l="l" r="r" t="t"/>
              <a:pathLst>
                <a:path extrusionOk="0" h="876" w="5954">
                  <a:moveTo>
                    <a:pt x="3143" y="1"/>
                  </a:moveTo>
                  <a:cubicBezTo>
                    <a:pt x="2257" y="1"/>
                    <a:pt x="1367" y="27"/>
                    <a:pt x="477" y="40"/>
                  </a:cubicBezTo>
                  <a:cubicBezTo>
                    <a:pt x="1" y="63"/>
                    <a:pt x="1" y="778"/>
                    <a:pt x="477" y="825"/>
                  </a:cubicBezTo>
                  <a:cubicBezTo>
                    <a:pt x="1429" y="825"/>
                    <a:pt x="2382" y="794"/>
                    <a:pt x="3330" y="794"/>
                  </a:cubicBezTo>
                  <a:cubicBezTo>
                    <a:pt x="4041" y="794"/>
                    <a:pt x="4750" y="812"/>
                    <a:pt x="5454" y="873"/>
                  </a:cubicBezTo>
                  <a:cubicBezTo>
                    <a:pt x="5469" y="874"/>
                    <a:pt x="5483" y="875"/>
                    <a:pt x="5497" y="875"/>
                  </a:cubicBezTo>
                  <a:cubicBezTo>
                    <a:pt x="5954" y="875"/>
                    <a:pt x="5940" y="133"/>
                    <a:pt x="5454" y="87"/>
                  </a:cubicBezTo>
                  <a:cubicBezTo>
                    <a:pt x="4688" y="21"/>
                    <a:pt x="3917" y="1"/>
                    <a:pt x="31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8"/>
            <p:cNvSpPr/>
            <p:nvPr/>
          </p:nvSpPr>
          <p:spPr>
            <a:xfrm>
              <a:off x="6343550" y="3762725"/>
              <a:ext cx="122075" cy="19675"/>
            </a:xfrm>
            <a:custGeom>
              <a:rect b="b" l="l" r="r" t="t"/>
              <a:pathLst>
                <a:path extrusionOk="0" h="787" w="4883">
                  <a:moveTo>
                    <a:pt x="524" y="1"/>
                  </a:moveTo>
                  <a:cubicBezTo>
                    <a:pt x="1" y="1"/>
                    <a:pt x="1" y="787"/>
                    <a:pt x="524" y="787"/>
                  </a:cubicBezTo>
                  <a:lnTo>
                    <a:pt x="4359" y="787"/>
                  </a:lnTo>
                  <a:cubicBezTo>
                    <a:pt x="4883" y="787"/>
                    <a:pt x="4883" y="1"/>
                    <a:pt x="4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8"/>
            <p:cNvSpPr/>
            <p:nvPr/>
          </p:nvSpPr>
          <p:spPr>
            <a:xfrm>
              <a:off x="6350700" y="3715100"/>
              <a:ext cx="107775" cy="19675"/>
            </a:xfrm>
            <a:custGeom>
              <a:rect b="b" l="l" r="r" t="t"/>
              <a:pathLst>
                <a:path extrusionOk="0" h="787" w="4311">
                  <a:moveTo>
                    <a:pt x="524" y="1"/>
                  </a:moveTo>
                  <a:cubicBezTo>
                    <a:pt x="0" y="1"/>
                    <a:pt x="0" y="786"/>
                    <a:pt x="524" y="786"/>
                  </a:cubicBezTo>
                  <a:lnTo>
                    <a:pt x="3787" y="786"/>
                  </a:lnTo>
                  <a:cubicBezTo>
                    <a:pt x="4311" y="786"/>
                    <a:pt x="4311" y="1"/>
                    <a:pt x="37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3" name="Google Shape;893;p28"/>
          <p:cNvGrpSpPr/>
          <p:nvPr/>
        </p:nvGrpSpPr>
        <p:grpSpPr>
          <a:xfrm>
            <a:off x="6827928" y="1514569"/>
            <a:ext cx="284588" cy="341950"/>
            <a:chOff x="5138550" y="3225375"/>
            <a:chExt cx="217925" cy="261850"/>
          </a:xfrm>
        </p:grpSpPr>
        <p:sp>
          <p:nvSpPr>
            <p:cNvPr id="894" name="Google Shape;894;p28"/>
            <p:cNvSpPr/>
            <p:nvPr/>
          </p:nvSpPr>
          <p:spPr>
            <a:xfrm>
              <a:off x="5138550" y="3225375"/>
              <a:ext cx="217925" cy="261850"/>
            </a:xfrm>
            <a:custGeom>
              <a:rect b="b" l="l" r="r" t="t"/>
              <a:pathLst>
                <a:path extrusionOk="0" h="10474" w="8717">
                  <a:moveTo>
                    <a:pt x="6816" y="694"/>
                  </a:moveTo>
                  <a:cubicBezTo>
                    <a:pt x="7065" y="694"/>
                    <a:pt x="7284" y="734"/>
                    <a:pt x="7383" y="872"/>
                  </a:cubicBezTo>
                  <a:cubicBezTo>
                    <a:pt x="7811" y="1514"/>
                    <a:pt x="7692" y="2610"/>
                    <a:pt x="7668" y="3324"/>
                  </a:cubicBezTo>
                  <a:cubicBezTo>
                    <a:pt x="7668" y="4444"/>
                    <a:pt x="7549" y="5563"/>
                    <a:pt x="7644" y="6706"/>
                  </a:cubicBezTo>
                  <a:cubicBezTo>
                    <a:pt x="7716" y="7659"/>
                    <a:pt x="7906" y="8754"/>
                    <a:pt x="7644" y="9707"/>
                  </a:cubicBezTo>
                  <a:cubicBezTo>
                    <a:pt x="7627" y="9778"/>
                    <a:pt x="7471" y="9804"/>
                    <a:pt x="7243" y="9804"/>
                  </a:cubicBezTo>
                  <a:cubicBezTo>
                    <a:pt x="6551" y="9804"/>
                    <a:pt x="5192" y="9558"/>
                    <a:pt x="4977" y="9540"/>
                  </a:cubicBezTo>
                  <a:cubicBezTo>
                    <a:pt x="4884" y="9532"/>
                    <a:pt x="4790" y="9529"/>
                    <a:pt x="4694" y="9529"/>
                  </a:cubicBezTo>
                  <a:cubicBezTo>
                    <a:pt x="4009" y="9529"/>
                    <a:pt x="3263" y="9706"/>
                    <a:pt x="2556" y="9706"/>
                  </a:cubicBezTo>
                  <a:cubicBezTo>
                    <a:pt x="2171" y="9706"/>
                    <a:pt x="1798" y="9654"/>
                    <a:pt x="1453" y="9492"/>
                  </a:cubicBezTo>
                  <a:cubicBezTo>
                    <a:pt x="881" y="9230"/>
                    <a:pt x="1167" y="7873"/>
                    <a:pt x="1215" y="7397"/>
                  </a:cubicBezTo>
                  <a:cubicBezTo>
                    <a:pt x="1262" y="6706"/>
                    <a:pt x="1238" y="6039"/>
                    <a:pt x="1238" y="5349"/>
                  </a:cubicBezTo>
                  <a:cubicBezTo>
                    <a:pt x="1238" y="3872"/>
                    <a:pt x="1191" y="2372"/>
                    <a:pt x="1191" y="895"/>
                  </a:cubicBezTo>
                  <a:cubicBezTo>
                    <a:pt x="2739" y="872"/>
                    <a:pt x="4287" y="776"/>
                    <a:pt x="5835" y="776"/>
                  </a:cubicBezTo>
                  <a:cubicBezTo>
                    <a:pt x="6045" y="776"/>
                    <a:pt x="6461" y="694"/>
                    <a:pt x="6816" y="694"/>
                  </a:cubicBezTo>
                  <a:close/>
                  <a:moveTo>
                    <a:pt x="5914" y="0"/>
                  </a:moveTo>
                  <a:cubicBezTo>
                    <a:pt x="4232" y="0"/>
                    <a:pt x="2517" y="205"/>
                    <a:pt x="834" y="205"/>
                  </a:cubicBezTo>
                  <a:cubicBezTo>
                    <a:pt x="762" y="205"/>
                    <a:pt x="667" y="229"/>
                    <a:pt x="619" y="300"/>
                  </a:cubicBezTo>
                  <a:cubicBezTo>
                    <a:pt x="524" y="371"/>
                    <a:pt x="500" y="467"/>
                    <a:pt x="500" y="562"/>
                  </a:cubicBezTo>
                  <a:cubicBezTo>
                    <a:pt x="500" y="2539"/>
                    <a:pt x="548" y="4539"/>
                    <a:pt x="572" y="6516"/>
                  </a:cubicBezTo>
                  <a:cubicBezTo>
                    <a:pt x="572" y="7611"/>
                    <a:pt x="0" y="9349"/>
                    <a:pt x="1119" y="10088"/>
                  </a:cubicBezTo>
                  <a:cubicBezTo>
                    <a:pt x="1512" y="10337"/>
                    <a:pt x="1991" y="10413"/>
                    <a:pt x="2496" y="10413"/>
                  </a:cubicBezTo>
                  <a:cubicBezTo>
                    <a:pt x="3286" y="10413"/>
                    <a:pt x="4142" y="10228"/>
                    <a:pt x="4834" y="10228"/>
                  </a:cubicBezTo>
                  <a:cubicBezTo>
                    <a:pt x="4883" y="10228"/>
                    <a:pt x="4930" y="10229"/>
                    <a:pt x="4977" y="10231"/>
                  </a:cubicBezTo>
                  <a:cubicBezTo>
                    <a:pt x="5573" y="10254"/>
                    <a:pt x="6216" y="10373"/>
                    <a:pt x="6811" y="10421"/>
                  </a:cubicBezTo>
                  <a:cubicBezTo>
                    <a:pt x="6960" y="10442"/>
                    <a:pt x="7185" y="10473"/>
                    <a:pt x="7411" y="10473"/>
                  </a:cubicBezTo>
                  <a:cubicBezTo>
                    <a:pt x="7692" y="10473"/>
                    <a:pt x="7976" y="10426"/>
                    <a:pt x="8121" y="10254"/>
                  </a:cubicBezTo>
                  <a:cubicBezTo>
                    <a:pt x="8716" y="9564"/>
                    <a:pt x="8430" y="8111"/>
                    <a:pt x="8383" y="7278"/>
                  </a:cubicBezTo>
                  <a:cubicBezTo>
                    <a:pt x="8287" y="5753"/>
                    <a:pt x="8383" y="4253"/>
                    <a:pt x="8383" y="2705"/>
                  </a:cubicBezTo>
                  <a:cubicBezTo>
                    <a:pt x="8383" y="1705"/>
                    <a:pt x="8335" y="133"/>
                    <a:pt x="7073" y="38"/>
                  </a:cubicBezTo>
                  <a:cubicBezTo>
                    <a:pt x="6689" y="11"/>
                    <a:pt x="6302" y="0"/>
                    <a:pt x="59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5178425" y="3253300"/>
              <a:ext cx="138750" cy="147050"/>
            </a:xfrm>
            <a:custGeom>
              <a:rect b="b" l="l" r="r" t="t"/>
              <a:pathLst>
                <a:path extrusionOk="0" h="5882" w="5550">
                  <a:moveTo>
                    <a:pt x="3501" y="451"/>
                  </a:moveTo>
                  <a:cubicBezTo>
                    <a:pt x="3716" y="451"/>
                    <a:pt x="3930" y="457"/>
                    <a:pt x="4144" y="469"/>
                  </a:cubicBezTo>
                  <a:cubicBezTo>
                    <a:pt x="4740" y="493"/>
                    <a:pt x="4883" y="588"/>
                    <a:pt x="4930" y="1160"/>
                  </a:cubicBezTo>
                  <a:cubicBezTo>
                    <a:pt x="4954" y="1731"/>
                    <a:pt x="4930" y="2303"/>
                    <a:pt x="4930" y="2874"/>
                  </a:cubicBezTo>
                  <a:cubicBezTo>
                    <a:pt x="4930" y="3442"/>
                    <a:pt x="5471" y="5351"/>
                    <a:pt x="4356" y="5351"/>
                  </a:cubicBezTo>
                  <a:cubicBezTo>
                    <a:pt x="4349" y="5351"/>
                    <a:pt x="4342" y="5351"/>
                    <a:pt x="4335" y="5351"/>
                  </a:cubicBezTo>
                  <a:cubicBezTo>
                    <a:pt x="3668" y="5351"/>
                    <a:pt x="3025" y="5375"/>
                    <a:pt x="2382" y="5399"/>
                  </a:cubicBezTo>
                  <a:cubicBezTo>
                    <a:pt x="2192" y="5399"/>
                    <a:pt x="882" y="5375"/>
                    <a:pt x="786" y="5113"/>
                  </a:cubicBezTo>
                  <a:cubicBezTo>
                    <a:pt x="334" y="3708"/>
                    <a:pt x="810" y="2041"/>
                    <a:pt x="882" y="564"/>
                  </a:cubicBezTo>
                  <a:cubicBezTo>
                    <a:pt x="1549" y="564"/>
                    <a:pt x="2192" y="493"/>
                    <a:pt x="2858" y="469"/>
                  </a:cubicBezTo>
                  <a:cubicBezTo>
                    <a:pt x="3073" y="457"/>
                    <a:pt x="3287" y="451"/>
                    <a:pt x="3501" y="451"/>
                  </a:cubicBezTo>
                  <a:close/>
                  <a:moveTo>
                    <a:pt x="3562" y="0"/>
                  </a:moveTo>
                  <a:cubicBezTo>
                    <a:pt x="2596" y="0"/>
                    <a:pt x="1627" y="96"/>
                    <a:pt x="667" y="112"/>
                  </a:cubicBezTo>
                  <a:cubicBezTo>
                    <a:pt x="596" y="112"/>
                    <a:pt x="525" y="136"/>
                    <a:pt x="477" y="183"/>
                  </a:cubicBezTo>
                  <a:cubicBezTo>
                    <a:pt x="453" y="231"/>
                    <a:pt x="429" y="278"/>
                    <a:pt x="429" y="326"/>
                  </a:cubicBezTo>
                  <a:cubicBezTo>
                    <a:pt x="405" y="1993"/>
                    <a:pt x="1" y="3612"/>
                    <a:pt x="334" y="5256"/>
                  </a:cubicBezTo>
                  <a:cubicBezTo>
                    <a:pt x="446" y="5784"/>
                    <a:pt x="1216" y="5882"/>
                    <a:pt x="1874" y="5882"/>
                  </a:cubicBezTo>
                  <a:cubicBezTo>
                    <a:pt x="2194" y="5882"/>
                    <a:pt x="2489" y="5859"/>
                    <a:pt x="2668" y="5851"/>
                  </a:cubicBezTo>
                  <a:cubicBezTo>
                    <a:pt x="3382" y="5851"/>
                    <a:pt x="4121" y="5827"/>
                    <a:pt x="4835" y="5780"/>
                  </a:cubicBezTo>
                  <a:cubicBezTo>
                    <a:pt x="5240" y="5660"/>
                    <a:pt x="5502" y="5303"/>
                    <a:pt x="5502" y="4898"/>
                  </a:cubicBezTo>
                  <a:cubicBezTo>
                    <a:pt x="5549" y="4136"/>
                    <a:pt x="5359" y="3350"/>
                    <a:pt x="5383" y="2588"/>
                  </a:cubicBezTo>
                  <a:cubicBezTo>
                    <a:pt x="5406" y="1826"/>
                    <a:pt x="5383" y="1064"/>
                    <a:pt x="5287" y="326"/>
                  </a:cubicBezTo>
                  <a:cubicBezTo>
                    <a:pt x="5287" y="231"/>
                    <a:pt x="5240" y="112"/>
                    <a:pt x="5121" y="112"/>
                  </a:cubicBezTo>
                  <a:cubicBezTo>
                    <a:pt x="4603" y="28"/>
                    <a:pt x="4083" y="0"/>
                    <a:pt x="35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8"/>
            <p:cNvSpPr/>
            <p:nvPr/>
          </p:nvSpPr>
          <p:spPr>
            <a:xfrm>
              <a:off x="5183200" y="3410425"/>
              <a:ext cx="132175" cy="45575"/>
            </a:xfrm>
            <a:custGeom>
              <a:rect b="b" l="l" r="r" t="t"/>
              <a:pathLst>
                <a:path extrusionOk="0" h="1823" w="5287">
                  <a:moveTo>
                    <a:pt x="2655" y="1"/>
                  </a:moveTo>
                  <a:cubicBezTo>
                    <a:pt x="2352" y="1"/>
                    <a:pt x="2048" y="149"/>
                    <a:pt x="1881" y="447"/>
                  </a:cubicBezTo>
                  <a:lnTo>
                    <a:pt x="500" y="447"/>
                  </a:lnTo>
                  <a:cubicBezTo>
                    <a:pt x="238" y="447"/>
                    <a:pt x="24" y="638"/>
                    <a:pt x="24" y="876"/>
                  </a:cubicBezTo>
                  <a:cubicBezTo>
                    <a:pt x="0" y="1138"/>
                    <a:pt x="214" y="1376"/>
                    <a:pt x="476" y="1376"/>
                  </a:cubicBezTo>
                  <a:lnTo>
                    <a:pt x="1881" y="1376"/>
                  </a:lnTo>
                  <a:cubicBezTo>
                    <a:pt x="2048" y="1674"/>
                    <a:pt x="2352" y="1822"/>
                    <a:pt x="2655" y="1822"/>
                  </a:cubicBezTo>
                  <a:cubicBezTo>
                    <a:pt x="2959" y="1822"/>
                    <a:pt x="3263" y="1674"/>
                    <a:pt x="3429" y="1376"/>
                  </a:cubicBezTo>
                  <a:lnTo>
                    <a:pt x="4834" y="1376"/>
                  </a:lnTo>
                  <a:cubicBezTo>
                    <a:pt x="5096" y="1376"/>
                    <a:pt x="5287" y="1138"/>
                    <a:pt x="5287" y="876"/>
                  </a:cubicBezTo>
                  <a:cubicBezTo>
                    <a:pt x="5263" y="638"/>
                    <a:pt x="5073" y="447"/>
                    <a:pt x="4811" y="447"/>
                  </a:cubicBezTo>
                  <a:lnTo>
                    <a:pt x="3429" y="447"/>
                  </a:lnTo>
                  <a:cubicBezTo>
                    <a:pt x="3263" y="149"/>
                    <a:pt x="2959" y="1"/>
                    <a:pt x="26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7" name="Google Shape;897;p28"/>
          <p:cNvGrpSpPr/>
          <p:nvPr/>
        </p:nvGrpSpPr>
        <p:grpSpPr>
          <a:xfrm>
            <a:off x="3490777" y="3032751"/>
            <a:ext cx="369341" cy="310902"/>
            <a:chOff x="6236375" y="2802425"/>
            <a:chExt cx="282825" cy="238075"/>
          </a:xfrm>
        </p:grpSpPr>
        <p:sp>
          <p:nvSpPr>
            <p:cNvPr id="898" name="Google Shape;898;p28"/>
            <p:cNvSpPr/>
            <p:nvPr/>
          </p:nvSpPr>
          <p:spPr>
            <a:xfrm>
              <a:off x="6300300" y="2892150"/>
              <a:ext cx="52775" cy="41325"/>
            </a:xfrm>
            <a:custGeom>
              <a:rect b="b" l="l" r="r" t="t"/>
              <a:pathLst>
                <a:path extrusionOk="0" h="1653" w="2111">
                  <a:moveTo>
                    <a:pt x="959" y="1"/>
                  </a:moveTo>
                  <a:cubicBezTo>
                    <a:pt x="414" y="1"/>
                    <a:pt x="1" y="519"/>
                    <a:pt x="135" y="1079"/>
                  </a:cubicBezTo>
                  <a:cubicBezTo>
                    <a:pt x="246" y="1500"/>
                    <a:pt x="604" y="1653"/>
                    <a:pt x="999" y="1653"/>
                  </a:cubicBezTo>
                  <a:cubicBezTo>
                    <a:pt x="1028" y="1653"/>
                    <a:pt x="1058" y="1652"/>
                    <a:pt x="1088" y="1650"/>
                  </a:cubicBezTo>
                  <a:cubicBezTo>
                    <a:pt x="2050" y="1603"/>
                    <a:pt x="2110" y="6"/>
                    <a:pt x="1108" y="6"/>
                  </a:cubicBezTo>
                  <a:cubicBezTo>
                    <a:pt x="1093" y="6"/>
                    <a:pt x="1079" y="6"/>
                    <a:pt x="1064" y="7"/>
                  </a:cubicBezTo>
                  <a:cubicBezTo>
                    <a:pt x="1028" y="3"/>
                    <a:pt x="994" y="1"/>
                    <a:pt x="9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8"/>
            <p:cNvSpPr/>
            <p:nvPr/>
          </p:nvSpPr>
          <p:spPr>
            <a:xfrm>
              <a:off x="6357425" y="2845800"/>
              <a:ext cx="52800" cy="41825"/>
            </a:xfrm>
            <a:custGeom>
              <a:rect b="b" l="l" r="r" t="t"/>
              <a:pathLst>
                <a:path extrusionOk="0" h="1673" w="2112">
                  <a:moveTo>
                    <a:pt x="972" y="1"/>
                  </a:moveTo>
                  <a:cubicBezTo>
                    <a:pt x="432" y="1"/>
                    <a:pt x="0" y="527"/>
                    <a:pt x="160" y="1075"/>
                  </a:cubicBezTo>
                  <a:cubicBezTo>
                    <a:pt x="249" y="1500"/>
                    <a:pt x="590" y="1673"/>
                    <a:pt x="1006" y="1673"/>
                  </a:cubicBezTo>
                  <a:cubicBezTo>
                    <a:pt x="1033" y="1673"/>
                    <a:pt x="1061" y="1672"/>
                    <a:pt x="1089" y="1671"/>
                  </a:cubicBezTo>
                  <a:cubicBezTo>
                    <a:pt x="2051" y="1624"/>
                    <a:pt x="2111" y="3"/>
                    <a:pt x="1086" y="3"/>
                  </a:cubicBezTo>
                  <a:cubicBezTo>
                    <a:pt x="1071" y="3"/>
                    <a:pt x="1056" y="3"/>
                    <a:pt x="1041" y="4"/>
                  </a:cubicBezTo>
                  <a:cubicBezTo>
                    <a:pt x="1018" y="2"/>
                    <a:pt x="995" y="1"/>
                    <a:pt x="9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8"/>
            <p:cNvSpPr/>
            <p:nvPr/>
          </p:nvSpPr>
          <p:spPr>
            <a:xfrm>
              <a:off x="6428925" y="2862400"/>
              <a:ext cx="52750" cy="41900"/>
            </a:xfrm>
            <a:custGeom>
              <a:rect b="b" l="l" r="r" t="t"/>
              <a:pathLst>
                <a:path extrusionOk="0" h="1676" w="2110">
                  <a:moveTo>
                    <a:pt x="962" y="0"/>
                  </a:moveTo>
                  <a:cubicBezTo>
                    <a:pt x="415" y="0"/>
                    <a:pt x="1" y="539"/>
                    <a:pt x="158" y="1078"/>
                  </a:cubicBezTo>
                  <a:cubicBezTo>
                    <a:pt x="247" y="1503"/>
                    <a:pt x="609" y="1676"/>
                    <a:pt x="1008" y="1676"/>
                  </a:cubicBezTo>
                  <a:cubicBezTo>
                    <a:pt x="1034" y="1676"/>
                    <a:pt x="1060" y="1675"/>
                    <a:pt x="1086" y="1673"/>
                  </a:cubicBezTo>
                  <a:cubicBezTo>
                    <a:pt x="2056" y="1626"/>
                    <a:pt x="2110" y="6"/>
                    <a:pt x="1085" y="6"/>
                  </a:cubicBezTo>
                  <a:cubicBezTo>
                    <a:pt x="1078" y="6"/>
                    <a:pt x="1070" y="6"/>
                    <a:pt x="1063" y="6"/>
                  </a:cubicBezTo>
                  <a:cubicBezTo>
                    <a:pt x="1029" y="2"/>
                    <a:pt x="995" y="0"/>
                    <a:pt x="9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6408025" y="2924450"/>
              <a:ext cx="76625" cy="59725"/>
            </a:xfrm>
            <a:custGeom>
              <a:rect b="b" l="l" r="r" t="t"/>
              <a:pathLst>
                <a:path extrusionOk="0" h="2389" w="3065">
                  <a:moveTo>
                    <a:pt x="1517" y="0"/>
                  </a:moveTo>
                  <a:cubicBezTo>
                    <a:pt x="877" y="0"/>
                    <a:pt x="0" y="458"/>
                    <a:pt x="255" y="1549"/>
                  </a:cubicBezTo>
                  <a:cubicBezTo>
                    <a:pt x="409" y="2139"/>
                    <a:pt x="883" y="2388"/>
                    <a:pt x="1457" y="2388"/>
                  </a:cubicBezTo>
                  <a:cubicBezTo>
                    <a:pt x="1508" y="2388"/>
                    <a:pt x="1560" y="2386"/>
                    <a:pt x="1613" y="2383"/>
                  </a:cubicBezTo>
                  <a:cubicBezTo>
                    <a:pt x="2980" y="2312"/>
                    <a:pt x="3064" y="0"/>
                    <a:pt x="1610" y="0"/>
                  </a:cubicBezTo>
                  <a:cubicBezTo>
                    <a:pt x="1595" y="0"/>
                    <a:pt x="1580" y="1"/>
                    <a:pt x="1565" y="1"/>
                  </a:cubicBezTo>
                  <a:cubicBezTo>
                    <a:pt x="1549" y="1"/>
                    <a:pt x="1533" y="0"/>
                    <a:pt x="15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6236375" y="2802425"/>
              <a:ext cx="282825" cy="238075"/>
            </a:xfrm>
            <a:custGeom>
              <a:rect b="b" l="l" r="r" t="t"/>
              <a:pathLst>
                <a:path extrusionOk="0" h="9523" w="11313">
                  <a:moveTo>
                    <a:pt x="6831" y="950"/>
                  </a:moveTo>
                  <a:cubicBezTo>
                    <a:pt x="7938" y="950"/>
                    <a:pt x="9013" y="1343"/>
                    <a:pt x="9836" y="2286"/>
                  </a:cubicBezTo>
                  <a:cubicBezTo>
                    <a:pt x="10384" y="2929"/>
                    <a:pt x="10336" y="4263"/>
                    <a:pt x="10289" y="5025"/>
                  </a:cubicBezTo>
                  <a:cubicBezTo>
                    <a:pt x="10241" y="6097"/>
                    <a:pt x="9908" y="7240"/>
                    <a:pt x="9146" y="8002"/>
                  </a:cubicBezTo>
                  <a:cubicBezTo>
                    <a:pt x="8828" y="8331"/>
                    <a:pt x="8185" y="8579"/>
                    <a:pt x="7638" y="8579"/>
                  </a:cubicBezTo>
                  <a:cubicBezTo>
                    <a:pt x="7078" y="8579"/>
                    <a:pt x="6620" y="8319"/>
                    <a:pt x="6717" y="7621"/>
                  </a:cubicBezTo>
                  <a:cubicBezTo>
                    <a:pt x="6836" y="6835"/>
                    <a:pt x="6669" y="5692"/>
                    <a:pt x="5621" y="5668"/>
                  </a:cubicBezTo>
                  <a:cubicBezTo>
                    <a:pt x="5606" y="5668"/>
                    <a:pt x="5591" y="5668"/>
                    <a:pt x="5576" y="5668"/>
                  </a:cubicBezTo>
                  <a:cubicBezTo>
                    <a:pt x="4473" y="5668"/>
                    <a:pt x="3602" y="6420"/>
                    <a:pt x="2496" y="6420"/>
                  </a:cubicBezTo>
                  <a:cubicBezTo>
                    <a:pt x="2359" y="6420"/>
                    <a:pt x="2218" y="6408"/>
                    <a:pt x="2073" y="6382"/>
                  </a:cubicBezTo>
                  <a:cubicBezTo>
                    <a:pt x="1001" y="6192"/>
                    <a:pt x="1239" y="4906"/>
                    <a:pt x="1573" y="4192"/>
                  </a:cubicBezTo>
                  <a:cubicBezTo>
                    <a:pt x="1978" y="3453"/>
                    <a:pt x="2501" y="2810"/>
                    <a:pt x="3168" y="2310"/>
                  </a:cubicBezTo>
                  <a:cubicBezTo>
                    <a:pt x="4196" y="1488"/>
                    <a:pt x="5535" y="950"/>
                    <a:pt x="6831" y="950"/>
                  </a:cubicBezTo>
                  <a:close/>
                  <a:moveTo>
                    <a:pt x="6683" y="0"/>
                  </a:moveTo>
                  <a:cubicBezTo>
                    <a:pt x="5141" y="0"/>
                    <a:pt x="3707" y="719"/>
                    <a:pt x="2501" y="1667"/>
                  </a:cubicBezTo>
                  <a:cubicBezTo>
                    <a:pt x="1239" y="2763"/>
                    <a:pt x="1" y="4311"/>
                    <a:pt x="477" y="6073"/>
                  </a:cubicBezTo>
                  <a:cubicBezTo>
                    <a:pt x="746" y="7042"/>
                    <a:pt x="1630" y="7348"/>
                    <a:pt x="2547" y="7348"/>
                  </a:cubicBezTo>
                  <a:cubicBezTo>
                    <a:pt x="3094" y="7348"/>
                    <a:pt x="3652" y="7239"/>
                    <a:pt x="4097" y="7097"/>
                  </a:cubicBezTo>
                  <a:cubicBezTo>
                    <a:pt x="4430" y="6978"/>
                    <a:pt x="4764" y="6787"/>
                    <a:pt x="5121" y="6668"/>
                  </a:cubicBezTo>
                  <a:cubicBezTo>
                    <a:pt x="5245" y="6622"/>
                    <a:pt x="5348" y="6601"/>
                    <a:pt x="5434" y="6601"/>
                  </a:cubicBezTo>
                  <a:cubicBezTo>
                    <a:pt x="5881" y="6601"/>
                    <a:pt x="5872" y="7154"/>
                    <a:pt x="5812" y="7573"/>
                  </a:cubicBezTo>
                  <a:cubicBezTo>
                    <a:pt x="5716" y="8121"/>
                    <a:pt x="5740" y="8764"/>
                    <a:pt x="6264" y="9097"/>
                  </a:cubicBezTo>
                  <a:cubicBezTo>
                    <a:pt x="6688" y="9392"/>
                    <a:pt x="7176" y="9523"/>
                    <a:pt x="7669" y="9523"/>
                  </a:cubicBezTo>
                  <a:cubicBezTo>
                    <a:pt x="8450" y="9523"/>
                    <a:pt x="9243" y="9194"/>
                    <a:pt x="9813" y="8669"/>
                  </a:cubicBezTo>
                  <a:cubicBezTo>
                    <a:pt x="10741" y="7811"/>
                    <a:pt x="11075" y="6430"/>
                    <a:pt x="11194" y="5216"/>
                  </a:cubicBezTo>
                  <a:cubicBezTo>
                    <a:pt x="11313" y="4144"/>
                    <a:pt x="11241" y="2620"/>
                    <a:pt x="10551" y="1715"/>
                  </a:cubicBezTo>
                  <a:cubicBezTo>
                    <a:pt x="9836" y="810"/>
                    <a:pt x="8693" y="310"/>
                    <a:pt x="7645" y="95"/>
                  </a:cubicBezTo>
                  <a:cubicBezTo>
                    <a:pt x="7321" y="30"/>
                    <a:pt x="6999" y="0"/>
                    <a:pt x="66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3" name="Google Shape;903;p28"/>
          <p:cNvGrpSpPr/>
          <p:nvPr/>
        </p:nvGrpSpPr>
        <p:grpSpPr>
          <a:xfrm>
            <a:off x="4615842" y="1543104"/>
            <a:ext cx="315701" cy="284849"/>
            <a:chOff x="5698175" y="2389350"/>
            <a:chExt cx="241750" cy="218125"/>
          </a:xfrm>
        </p:grpSpPr>
        <p:sp>
          <p:nvSpPr>
            <p:cNvPr id="904" name="Google Shape;904;p28"/>
            <p:cNvSpPr/>
            <p:nvPr/>
          </p:nvSpPr>
          <p:spPr>
            <a:xfrm>
              <a:off x="5698175" y="2389350"/>
              <a:ext cx="241750" cy="218125"/>
            </a:xfrm>
            <a:custGeom>
              <a:rect b="b" l="l" r="r" t="t"/>
              <a:pathLst>
                <a:path extrusionOk="0" h="8725" w="9670">
                  <a:moveTo>
                    <a:pt x="4981" y="932"/>
                  </a:moveTo>
                  <a:cubicBezTo>
                    <a:pt x="6004" y="932"/>
                    <a:pt x="7073" y="1171"/>
                    <a:pt x="7788" y="1854"/>
                  </a:cubicBezTo>
                  <a:cubicBezTo>
                    <a:pt x="8526" y="2663"/>
                    <a:pt x="8669" y="3830"/>
                    <a:pt x="8145" y="4783"/>
                  </a:cubicBezTo>
                  <a:cubicBezTo>
                    <a:pt x="7541" y="5894"/>
                    <a:pt x="6313" y="6175"/>
                    <a:pt x="5130" y="6175"/>
                  </a:cubicBezTo>
                  <a:cubicBezTo>
                    <a:pt x="4868" y="6175"/>
                    <a:pt x="4609" y="6162"/>
                    <a:pt x="4359" y="6140"/>
                  </a:cubicBezTo>
                  <a:cubicBezTo>
                    <a:pt x="4323" y="6128"/>
                    <a:pt x="4287" y="6122"/>
                    <a:pt x="4249" y="6122"/>
                  </a:cubicBezTo>
                  <a:cubicBezTo>
                    <a:pt x="4210" y="6122"/>
                    <a:pt x="4168" y="6128"/>
                    <a:pt x="4121" y="6140"/>
                  </a:cubicBezTo>
                  <a:cubicBezTo>
                    <a:pt x="4025" y="6140"/>
                    <a:pt x="3930" y="6188"/>
                    <a:pt x="3859" y="6283"/>
                  </a:cubicBezTo>
                  <a:cubicBezTo>
                    <a:pt x="3263" y="6712"/>
                    <a:pt x="2644" y="7140"/>
                    <a:pt x="2025" y="7521"/>
                  </a:cubicBezTo>
                  <a:cubicBezTo>
                    <a:pt x="1953" y="6807"/>
                    <a:pt x="1953" y="6092"/>
                    <a:pt x="1953" y="5354"/>
                  </a:cubicBezTo>
                  <a:cubicBezTo>
                    <a:pt x="1953" y="5235"/>
                    <a:pt x="1906" y="5116"/>
                    <a:pt x="1811" y="5045"/>
                  </a:cubicBezTo>
                  <a:cubicBezTo>
                    <a:pt x="1382" y="4164"/>
                    <a:pt x="1358" y="3140"/>
                    <a:pt x="1763" y="2258"/>
                  </a:cubicBezTo>
                  <a:cubicBezTo>
                    <a:pt x="2096" y="1496"/>
                    <a:pt x="2858" y="1211"/>
                    <a:pt x="3620" y="1068"/>
                  </a:cubicBezTo>
                  <a:cubicBezTo>
                    <a:pt x="4037" y="984"/>
                    <a:pt x="4504" y="932"/>
                    <a:pt x="4981" y="932"/>
                  </a:cubicBezTo>
                  <a:close/>
                  <a:moveTo>
                    <a:pt x="4996" y="0"/>
                  </a:moveTo>
                  <a:cubicBezTo>
                    <a:pt x="4210" y="0"/>
                    <a:pt x="3434" y="121"/>
                    <a:pt x="2787" y="306"/>
                  </a:cubicBezTo>
                  <a:cubicBezTo>
                    <a:pt x="620" y="949"/>
                    <a:pt x="1" y="3687"/>
                    <a:pt x="1025" y="5521"/>
                  </a:cubicBezTo>
                  <a:cubicBezTo>
                    <a:pt x="1025" y="6474"/>
                    <a:pt x="1072" y="7450"/>
                    <a:pt x="1191" y="8402"/>
                  </a:cubicBezTo>
                  <a:cubicBezTo>
                    <a:pt x="1242" y="8606"/>
                    <a:pt x="1426" y="8725"/>
                    <a:pt x="1622" y="8725"/>
                  </a:cubicBezTo>
                  <a:cubicBezTo>
                    <a:pt x="1701" y="8725"/>
                    <a:pt x="1783" y="8706"/>
                    <a:pt x="1858" y="8664"/>
                  </a:cubicBezTo>
                  <a:cubicBezTo>
                    <a:pt x="2715" y="8188"/>
                    <a:pt x="3549" y="7640"/>
                    <a:pt x="4359" y="7069"/>
                  </a:cubicBezTo>
                  <a:cubicBezTo>
                    <a:pt x="4596" y="7088"/>
                    <a:pt x="4836" y="7098"/>
                    <a:pt x="5075" y="7098"/>
                  </a:cubicBezTo>
                  <a:cubicBezTo>
                    <a:pt x="6639" y="7098"/>
                    <a:pt x="8197" y="6647"/>
                    <a:pt x="9003" y="5140"/>
                  </a:cubicBezTo>
                  <a:cubicBezTo>
                    <a:pt x="9669" y="3782"/>
                    <a:pt x="9384" y="2139"/>
                    <a:pt x="8312" y="1115"/>
                  </a:cubicBezTo>
                  <a:cubicBezTo>
                    <a:pt x="7496" y="299"/>
                    <a:pt x="6234" y="0"/>
                    <a:pt x="49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8"/>
            <p:cNvSpPr/>
            <p:nvPr/>
          </p:nvSpPr>
          <p:spPr>
            <a:xfrm>
              <a:off x="5757350" y="2438400"/>
              <a:ext cx="117725" cy="27325"/>
            </a:xfrm>
            <a:custGeom>
              <a:rect b="b" l="l" r="r" t="t"/>
              <a:pathLst>
                <a:path extrusionOk="0" h="1093" w="4709">
                  <a:moveTo>
                    <a:pt x="1609" y="0"/>
                  </a:moveTo>
                  <a:cubicBezTo>
                    <a:pt x="1129" y="0"/>
                    <a:pt x="646" y="265"/>
                    <a:pt x="229" y="463"/>
                  </a:cubicBezTo>
                  <a:cubicBezTo>
                    <a:pt x="0" y="567"/>
                    <a:pt x="135" y="890"/>
                    <a:pt x="364" y="890"/>
                  </a:cubicBezTo>
                  <a:cubicBezTo>
                    <a:pt x="397" y="890"/>
                    <a:pt x="432" y="883"/>
                    <a:pt x="468" y="868"/>
                  </a:cubicBezTo>
                  <a:cubicBezTo>
                    <a:pt x="825" y="654"/>
                    <a:pt x="1230" y="535"/>
                    <a:pt x="1658" y="463"/>
                  </a:cubicBezTo>
                  <a:cubicBezTo>
                    <a:pt x="1672" y="462"/>
                    <a:pt x="1685" y="462"/>
                    <a:pt x="1699" y="462"/>
                  </a:cubicBezTo>
                  <a:cubicBezTo>
                    <a:pt x="2152" y="462"/>
                    <a:pt x="2456" y="848"/>
                    <a:pt x="2849" y="987"/>
                  </a:cubicBezTo>
                  <a:cubicBezTo>
                    <a:pt x="3037" y="1062"/>
                    <a:pt x="3208" y="1092"/>
                    <a:pt x="3373" y="1092"/>
                  </a:cubicBezTo>
                  <a:cubicBezTo>
                    <a:pt x="3729" y="1092"/>
                    <a:pt x="4053" y="951"/>
                    <a:pt x="4445" y="820"/>
                  </a:cubicBezTo>
                  <a:cubicBezTo>
                    <a:pt x="4709" y="732"/>
                    <a:pt x="4627" y="360"/>
                    <a:pt x="4388" y="360"/>
                  </a:cubicBezTo>
                  <a:cubicBezTo>
                    <a:pt x="4368" y="360"/>
                    <a:pt x="4347" y="362"/>
                    <a:pt x="4326" y="368"/>
                  </a:cubicBezTo>
                  <a:cubicBezTo>
                    <a:pt x="3986" y="486"/>
                    <a:pt x="3692" y="613"/>
                    <a:pt x="3381" y="613"/>
                  </a:cubicBezTo>
                  <a:cubicBezTo>
                    <a:pt x="3191" y="613"/>
                    <a:pt x="2994" y="566"/>
                    <a:pt x="2778" y="439"/>
                  </a:cubicBezTo>
                  <a:cubicBezTo>
                    <a:pt x="2516" y="249"/>
                    <a:pt x="2206" y="106"/>
                    <a:pt x="1896" y="34"/>
                  </a:cubicBezTo>
                  <a:cubicBezTo>
                    <a:pt x="1801" y="11"/>
                    <a:pt x="1705" y="0"/>
                    <a:pt x="1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8"/>
            <p:cNvSpPr/>
            <p:nvPr/>
          </p:nvSpPr>
          <p:spPr>
            <a:xfrm>
              <a:off x="5757475" y="2485075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7"/>
                  </a:cubicBezTo>
                  <a:cubicBezTo>
                    <a:pt x="1" y="579"/>
                    <a:pt x="124" y="889"/>
                    <a:pt x="343" y="889"/>
                  </a:cubicBezTo>
                  <a:cubicBezTo>
                    <a:pt x="380" y="889"/>
                    <a:pt x="421" y="879"/>
                    <a:pt x="463" y="858"/>
                  </a:cubicBezTo>
                  <a:cubicBezTo>
                    <a:pt x="820" y="668"/>
                    <a:pt x="1225" y="525"/>
                    <a:pt x="1653" y="477"/>
                  </a:cubicBezTo>
                  <a:cubicBezTo>
                    <a:pt x="1678" y="475"/>
                    <a:pt x="1703" y="474"/>
                    <a:pt x="1727" y="474"/>
                  </a:cubicBezTo>
                  <a:cubicBezTo>
                    <a:pt x="2162" y="474"/>
                    <a:pt x="2460" y="866"/>
                    <a:pt x="2844" y="1001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3" y="1096"/>
                    <a:pt x="4048" y="965"/>
                    <a:pt x="4440" y="835"/>
                  </a:cubicBezTo>
                  <a:cubicBezTo>
                    <a:pt x="4698" y="748"/>
                    <a:pt x="4625" y="369"/>
                    <a:pt x="4397" y="369"/>
                  </a:cubicBezTo>
                  <a:cubicBezTo>
                    <a:pt x="4373" y="369"/>
                    <a:pt x="4347" y="373"/>
                    <a:pt x="4321" y="382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2"/>
                    <a:pt x="2773" y="430"/>
                  </a:cubicBezTo>
                  <a:cubicBezTo>
                    <a:pt x="2511" y="263"/>
                    <a:pt x="2201" y="120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7" name="Google Shape;907;p28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8" name="Google Shape;9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920200" y="2931176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0"/>
          <p:cNvSpPr txBox="1"/>
          <p:nvPr>
            <p:ph type="title"/>
          </p:nvPr>
        </p:nvSpPr>
        <p:spPr>
          <a:xfrm>
            <a:off x="90747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Business Goal</a:t>
            </a:r>
            <a:endParaRPr/>
          </a:p>
        </p:txBody>
      </p:sp>
      <p:sp>
        <p:nvSpPr>
          <p:cNvPr id="914" name="Google Shape;914;p30"/>
          <p:cNvSpPr txBox="1"/>
          <p:nvPr>
            <p:ph idx="1" type="subTitle"/>
          </p:nvPr>
        </p:nvSpPr>
        <p:spPr>
          <a:xfrm>
            <a:off x="113785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Fewer late-delivery complaints</a:t>
            </a:r>
            <a:endParaRPr/>
          </a:p>
        </p:txBody>
      </p:sp>
      <p:sp>
        <p:nvSpPr>
          <p:cNvPr id="915" name="Google Shape;915;p30"/>
          <p:cNvSpPr txBox="1"/>
          <p:nvPr>
            <p:ph idx="2" type="title"/>
          </p:nvPr>
        </p:nvSpPr>
        <p:spPr>
          <a:xfrm>
            <a:off x="5318730" y="2765032"/>
            <a:ext cx="2917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ML Goal</a:t>
            </a:r>
            <a:endParaRPr/>
          </a:p>
        </p:txBody>
      </p:sp>
      <p:sp>
        <p:nvSpPr>
          <p:cNvPr id="916" name="Google Shape;916;p30"/>
          <p:cNvSpPr txBox="1"/>
          <p:nvPr>
            <p:ph idx="3" type="subTitle"/>
          </p:nvPr>
        </p:nvSpPr>
        <p:spPr>
          <a:xfrm>
            <a:off x="5549120" y="3229817"/>
            <a:ext cx="24570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Predict late orders well</a:t>
            </a:r>
            <a:endParaRPr/>
          </a:p>
        </p:txBody>
      </p:sp>
      <p:pic>
        <p:nvPicPr>
          <p:cNvPr id="917" name="Google Shape;917;p30"/>
          <p:cNvPicPr preferRelativeResize="0"/>
          <p:nvPr/>
        </p:nvPicPr>
        <p:blipFill rotWithShape="1">
          <a:blip r:embed="rId3">
            <a:alphaModFix/>
          </a:blip>
          <a:srcRect b="0" l="30777" r="0" t="0"/>
          <a:stretch/>
        </p:blipFill>
        <p:spPr>
          <a:xfrm>
            <a:off x="1506575" y="904875"/>
            <a:ext cx="1719600" cy="16581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918" name="Google Shape;918;p30"/>
          <p:cNvSpPr/>
          <p:nvPr/>
        </p:nvSpPr>
        <p:spPr>
          <a:xfrm>
            <a:off x="1506586" y="675208"/>
            <a:ext cx="1253610" cy="738785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9" name="Google Shape;919;p30"/>
          <p:cNvPicPr preferRelativeResize="0"/>
          <p:nvPr/>
        </p:nvPicPr>
        <p:blipFill rotWithShape="1">
          <a:blip r:embed="rId4">
            <a:alphaModFix/>
          </a:blip>
          <a:srcRect b="0" l="15417" r="15417" t="0"/>
          <a:stretch/>
        </p:blipFill>
        <p:spPr>
          <a:xfrm>
            <a:off x="5917825" y="904875"/>
            <a:ext cx="1719600" cy="16581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920" name="Google Shape;920;p30"/>
          <p:cNvSpPr/>
          <p:nvPr/>
        </p:nvSpPr>
        <p:spPr>
          <a:xfrm rot="1736031">
            <a:off x="6283366" y="675218"/>
            <a:ext cx="1253589" cy="738773"/>
          </a:xfrm>
          <a:custGeom>
            <a:rect b="b" l="l" r="r" t="t"/>
            <a:pathLst>
              <a:path extrusionOk="0" h="25961" w="44052">
                <a:moveTo>
                  <a:pt x="40035" y="0"/>
                </a:moveTo>
                <a:lnTo>
                  <a:pt x="0" y="15402"/>
                </a:lnTo>
                <a:cubicBezTo>
                  <a:pt x="0" y="15402"/>
                  <a:pt x="1513" y="15761"/>
                  <a:pt x="1873" y="16638"/>
                </a:cubicBezTo>
                <a:cubicBezTo>
                  <a:pt x="2237" y="17514"/>
                  <a:pt x="1524" y="18526"/>
                  <a:pt x="1524" y="18526"/>
                </a:cubicBezTo>
                <a:cubicBezTo>
                  <a:pt x="1524" y="18526"/>
                  <a:pt x="2999" y="18885"/>
                  <a:pt x="3380" y="19816"/>
                </a:cubicBezTo>
                <a:cubicBezTo>
                  <a:pt x="3767" y="20752"/>
                  <a:pt x="2885" y="22439"/>
                  <a:pt x="2885" y="22439"/>
                </a:cubicBezTo>
                <a:cubicBezTo>
                  <a:pt x="2885" y="22439"/>
                  <a:pt x="4447" y="23011"/>
                  <a:pt x="4703" y="23631"/>
                </a:cubicBezTo>
                <a:cubicBezTo>
                  <a:pt x="4958" y="24252"/>
                  <a:pt x="4327" y="25960"/>
                  <a:pt x="4327" y="25960"/>
                </a:cubicBezTo>
                <a:lnTo>
                  <a:pt x="44051" y="10684"/>
                </a:lnTo>
                <a:cubicBezTo>
                  <a:pt x="41510" y="9791"/>
                  <a:pt x="42609" y="7168"/>
                  <a:pt x="42609" y="7168"/>
                </a:cubicBezTo>
                <a:cubicBezTo>
                  <a:pt x="42609" y="7168"/>
                  <a:pt x="41521" y="6466"/>
                  <a:pt x="41047" y="5753"/>
                </a:cubicBezTo>
                <a:cubicBezTo>
                  <a:pt x="40574" y="5040"/>
                  <a:pt x="41434" y="3418"/>
                  <a:pt x="41434" y="3418"/>
                </a:cubicBezTo>
                <a:cubicBezTo>
                  <a:pt x="41434" y="3418"/>
                  <a:pt x="39806" y="2993"/>
                  <a:pt x="39491" y="2221"/>
                </a:cubicBezTo>
                <a:cubicBezTo>
                  <a:pt x="39175" y="1442"/>
                  <a:pt x="40035" y="0"/>
                  <a:pt x="40035" y="0"/>
                </a:cubicBezTo>
                <a:close/>
              </a:path>
            </a:pathLst>
          </a:custGeom>
          <a:solidFill>
            <a:schemeClr val="dk1">
              <a:alpha val="2666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/>
          <p:nvPr>
            <p:ph type="title"/>
          </p:nvPr>
        </p:nvSpPr>
        <p:spPr>
          <a:xfrm>
            <a:off x="1761575" y="711175"/>
            <a:ext cx="56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Good Looks Like</a:t>
            </a:r>
            <a:endParaRPr/>
          </a:p>
        </p:txBody>
      </p:sp>
      <p:sp>
        <p:nvSpPr>
          <p:cNvPr id="926" name="Google Shape;926;p32"/>
          <p:cNvSpPr/>
          <p:nvPr/>
        </p:nvSpPr>
        <p:spPr>
          <a:xfrm>
            <a:off x="3336163" y="1624607"/>
            <a:ext cx="407485" cy="374550"/>
          </a:xfrm>
          <a:custGeom>
            <a:rect b="b" l="l" r="r" t="t"/>
            <a:pathLst>
              <a:path extrusionOk="0" h="11691" w="12718">
                <a:moveTo>
                  <a:pt x="7764" y="1347"/>
                </a:moveTo>
                <a:cubicBezTo>
                  <a:pt x="8050" y="1466"/>
                  <a:pt x="8264" y="1728"/>
                  <a:pt x="8312" y="2037"/>
                </a:cubicBezTo>
                <a:cubicBezTo>
                  <a:pt x="8097" y="2085"/>
                  <a:pt x="7859" y="2109"/>
                  <a:pt x="7645" y="2109"/>
                </a:cubicBezTo>
                <a:cubicBezTo>
                  <a:pt x="7692" y="1895"/>
                  <a:pt x="7716" y="1633"/>
                  <a:pt x="7764" y="1371"/>
                </a:cubicBezTo>
                <a:lnTo>
                  <a:pt x="7764" y="1347"/>
                </a:lnTo>
                <a:close/>
                <a:moveTo>
                  <a:pt x="4882" y="1085"/>
                </a:moveTo>
                <a:cubicBezTo>
                  <a:pt x="5525" y="1109"/>
                  <a:pt x="6144" y="1085"/>
                  <a:pt x="6764" y="1133"/>
                </a:cubicBezTo>
                <a:cubicBezTo>
                  <a:pt x="6692" y="1609"/>
                  <a:pt x="6597" y="2085"/>
                  <a:pt x="6526" y="2585"/>
                </a:cubicBezTo>
                <a:cubicBezTo>
                  <a:pt x="6526" y="2800"/>
                  <a:pt x="6692" y="3014"/>
                  <a:pt x="6907" y="3085"/>
                </a:cubicBezTo>
                <a:cubicBezTo>
                  <a:pt x="7149" y="3136"/>
                  <a:pt x="7398" y="3160"/>
                  <a:pt x="7647" y="3160"/>
                </a:cubicBezTo>
                <a:cubicBezTo>
                  <a:pt x="7863" y="3160"/>
                  <a:pt x="8078" y="3142"/>
                  <a:pt x="8288" y="3109"/>
                </a:cubicBezTo>
                <a:cubicBezTo>
                  <a:pt x="8288" y="3157"/>
                  <a:pt x="8288" y="3204"/>
                  <a:pt x="8288" y="3228"/>
                </a:cubicBezTo>
                <a:cubicBezTo>
                  <a:pt x="8193" y="3966"/>
                  <a:pt x="8169" y="4728"/>
                  <a:pt x="8193" y="5467"/>
                </a:cubicBezTo>
                <a:lnTo>
                  <a:pt x="7145" y="5467"/>
                </a:lnTo>
                <a:cubicBezTo>
                  <a:pt x="6430" y="5467"/>
                  <a:pt x="5716" y="5491"/>
                  <a:pt x="4978" y="5538"/>
                </a:cubicBezTo>
                <a:cubicBezTo>
                  <a:pt x="4930" y="4062"/>
                  <a:pt x="4882" y="2585"/>
                  <a:pt x="4882" y="1085"/>
                </a:cubicBezTo>
                <a:close/>
                <a:moveTo>
                  <a:pt x="7361" y="6510"/>
                </a:moveTo>
                <a:cubicBezTo>
                  <a:pt x="7733" y="6510"/>
                  <a:pt x="8106" y="6518"/>
                  <a:pt x="8478" y="6538"/>
                </a:cubicBezTo>
                <a:cubicBezTo>
                  <a:pt x="8534" y="6566"/>
                  <a:pt x="8606" y="6578"/>
                  <a:pt x="8676" y="6578"/>
                </a:cubicBezTo>
                <a:cubicBezTo>
                  <a:pt x="8725" y="6578"/>
                  <a:pt x="8772" y="6572"/>
                  <a:pt x="8812" y="6562"/>
                </a:cubicBezTo>
                <a:cubicBezTo>
                  <a:pt x="9169" y="6586"/>
                  <a:pt x="9502" y="6634"/>
                  <a:pt x="9836" y="6681"/>
                </a:cubicBezTo>
                <a:cubicBezTo>
                  <a:pt x="10336" y="6753"/>
                  <a:pt x="10812" y="6848"/>
                  <a:pt x="11265" y="7015"/>
                </a:cubicBezTo>
                <a:cubicBezTo>
                  <a:pt x="11574" y="7110"/>
                  <a:pt x="11431" y="7848"/>
                  <a:pt x="11431" y="8110"/>
                </a:cubicBezTo>
                <a:cubicBezTo>
                  <a:pt x="11479" y="8634"/>
                  <a:pt x="11479" y="9158"/>
                  <a:pt x="11407" y="9658"/>
                </a:cubicBezTo>
                <a:cubicBezTo>
                  <a:pt x="11362" y="9850"/>
                  <a:pt x="11082" y="9903"/>
                  <a:pt x="10772" y="9903"/>
                </a:cubicBezTo>
                <a:cubicBezTo>
                  <a:pt x="10427" y="9903"/>
                  <a:pt x="10045" y="9837"/>
                  <a:pt x="9907" y="9825"/>
                </a:cubicBezTo>
                <a:cubicBezTo>
                  <a:pt x="8728" y="9753"/>
                  <a:pt x="7550" y="9718"/>
                  <a:pt x="6371" y="9718"/>
                </a:cubicBezTo>
                <a:cubicBezTo>
                  <a:pt x="5192" y="9718"/>
                  <a:pt x="4013" y="9753"/>
                  <a:pt x="2834" y="9825"/>
                </a:cubicBezTo>
                <a:cubicBezTo>
                  <a:pt x="2752" y="9825"/>
                  <a:pt x="2628" y="9832"/>
                  <a:pt x="2496" y="9832"/>
                </a:cubicBezTo>
                <a:cubicBezTo>
                  <a:pt x="2211" y="9832"/>
                  <a:pt x="1883" y="9798"/>
                  <a:pt x="1834" y="9587"/>
                </a:cubicBezTo>
                <a:cubicBezTo>
                  <a:pt x="1786" y="9182"/>
                  <a:pt x="1763" y="8801"/>
                  <a:pt x="1810" y="8396"/>
                </a:cubicBezTo>
                <a:cubicBezTo>
                  <a:pt x="1834" y="7848"/>
                  <a:pt x="1905" y="7300"/>
                  <a:pt x="1929" y="6753"/>
                </a:cubicBezTo>
                <a:cubicBezTo>
                  <a:pt x="3728" y="6713"/>
                  <a:pt x="5543" y="6510"/>
                  <a:pt x="7361" y="6510"/>
                </a:cubicBezTo>
                <a:close/>
                <a:moveTo>
                  <a:pt x="4406" y="1"/>
                </a:moveTo>
                <a:cubicBezTo>
                  <a:pt x="4117" y="1"/>
                  <a:pt x="3858" y="223"/>
                  <a:pt x="3858" y="537"/>
                </a:cubicBezTo>
                <a:cubicBezTo>
                  <a:pt x="3811" y="2228"/>
                  <a:pt x="3882" y="3919"/>
                  <a:pt x="3954" y="5610"/>
                </a:cubicBezTo>
                <a:cubicBezTo>
                  <a:pt x="3120" y="5657"/>
                  <a:pt x="2263" y="5705"/>
                  <a:pt x="1429" y="5729"/>
                </a:cubicBezTo>
                <a:cubicBezTo>
                  <a:pt x="1411" y="5726"/>
                  <a:pt x="1393" y="5724"/>
                  <a:pt x="1374" y="5724"/>
                </a:cubicBezTo>
                <a:cubicBezTo>
                  <a:pt x="1245" y="5724"/>
                  <a:pt x="1108" y="5794"/>
                  <a:pt x="1024" y="5919"/>
                </a:cubicBezTo>
                <a:cubicBezTo>
                  <a:pt x="953" y="5991"/>
                  <a:pt x="905" y="6110"/>
                  <a:pt x="905" y="6229"/>
                </a:cubicBezTo>
                <a:cubicBezTo>
                  <a:pt x="881" y="7658"/>
                  <a:pt x="0" y="10539"/>
                  <a:pt x="2048" y="10825"/>
                </a:cubicBezTo>
                <a:lnTo>
                  <a:pt x="2048" y="11015"/>
                </a:lnTo>
                <a:cubicBezTo>
                  <a:pt x="2048" y="11254"/>
                  <a:pt x="2215" y="11468"/>
                  <a:pt x="2429" y="11539"/>
                </a:cubicBezTo>
                <a:cubicBezTo>
                  <a:pt x="2759" y="11607"/>
                  <a:pt x="3249" y="11691"/>
                  <a:pt x="3729" y="11691"/>
                </a:cubicBezTo>
                <a:cubicBezTo>
                  <a:pt x="4428" y="11691"/>
                  <a:pt x="5103" y="11513"/>
                  <a:pt x="5216" y="10849"/>
                </a:cubicBezTo>
                <a:cubicBezTo>
                  <a:pt x="5787" y="10825"/>
                  <a:pt x="6335" y="10801"/>
                  <a:pt x="6883" y="10801"/>
                </a:cubicBezTo>
                <a:lnTo>
                  <a:pt x="7573" y="10801"/>
                </a:lnTo>
                <a:lnTo>
                  <a:pt x="7573" y="11087"/>
                </a:lnTo>
                <a:cubicBezTo>
                  <a:pt x="7597" y="11373"/>
                  <a:pt x="7811" y="11587"/>
                  <a:pt x="8097" y="11611"/>
                </a:cubicBezTo>
                <a:cubicBezTo>
                  <a:pt x="8347" y="11627"/>
                  <a:pt x="8711" y="11659"/>
                  <a:pt x="9093" y="11659"/>
                </a:cubicBezTo>
                <a:cubicBezTo>
                  <a:pt x="9842" y="11659"/>
                  <a:pt x="10663" y="11535"/>
                  <a:pt x="10836" y="10920"/>
                </a:cubicBezTo>
                <a:cubicBezTo>
                  <a:pt x="11003" y="10920"/>
                  <a:pt x="11146" y="10920"/>
                  <a:pt x="11312" y="10896"/>
                </a:cubicBezTo>
                <a:cubicBezTo>
                  <a:pt x="12479" y="10754"/>
                  <a:pt x="12527" y="9515"/>
                  <a:pt x="12479" y="8586"/>
                </a:cubicBezTo>
                <a:cubicBezTo>
                  <a:pt x="12479" y="7753"/>
                  <a:pt x="12717" y="6586"/>
                  <a:pt x="11836" y="6110"/>
                </a:cubicBezTo>
                <a:cubicBezTo>
                  <a:pt x="11026" y="5729"/>
                  <a:pt x="10145" y="5514"/>
                  <a:pt x="9240" y="5514"/>
                </a:cubicBezTo>
                <a:cubicBezTo>
                  <a:pt x="9264" y="4514"/>
                  <a:pt x="9288" y="3562"/>
                  <a:pt x="9407" y="2561"/>
                </a:cubicBezTo>
                <a:cubicBezTo>
                  <a:pt x="9502" y="1895"/>
                  <a:pt x="9264" y="1204"/>
                  <a:pt x="8740" y="751"/>
                </a:cubicBezTo>
                <a:cubicBezTo>
                  <a:pt x="8028" y="115"/>
                  <a:pt x="7055" y="67"/>
                  <a:pt x="6098" y="67"/>
                </a:cubicBezTo>
                <a:cubicBezTo>
                  <a:pt x="5928" y="67"/>
                  <a:pt x="5757" y="68"/>
                  <a:pt x="5589" y="68"/>
                </a:cubicBezTo>
                <a:cubicBezTo>
                  <a:pt x="5219" y="68"/>
                  <a:pt x="4858" y="61"/>
                  <a:pt x="4525" y="13"/>
                </a:cubicBezTo>
                <a:cubicBezTo>
                  <a:pt x="4485" y="5"/>
                  <a:pt x="4445" y="1"/>
                  <a:pt x="440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2"/>
          <p:cNvSpPr/>
          <p:nvPr/>
        </p:nvSpPr>
        <p:spPr>
          <a:xfrm>
            <a:off x="5839314" y="1652641"/>
            <a:ext cx="383404" cy="341201"/>
          </a:xfrm>
          <a:custGeom>
            <a:rect b="b" l="l" r="r" t="t"/>
            <a:pathLst>
              <a:path extrusionOk="0" h="10025" w="11265">
                <a:moveTo>
                  <a:pt x="4049" y="1050"/>
                </a:moveTo>
                <a:cubicBezTo>
                  <a:pt x="4121" y="1098"/>
                  <a:pt x="4216" y="1169"/>
                  <a:pt x="4311" y="1217"/>
                </a:cubicBezTo>
                <a:cubicBezTo>
                  <a:pt x="4525" y="1312"/>
                  <a:pt x="4740" y="1383"/>
                  <a:pt x="4954" y="1431"/>
                </a:cubicBezTo>
                <a:cubicBezTo>
                  <a:pt x="4573" y="1622"/>
                  <a:pt x="4192" y="1788"/>
                  <a:pt x="3811" y="2003"/>
                </a:cubicBezTo>
                <a:cubicBezTo>
                  <a:pt x="3359" y="2288"/>
                  <a:pt x="2954" y="2669"/>
                  <a:pt x="2477" y="2955"/>
                </a:cubicBezTo>
                <a:cubicBezTo>
                  <a:pt x="2096" y="2908"/>
                  <a:pt x="1691" y="2836"/>
                  <a:pt x="1310" y="2693"/>
                </a:cubicBezTo>
                <a:cubicBezTo>
                  <a:pt x="1739" y="2431"/>
                  <a:pt x="2215" y="2265"/>
                  <a:pt x="2644" y="2026"/>
                </a:cubicBezTo>
                <a:cubicBezTo>
                  <a:pt x="3144" y="1741"/>
                  <a:pt x="3573" y="1360"/>
                  <a:pt x="4049" y="1050"/>
                </a:cubicBezTo>
                <a:close/>
                <a:moveTo>
                  <a:pt x="7193" y="1026"/>
                </a:moveTo>
                <a:cubicBezTo>
                  <a:pt x="7693" y="1336"/>
                  <a:pt x="8121" y="1693"/>
                  <a:pt x="8598" y="2003"/>
                </a:cubicBezTo>
                <a:cubicBezTo>
                  <a:pt x="9026" y="2312"/>
                  <a:pt x="9503" y="2455"/>
                  <a:pt x="9931" y="2693"/>
                </a:cubicBezTo>
                <a:cubicBezTo>
                  <a:pt x="9550" y="2836"/>
                  <a:pt x="9169" y="2908"/>
                  <a:pt x="8764" y="2955"/>
                </a:cubicBezTo>
                <a:lnTo>
                  <a:pt x="8717" y="2931"/>
                </a:lnTo>
                <a:cubicBezTo>
                  <a:pt x="8669" y="2884"/>
                  <a:pt x="8622" y="2860"/>
                  <a:pt x="8574" y="2836"/>
                </a:cubicBezTo>
                <a:cubicBezTo>
                  <a:pt x="8193" y="2574"/>
                  <a:pt x="7836" y="2265"/>
                  <a:pt x="7431" y="2026"/>
                </a:cubicBezTo>
                <a:cubicBezTo>
                  <a:pt x="7074" y="1812"/>
                  <a:pt x="6693" y="1622"/>
                  <a:pt x="6288" y="1431"/>
                </a:cubicBezTo>
                <a:cubicBezTo>
                  <a:pt x="6454" y="1383"/>
                  <a:pt x="6645" y="1336"/>
                  <a:pt x="6764" y="1288"/>
                </a:cubicBezTo>
                <a:cubicBezTo>
                  <a:pt x="6931" y="1217"/>
                  <a:pt x="7074" y="1145"/>
                  <a:pt x="7193" y="1026"/>
                </a:cubicBezTo>
                <a:close/>
                <a:moveTo>
                  <a:pt x="5621" y="2146"/>
                </a:moveTo>
                <a:cubicBezTo>
                  <a:pt x="6073" y="2384"/>
                  <a:pt x="6526" y="2574"/>
                  <a:pt x="6978" y="2812"/>
                </a:cubicBezTo>
                <a:cubicBezTo>
                  <a:pt x="7216" y="2955"/>
                  <a:pt x="7431" y="3122"/>
                  <a:pt x="7669" y="3312"/>
                </a:cubicBezTo>
                <a:cubicBezTo>
                  <a:pt x="6907" y="3527"/>
                  <a:pt x="6169" y="3860"/>
                  <a:pt x="5502" y="4241"/>
                </a:cubicBezTo>
                <a:cubicBezTo>
                  <a:pt x="4859" y="3884"/>
                  <a:pt x="4216" y="3598"/>
                  <a:pt x="3525" y="3360"/>
                </a:cubicBezTo>
                <a:cubicBezTo>
                  <a:pt x="3787" y="3170"/>
                  <a:pt x="4025" y="2979"/>
                  <a:pt x="4287" y="2812"/>
                </a:cubicBezTo>
                <a:cubicBezTo>
                  <a:pt x="4716" y="2550"/>
                  <a:pt x="5192" y="2360"/>
                  <a:pt x="5621" y="2146"/>
                </a:cubicBezTo>
                <a:close/>
                <a:moveTo>
                  <a:pt x="8526" y="4003"/>
                </a:moveTo>
                <a:cubicBezTo>
                  <a:pt x="8883" y="4265"/>
                  <a:pt x="9288" y="4432"/>
                  <a:pt x="9646" y="4670"/>
                </a:cubicBezTo>
                <a:cubicBezTo>
                  <a:pt x="9574" y="4718"/>
                  <a:pt x="9503" y="4765"/>
                  <a:pt x="9431" y="4813"/>
                </a:cubicBezTo>
                <a:cubicBezTo>
                  <a:pt x="8979" y="5003"/>
                  <a:pt x="8550" y="5194"/>
                  <a:pt x="8074" y="5360"/>
                </a:cubicBezTo>
                <a:cubicBezTo>
                  <a:pt x="7717" y="5503"/>
                  <a:pt x="7336" y="5646"/>
                  <a:pt x="6978" y="5742"/>
                </a:cubicBezTo>
                <a:cubicBezTo>
                  <a:pt x="6960" y="5746"/>
                  <a:pt x="6941" y="5748"/>
                  <a:pt x="6923" y="5748"/>
                </a:cubicBezTo>
                <a:cubicBezTo>
                  <a:pt x="6638" y="5748"/>
                  <a:pt x="6398" y="5242"/>
                  <a:pt x="6264" y="4884"/>
                </a:cubicBezTo>
                <a:cubicBezTo>
                  <a:pt x="6978" y="4479"/>
                  <a:pt x="7740" y="4194"/>
                  <a:pt x="8526" y="4003"/>
                </a:cubicBezTo>
                <a:close/>
                <a:moveTo>
                  <a:pt x="2858" y="4146"/>
                </a:moveTo>
                <a:cubicBezTo>
                  <a:pt x="3501" y="4313"/>
                  <a:pt x="4121" y="4575"/>
                  <a:pt x="4716" y="4884"/>
                </a:cubicBezTo>
                <a:cubicBezTo>
                  <a:pt x="4573" y="5265"/>
                  <a:pt x="4335" y="5765"/>
                  <a:pt x="4073" y="5765"/>
                </a:cubicBezTo>
                <a:cubicBezTo>
                  <a:pt x="3692" y="5718"/>
                  <a:pt x="3335" y="5622"/>
                  <a:pt x="3001" y="5456"/>
                </a:cubicBezTo>
                <a:cubicBezTo>
                  <a:pt x="2454" y="5313"/>
                  <a:pt x="1906" y="5122"/>
                  <a:pt x="1382" y="4884"/>
                </a:cubicBezTo>
                <a:cubicBezTo>
                  <a:pt x="1858" y="4622"/>
                  <a:pt x="2454" y="4527"/>
                  <a:pt x="2858" y="4146"/>
                </a:cubicBezTo>
                <a:close/>
                <a:moveTo>
                  <a:pt x="5502" y="5384"/>
                </a:moveTo>
                <a:cubicBezTo>
                  <a:pt x="5819" y="6077"/>
                  <a:pt x="6250" y="6622"/>
                  <a:pt x="6989" y="6622"/>
                </a:cubicBezTo>
                <a:cubicBezTo>
                  <a:pt x="7139" y="6622"/>
                  <a:pt x="7302" y="6599"/>
                  <a:pt x="7478" y="6551"/>
                </a:cubicBezTo>
                <a:cubicBezTo>
                  <a:pt x="8098" y="6385"/>
                  <a:pt x="8693" y="6170"/>
                  <a:pt x="9288" y="5932"/>
                </a:cubicBezTo>
                <a:cubicBezTo>
                  <a:pt x="9312" y="6527"/>
                  <a:pt x="9360" y="7147"/>
                  <a:pt x="9336" y="7718"/>
                </a:cubicBezTo>
                <a:cubicBezTo>
                  <a:pt x="9336" y="8028"/>
                  <a:pt x="7812" y="8480"/>
                  <a:pt x="7574" y="8599"/>
                </a:cubicBezTo>
                <a:cubicBezTo>
                  <a:pt x="6933" y="8882"/>
                  <a:pt x="6377" y="9044"/>
                  <a:pt x="5781" y="9044"/>
                </a:cubicBezTo>
                <a:cubicBezTo>
                  <a:pt x="5425" y="9044"/>
                  <a:pt x="5055" y="8986"/>
                  <a:pt x="4644" y="8861"/>
                </a:cubicBezTo>
                <a:cubicBezTo>
                  <a:pt x="3882" y="8575"/>
                  <a:pt x="3073" y="8337"/>
                  <a:pt x="2263" y="8147"/>
                </a:cubicBezTo>
                <a:cubicBezTo>
                  <a:pt x="2215" y="7504"/>
                  <a:pt x="2168" y="6837"/>
                  <a:pt x="2144" y="6194"/>
                </a:cubicBezTo>
                <a:lnTo>
                  <a:pt x="2144" y="6194"/>
                </a:lnTo>
                <a:cubicBezTo>
                  <a:pt x="2620" y="6337"/>
                  <a:pt x="3097" y="6456"/>
                  <a:pt x="3478" y="6575"/>
                </a:cubicBezTo>
                <a:cubicBezTo>
                  <a:pt x="3658" y="6623"/>
                  <a:pt x="3824" y="6646"/>
                  <a:pt x="3976" y="6646"/>
                </a:cubicBezTo>
                <a:cubicBezTo>
                  <a:pt x="4730" y="6646"/>
                  <a:pt x="5165" y="6097"/>
                  <a:pt x="5502" y="5384"/>
                </a:cubicBezTo>
                <a:close/>
                <a:moveTo>
                  <a:pt x="7109" y="0"/>
                </a:moveTo>
                <a:cubicBezTo>
                  <a:pt x="6954" y="0"/>
                  <a:pt x="6810" y="85"/>
                  <a:pt x="6716" y="240"/>
                </a:cubicBezTo>
                <a:cubicBezTo>
                  <a:pt x="6478" y="574"/>
                  <a:pt x="6026" y="645"/>
                  <a:pt x="5645" y="836"/>
                </a:cubicBezTo>
                <a:cubicBezTo>
                  <a:pt x="5240" y="645"/>
                  <a:pt x="4787" y="574"/>
                  <a:pt x="4549" y="240"/>
                </a:cubicBezTo>
                <a:cubicBezTo>
                  <a:pt x="4453" y="96"/>
                  <a:pt x="4292" y="6"/>
                  <a:pt x="4132" y="6"/>
                </a:cubicBezTo>
                <a:cubicBezTo>
                  <a:pt x="4054" y="6"/>
                  <a:pt x="3976" y="27"/>
                  <a:pt x="3906" y="74"/>
                </a:cubicBezTo>
                <a:cubicBezTo>
                  <a:pt x="3216" y="431"/>
                  <a:pt x="2644" y="979"/>
                  <a:pt x="1953" y="1360"/>
                </a:cubicBezTo>
                <a:cubicBezTo>
                  <a:pt x="1334" y="1693"/>
                  <a:pt x="715" y="1907"/>
                  <a:pt x="167" y="2384"/>
                </a:cubicBezTo>
                <a:cubicBezTo>
                  <a:pt x="1" y="2574"/>
                  <a:pt x="1" y="2860"/>
                  <a:pt x="167" y="3050"/>
                </a:cubicBezTo>
                <a:cubicBezTo>
                  <a:pt x="620" y="3432"/>
                  <a:pt x="1191" y="3693"/>
                  <a:pt x="1787" y="3765"/>
                </a:cubicBezTo>
                <a:cubicBezTo>
                  <a:pt x="1287" y="4027"/>
                  <a:pt x="691" y="4146"/>
                  <a:pt x="286" y="4551"/>
                </a:cubicBezTo>
                <a:cubicBezTo>
                  <a:pt x="96" y="4718"/>
                  <a:pt x="96" y="5003"/>
                  <a:pt x="286" y="5194"/>
                </a:cubicBezTo>
                <a:cubicBezTo>
                  <a:pt x="525" y="5456"/>
                  <a:pt x="858" y="5694"/>
                  <a:pt x="1191" y="5837"/>
                </a:cubicBezTo>
                <a:cubicBezTo>
                  <a:pt x="1191" y="6742"/>
                  <a:pt x="1310" y="7647"/>
                  <a:pt x="1358" y="8575"/>
                </a:cubicBezTo>
                <a:cubicBezTo>
                  <a:pt x="1358" y="8814"/>
                  <a:pt x="1572" y="9028"/>
                  <a:pt x="1834" y="9028"/>
                </a:cubicBezTo>
                <a:cubicBezTo>
                  <a:pt x="3073" y="9147"/>
                  <a:pt x="4168" y="9861"/>
                  <a:pt x="5407" y="10004"/>
                </a:cubicBezTo>
                <a:cubicBezTo>
                  <a:pt x="5525" y="10018"/>
                  <a:pt x="5642" y="10025"/>
                  <a:pt x="5758" y="10025"/>
                </a:cubicBezTo>
                <a:cubicBezTo>
                  <a:pt x="6645" y="10025"/>
                  <a:pt x="7467" y="9648"/>
                  <a:pt x="8288" y="9290"/>
                </a:cubicBezTo>
                <a:cubicBezTo>
                  <a:pt x="8883" y="9028"/>
                  <a:pt x="9788" y="8837"/>
                  <a:pt x="10122" y="8218"/>
                </a:cubicBezTo>
                <a:cubicBezTo>
                  <a:pt x="10241" y="7956"/>
                  <a:pt x="10289" y="7647"/>
                  <a:pt x="10241" y="7337"/>
                </a:cubicBezTo>
                <a:cubicBezTo>
                  <a:pt x="10217" y="6694"/>
                  <a:pt x="10193" y="6075"/>
                  <a:pt x="10169" y="5456"/>
                </a:cubicBezTo>
                <a:cubicBezTo>
                  <a:pt x="10360" y="5337"/>
                  <a:pt x="10527" y="5170"/>
                  <a:pt x="10693" y="5003"/>
                </a:cubicBezTo>
                <a:cubicBezTo>
                  <a:pt x="10860" y="4813"/>
                  <a:pt x="10860" y="4527"/>
                  <a:pt x="10693" y="4336"/>
                </a:cubicBezTo>
                <a:cubicBezTo>
                  <a:pt x="10408" y="4098"/>
                  <a:pt x="10074" y="3860"/>
                  <a:pt x="9741" y="3693"/>
                </a:cubicBezTo>
                <a:cubicBezTo>
                  <a:pt x="10241" y="3598"/>
                  <a:pt x="10693" y="3360"/>
                  <a:pt x="11074" y="3027"/>
                </a:cubicBezTo>
                <a:cubicBezTo>
                  <a:pt x="11265" y="2836"/>
                  <a:pt x="11265" y="2550"/>
                  <a:pt x="11074" y="2384"/>
                </a:cubicBezTo>
                <a:cubicBezTo>
                  <a:pt x="10527" y="1955"/>
                  <a:pt x="9931" y="1598"/>
                  <a:pt x="9312" y="1360"/>
                </a:cubicBezTo>
                <a:cubicBezTo>
                  <a:pt x="8598" y="1002"/>
                  <a:pt x="8050" y="431"/>
                  <a:pt x="7359" y="74"/>
                </a:cubicBezTo>
                <a:cubicBezTo>
                  <a:pt x="7277" y="24"/>
                  <a:pt x="7191" y="0"/>
                  <a:pt x="710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2"/>
          <p:cNvSpPr/>
          <p:nvPr/>
        </p:nvSpPr>
        <p:spPr>
          <a:xfrm>
            <a:off x="4587741" y="1692746"/>
            <a:ext cx="407480" cy="260977"/>
          </a:xfrm>
          <a:custGeom>
            <a:rect b="b" l="l" r="r" t="t"/>
            <a:pathLst>
              <a:path extrusionOk="0" h="6758" w="10551">
                <a:moveTo>
                  <a:pt x="1167" y="3573"/>
                </a:moveTo>
                <a:cubicBezTo>
                  <a:pt x="1453" y="3573"/>
                  <a:pt x="1739" y="3596"/>
                  <a:pt x="2001" y="3596"/>
                </a:cubicBezTo>
                <a:cubicBezTo>
                  <a:pt x="2025" y="4049"/>
                  <a:pt x="2072" y="4525"/>
                  <a:pt x="2072" y="5002"/>
                </a:cubicBezTo>
                <a:cubicBezTo>
                  <a:pt x="1715" y="4549"/>
                  <a:pt x="1429" y="4073"/>
                  <a:pt x="1167" y="3573"/>
                </a:cubicBezTo>
                <a:close/>
                <a:moveTo>
                  <a:pt x="8212" y="923"/>
                </a:moveTo>
                <a:cubicBezTo>
                  <a:pt x="8677" y="923"/>
                  <a:pt x="9193" y="1015"/>
                  <a:pt x="9574" y="1096"/>
                </a:cubicBezTo>
                <a:cubicBezTo>
                  <a:pt x="9431" y="2668"/>
                  <a:pt x="8979" y="4239"/>
                  <a:pt x="8621" y="5787"/>
                </a:cubicBezTo>
                <a:cubicBezTo>
                  <a:pt x="7478" y="5802"/>
                  <a:pt x="6344" y="5825"/>
                  <a:pt x="5208" y="5825"/>
                </a:cubicBezTo>
                <a:cubicBezTo>
                  <a:pt x="4474" y="5825"/>
                  <a:pt x="3739" y="5815"/>
                  <a:pt x="3001" y="5787"/>
                </a:cubicBezTo>
                <a:cubicBezTo>
                  <a:pt x="3025" y="4740"/>
                  <a:pt x="2906" y="3716"/>
                  <a:pt x="2906" y="2668"/>
                </a:cubicBezTo>
                <a:lnTo>
                  <a:pt x="2906" y="2668"/>
                </a:lnTo>
                <a:cubicBezTo>
                  <a:pt x="3298" y="2686"/>
                  <a:pt x="3703" y="2710"/>
                  <a:pt x="4106" y="2710"/>
                </a:cubicBezTo>
                <a:cubicBezTo>
                  <a:pt x="4782" y="2710"/>
                  <a:pt x="5453" y="2641"/>
                  <a:pt x="6049" y="2358"/>
                </a:cubicBezTo>
                <a:cubicBezTo>
                  <a:pt x="6526" y="2191"/>
                  <a:pt x="6907" y="1810"/>
                  <a:pt x="7121" y="1358"/>
                </a:cubicBezTo>
                <a:cubicBezTo>
                  <a:pt x="7280" y="1027"/>
                  <a:pt x="7718" y="923"/>
                  <a:pt x="8212" y="923"/>
                </a:cubicBezTo>
                <a:close/>
                <a:moveTo>
                  <a:pt x="8252" y="1"/>
                </a:moveTo>
                <a:cubicBezTo>
                  <a:pt x="7442" y="1"/>
                  <a:pt x="6680" y="203"/>
                  <a:pt x="6335" y="905"/>
                </a:cubicBezTo>
                <a:cubicBezTo>
                  <a:pt x="5952" y="1672"/>
                  <a:pt x="4994" y="1818"/>
                  <a:pt x="4048" y="1818"/>
                </a:cubicBezTo>
                <a:cubicBezTo>
                  <a:pt x="3466" y="1818"/>
                  <a:pt x="2889" y="1763"/>
                  <a:pt x="2453" y="1763"/>
                </a:cubicBezTo>
                <a:cubicBezTo>
                  <a:pt x="2436" y="1760"/>
                  <a:pt x="2419" y="1759"/>
                  <a:pt x="2403" y="1759"/>
                </a:cubicBezTo>
                <a:cubicBezTo>
                  <a:pt x="2258" y="1759"/>
                  <a:pt x="2134" y="1849"/>
                  <a:pt x="2049" y="1977"/>
                </a:cubicBezTo>
                <a:cubicBezTo>
                  <a:pt x="2001" y="2049"/>
                  <a:pt x="1977" y="2120"/>
                  <a:pt x="1977" y="2215"/>
                </a:cubicBezTo>
                <a:lnTo>
                  <a:pt x="1977" y="2668"/>
                </a:lnTo>
                <a:cubicBezTo>
                  <a:pt x="1846" y="2662"/>
                  <a:pt x="1715" y="2659"/>
                  <a:pt x="1584" y="2659"/>
                </a:cubicBezTo>
                <a:cubicBezTo>
                  <a:pt x="1191" y="2659"/>
                  <a:pt x="798" y="2686"/>
                  <a:pt x="405" y="2739"/>
                </a:cubicBezTo>
                <a:cubicBezTo>
                  <a:pt x="143" y="2811"/>
                  <a:pt x="0" y="3073"/>
                  <a:pt x="72" y="3311"/>
                </a:cubicBezTo>
                <a:cubicBezTo>
                  <a:pt x="477" y="4501"/>
                  <a:pt x="1286" y="5430"/>
                  <a:pt x="2025" y="6407"/>
                </a:cubicBezTo>
                <a:cubicBezTo>
                  <a:pt x="2072" y="6478"/>
                  <a:pt x="2144" y="6526"/>
                  <a:pt x="2215" y="6549"/>
                </a:cubicBezTo>
                <a:cubicBezTo>
                  <a:pt x="2287" y="6645"/>
                  <a:pt x="2406" y="6692"/>
                  <a:pt x="2525" y="6692"/>
                </a:cubicBezTo>
                <a:cubicBezTo>
                  <a:pt x="3392" y="6741"/>
                  <a:pt x="4263" y="6758"/>
                  <a:pt x="5135" y="6758"/>
                </a:cubicBezTo>
                <a:cubicBezTo>
                  <a:pt x="6418" y="6758"/>
                  <a:pt x="7702" y="6721"/>
                  <a:pt x="8979" y="6692"/>
                </a:cubicBezTo>
                <a:cubicBezTo>
                  <a:pt x="9193" y="6692"/>
                  <a:pt x="9360" y="6549"/>
                  <a:pt x="9431" y="6359"/>
                </a:cubicBezTo>
                <a:cubicBezTo>
                  <a:pt x="9860" y="4525"/>
                  <a:pt x="10407" y="2620"/>
                  <a:pt x="10550" y="715"/>
                </a:cubicBezTo>
                <a:cubicBezTo>
                  <a:pt x="10550" y="501"/>
                  <a:pt x="10407" y="334"/>
                  <a:pt x="10217" y="262"/>
                </a:cubicBezTo>
                <a:cubicBezTo>
                  <a:pt x="9687" y="152"/>
                  <a:pt x="8952" y="1"/>
                  <a:pt x="825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2"/>
          <p:cNvSpPr/>
          <p:nvPr/>
        </p:nvSpPr>
        <p:spPr>
          <a:xfrm>
            <a:off x="2108663" y="1646715"/>
            <a:ext cx="383407" cy="353028"/>
          </a:xfrm>
          <a:custGeom>
            <a:rect b="b" l="l" r="r" t="t"/>
            <a:pathLst>
              <a:path extrusionOk="0" h="8641" w="9384">
                <a:moveTo>
                  <a:pt x="2668" y="810"/>
                </a:moveTo>
                <a:lnTo>
                  <a:pt x="2668" y="810"/>
                </a:lnTo>
                <a:cubicBezTo>
                  <a:pt x="3382" y="881"/>
                  <a:pt x="4097" y="976"/>
                  <a:pt x="4811" y="1119"/>
                </a:cubicBezTo>
                <a:cubicBezTo>
                  <a:pt x="5740" y="1310"/>
                  <a:pt x="6716" y="1500"/>
                  <a:pt x="7621" y="1786"/>
                </a:cubicBezTo>
                <a:cubicBezTo>
                  <a:pt x="7002" y="1929"/>
                  <a:pt x="6359" y="2120"/>
                  <a:pt x="5978" y="2596"/>
                </a:cubicBezTo>
                <a:lnTo>
                  <a:pt x="5954" y="2596"/>
                </a:lnTo>
                <a:cubicBezTo>
                  <a:pt x="5145" y="2120"/>
                  <a:pt x="4287" y="1715"/>
                  <a:pt x="3478" y="1238"/>
                </a:cubicBezTo>
                <a:cubicBezTo>
                  <a:pt x="3216" y="1095"/>
                  <a:pt x="2954" y="953"/>
                  <a:pt x="2668" y="810"/>
                </a:cubicBezTo>
                <a:close/>
                <a:moveTo>
                  <a:pt x="1191" y="953"/>
                </a:moveTo>
                <a:lnTo>
                  <a:pt x="1191" y="953"/>
                </a:lnTo>
                <a:cubicBezTo>
                  <a:pt x="1858" y="1215"/>
                  <a:pt x="2501" y="1500"/>
                  <a:pt x="3120" y="1834"/>
                </a:cubicBezTo>
                <a:cubicBezTo>
                  <a:pt x="4002" y="2310"/>
                  <a:pt x="4907" y="2786"/>
                  <a:pt x="5740" y="3286"/>
                </a:cubicBezTo>
                <a:cubicBezTo>
                  <a:pt x="5692" y="4191"/>
                  <a:pt x="5740" y="5144"/>
                  <a:pt x="5621" y="6049"/>
                </a:cubicBezTo>
                <a:cubicBezTo>
                  <a:pt x="5288" y="5668"/>
                  <a:pt x="4930" y="5287"/>
                  <a:pt x="4597" y="4906"/>
                </a:cubicBezTo>
                <a:cubicBezTo>
                  <a:pt x="4597" y="4882"/>
                  <a:pt x="4573" y="4858"/>
                  <a:pt x="4549" y="4858"/>
                </a:cubicBezTo>
                <a:cubicBezTo>
                  <a:pt x="4526" y="4811"/>
                  <a:pt x="4502" y="4811"/>
                  <a:pt x="4478" y="4787"/>
                </a:cubicBezTo>
                <a:cubicBezTo>
                  <a:pt x="3216" y="3667"/>
                  <a:pt x="2287" y="2239"/>
                  <a:pt x="1191" y="953"/>
                </a:cubicBezTo>
                <a:close/>
                <a:moveTo>
                  <a:pt x="1025" y="1834"/>
                </a:moveTo>
                <a:lnTo>
                  <a:pt x="1025" y="1834"/>
                </a:lnTo>
                <a:cubicBezTo>
                  <a:pt x="1930" y="2953"/>
                  <a:pt x="2787" y="4144"/>
                  <a:pt x="3859" y="5144"/>
                </a:cubicBezTo>
                <a:cubicBezTo>
                  <a:pt x="3406" y="5787"/>
                  <a:pt x="3073" y="6501"/>
                  <a:pt x="2858" y="7263"/>
                </a:cubicBezTo>
                <a:cubicBezTo>
                  <a:pt x="2477" y="6335"/>
                  <a:pt x="2263" y="5358"/>
                  <a:pt x="1930" y="4430"/>
                </a:cubicBezTo>
                <a:cubicBezTo>
                  <a:pt x="1644" y="3548"/>
                  <a:pt x="1287" y="2691"/>
                  <a:pt x="1025" y="1834"/>
                </a:cubicBezTo>
                <a:close/>
                <a:moveTo>
                  <a:pt x="406" y="0"/>
                </a:moveTo>
                <a:cubicBezTo>
                  <a:pt x="263" y="0"/>
                  <a:pt x="144" y="71"/>
                  <a:pt x="96" y="214"/>
                </a:cubicBezTo>
                <a:cubicBezTo>
                  <a:pt x="72" y="238"/>
                  <a:pt x="25" y="286"/>
                  <a:pt x="25" y="333"/>
                </a:cubicBezTo>
                <a:cubicBezTo>
                  <a:pt x="1" y="333"/>
                  <a:pt x="1" y="357"/>
                  <a:pt x="25" y="357"/>
                </a:cubicBezTo>
                <a:cubicBezTo>
                  <a:pt x="1" y="381"/>
                  <a:pt x="1" y="381"/>
                  <a:pt x="25" y="405"/>
                </a:cubicBezTo>
                <a:cubicBezTo>
                  <a:pt x="1" y="405"/>
                  <a:pt x="1" y="405"/>
                  <a:pt x="25" y="429"/>
                </a:cubicBezTo>
                <a:cubicBezTo>
                  <a:pt x="1" y="429"/>
                  <a:pt x="1" y="453"/>
                  <a:pt x="25" y="476"/>
                </a:cubicBezTo>
                <a:lnTo>
                  <a:pt x="25" y="500"/>
                </a:lnTo>
                <a:lnTo>
                  <a:pt x="25" y="524"/>
                </a:lnTo>
                <a:cubicBezTo>
                  <a:pt x="1" y="548"/>
                  <a:pt x="1" y="548"/>
                  <a:pt x="25" y="548"/>
                </a:cubicBezTo>
                <a:cubicBezTo>
                  <a:pt x="310" y="2048"/>
                  <a:pt x="906" y="3453"/>
                  <a:pt x="1406" y="4906"/>
                </a:cubicBezTo>
                <a:cubicBezTo>
                  <a:pt x="1834" y="6097"/>
                  <a:pt x="2073" y="7359"/>
                  <a:pt x="2692" y="8478"/>
                </a:cubicBezTo>
                <a:cubicBezTo>
                  <a:pt x="2763" y="8589"/>
                  <a:pt x="2872" y="8640"/>
                  <a:pt x="2982" y="8640"/>
                </a:cubicBezTo>
                <a:cubicBezTo>
                  <a:pt x="3131" y="8640"/>
                  <a:pt x="3280" y="8547"/>
                  <a:pt x="3335" y="8383"/>
                </a:cubicBezTo>
                <a:cubicBezTo>
                  <a:pt x="3501" y="7406"/>
                  <a:pt x="3859" y="6501"/>
                  <a:pt x="4383" y="5668"/>
                </a:cubicBezTo>
                <a:cubicBezTo>
                  <a:pt x="4787" y="6144"/>
                  <a:pt x="5216" y="6597"/>
                  <a:pt x="5621" y="7097"/>
                </a:cubicBezTo>
                <a:cubicBezTo>
                  <a:pt x="5690" y="7165"/>
                  <a:pt x="5774" y="7197"/>
                  <a:pt x="5857" y="7197"/>
                </a:cubicBezTo>
                <a:cubicBezTo>
                  <a:pt x="6004" y="7197"/>
                  <a:pt x="6147" y="7098"/>
                  <a:pt x="6193" y="6930"/>
                </a:cubicBezTo>
                <a:cubicBezTo>
                  <a:pt x="6502" y="5692"/>
                  <a:pt x="6407" y="4406"/>
                  <a:pt x="6502" y="3120"/>
                </a:cubicBezTo>
                <a:cubicBezTo>
                  <a:pt x="6978" y="2429"/>
                  <a:pt x="8288" y="2429"/>
                  <a:pt x="9050" y="2239"/>
                </a:cubicBezTo>
                <a:cubicBezTo>
                  <a:pt x="9265" y="2143"/>
                  <a:pt x="9384" y="1715"/>
                  <a:pt x="9074" y="1596"/>
                </a:cubicBezTo>
                <a:cubicBezTo>
                  <a:pt x="7860" y="1072"/>
                  <a:pt x="6550" y="834"/>
                  <a:pt x="5288" y="524"/>
                </a:cubicBezTo>
                <a:cubicBezTo>
                  <a:pt x="4502" y="357"/>
                  <a:pt x="3716" y="262"/>
                  <a:pt x="2930" y="214"/>
                </a:cubicBezTo>
                <a:cubicBezTo>
                  <a:pt x="2096" y="143"/>
                  <a:pt x="1263" y="24"/>
                  <a:pt x="4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0" name="Google Shape;930;p32"/>
          <p:cNvGrpSpPr/>
          <p:nvPr/>
        </p:nvGrpSpPr>
        <p:grpSpPr>
          <a:xfrm>
            <a:off x="7066812" y="1636022"/>
            <a:ext cx="368701" cy="367136"/>
            <a:chOff x="6252450" y="2381750"/>
            <a:chExt cx="270825" cy="269675"/>
          </a:xfrm>
        </p:grpSpPr>
        <p:sp>
          <p:nvSpPr>
            <p:cNvPr id="931" name="Google Shape;931;p32"/>
            <p:cNvSpPr/>
            <p:nvPr/>
          </p:nvSpPr>
          <p:spPr>
            <a:xfrm>
              <a:off x="6252450" y="2381750"/>
              <a:ext cx="244725" cy="269675"/>
            </a:xfrm>
            <a:custGeom>
              <a:rect b="b" l="l" r="r" t="t"/>
              <a:pathLst>
                <a:path extrusionOk="0" h="10787" w="9789">
                  <a:moveTo>
                    <a:pt x="7729" y="913"/>
                  </a:moveTo>
                  <a:cubicBezTo>
                    <a:pt x="7963" y="913"/>
                    <a:pt x="8165" y="948"/>
                    <a:pt x="8241" y="1062"/>
                  </a:cubicBezTo>
                  <a:cubicBezTo>
                    <a:pt x="8646" y="1657"/>
                    <a:pt x="8527" y="2753"/>
                    <a:pt x="8527" y="3444"/>
                  </a:cubicBezTo>
                  <a:cubicBezTo>
                    <a:pt x="8503" y="4587"/>
                    <a:pt x="8407" y="5682"/>
                    <a:pt x="8503" y="6825"/>
                  </a:cubicBezTo>
                  <a:cubicBezTo>
                    <a:pt x="8574" y="7778"/>
                    <a:pt x="8741" y="8849"/>
                    <a:pt x="8503" y="9802"/>
                  </a:cubicBezTo>
                  <a:cubicBezTo>
                    <a:pt x="8499" y="9820"/>
                    <a:pt x="8445" y="9828"/>
                    <a:pt x="8354" y="9828"/>
                  </a:cubicBezTo>
                  <a:cubicBezTo>
                    <a:pt x="7842" y="9828"/>
                    <a:pt x="6177" y="9584"/>
                    <a:pt x="5955" y="9564"/>
                  </a:cubicBezTo>
                  <a:cubicBezTo>
                    <a:pt x="5861" y="9556"/>
                    <a:pt x="5767" y="9552"/>
                    <a:pt x="5672" y="9552"/>
                  </a:cubicBezTo>
                  <a:cubicBezTo>
                    <a:pt x="4990" y="9552"/>
                    <a:pt x="4253" y="9730"/>
                    <a:pt x="3558" y="9730"/>
                  </a:cubicBezTo>
                  <a:cubicBezTo>
                    <a:pt x="3181" y="9730"/>
                    <a:pt x="2816" y="9678"/>
                    <a:pt x="2478" y="9516"/>
                  </a:cubicBezTo>
                  <a:cubicBezTo>
                    <a:pt x="2049" y="9326"/>
                    <a:pt x="2168" y="8373"/>
                    <a:pt x="2239" y="7802"/>
                  </a:cubicBezTo>
                  <a:lnTo>
                    <a:pt x="2359" y="7802"/>
                  </a:lnTo>
                  <a:cubicBezTo>
                    <a:pt x="2380" y="7805"/>
                    <a:pt x="2401" y="7807"/>
                    <a:pt x="2422" y="7807"/>
                  </a:cubicBezTo>
                  <a:cubicBezTo>
                    <a:pt x="2805" y="7807"/>
                    <a:pt x="2955" y="7203"/>
                    <a:pt x="2525" y="7135"/>
                  </a:cubicBezTo>
                  <a:lnTo>
                    <a:pt x="2311" y="7111"/>
                  </a:lnTo>
                  <a:cubicBezTo>
                    <a:pt x="2335" y="6563"/>
                    <a:pt x="2311" y="6015"/>
                    <a:pt x="2311" y="5492"/>
                  </a:cubicBezTo>
                  <a:lnTo>
                    <a:pt x="2311" y="5087"/>
                  </a:lnTo>
                  <a:lnTo>
                    <a:pt x="2692" y="5087"/>
                  </a:lnTo>
                  <a:cubicBezTo>
                    <a:pt x="3144" y="5087"/>
                    <a:pt x="3144" y="4420"/>
                    <a:pt x="2692" y="4420"/>
                  </a:cubicBezTo>
                  <a:lnTo>
                    <a:pt x="2287" y="4420"/>
                  </a:lnTo>
                  <a:cubicBezTo>
                    <a:pt x="2287" y="3705"/>
                    <a:pt x="2263" y="2991"/>
                    <a:pt x="2263" y="2300"/>
                  </a:cubicBezTo>
                  <a:lnTo>
                    <a:pt x="2263" y="2300"/>
                  </a:lnTo>
                  <a:lnTo>
                    <a:pt x="2478" y="2324"/>
                  </a:lnTo>
                  <a:cubicBezTo>
                    <a:pt x="2499" y="2328"/>
                    <a:pt x="2520" y="2330"/>
                    <a:pt x="2541" y="2330"/>
                  </a:cubicBezTo>
                  <a:cubicBezTo>
                    <a:pt x="2924" y="2330"/>
                    <a:pt x="3074" y="1725"/>
                    <a:pt x="2644" y="1657"/>
                  </a:cubicBezTo>
                  <a:cubicBezTo>
                    <a:pt x="2525" y="1634"/>
                    <a:pt x="2382" y="1610"/>
                    <a:pt x="2239" y="1610"/>
                  </a:cubicBezTo>
                  <a:lnTo>
                    <a:pt x="2239" y="1110"/>
                  </a:lnTo>
                  <a:cubicBezTo>
                    <a:pt x="3764" y="1086"/>
                    <a:pt x="5264" y="1014"/>
                    <a:pt x="6788" y="991"/>
                  </a:cubicBezTo>
                  <a:cubicBezTo>
                    <a:pt x="6960" y="991"/>
                    <a:pt x="7380" y="913"/>
                    <a:pt x="7729" y="913"/>
                  </a:cubicBezTo>
                  <a:close/>
                  <a:moveTo>
                    <a:pt x="6852" y="1"/>
                  </a:moveTo>
                  <a:cubicBezTo>
                    <a:pt x="5168" y="1"/>
                    <a:pt x="3454" y="209"/>
                    <a:pt x="1787" y="229"/>
                  </a:cubicBezTo>
                  <a:cubicBezTo>
                    <a:pt x="1525" y="229"/>
                    <a:pt x="1335" y="419"/>
                    <a:pt x="1311" y="681"/>
                  </a:cubicBezTo>
                  <a:lnTo>
                    <a:pt x="1311" y="1586"/>
                  </a:lnTo>
                  <a:lnTo>
                    <a:pt x="453" y="1586"/>
                  </a:lnTo>
                  <a:cubicBezTo>
                    <a:pt x="1" y="1586"/>
                    <a:pt x="1" y="2277"/>
                    <a:pt x="453" y="2277"/>
                  </a:cubicBezTo>
                  <a:cubicBezTo>
                    <a:pt x="763" y="2277"/>
                    <a:pt x="1049" y="2277"/>
                    <a:pt x="1335" y="2253"/>
                  </a:cubicBezTo>
                  <a:cubicBezTo>
                    <a:pt x="1335" y="2967"/>
                    <a:pt x="1358" y="3682"/>
                    <a:pt x="1358" y="4420"/>
                  </a:cubicBezTo>
                  <a:lnTo>
                    <a:pt x="453" y="4420"/>
                  </a:lnTo>
                  <a:cubicBezTo>
                    <a:pt x="1" y="4420"/>
                    <a:pt x="1" y="5087"/>
                    <a:pt x="453" y="5087"/>
                  </a:cubicBezTo>
                  <a:lnTo>
                    <a:pt x="1358" y="5087"/>
                  </a:lnTo>
                  <a:cubicBezTo>
                    <a:pt x="1358" y="5611"/>
                    <a:pt x="1358" y="6111"/>
                    <a:pt x="1358" y="6611"/>
                  </a:cubicBezTo>
                  <a:cubicBezTo>
                    <a:pt x="1358" y="6754"/>
                    <a:pt x="1358" y="6897"/>
                    <a:pt x="1358" y="7039"/>
                  </a:cubicBezTo>
                  <a:lnTo>
                    <a:pt x="453" y="7039"/>
                  </a:lnTo>
                  <a:cubicBezTo>
                    <a:pt x="49" y="7087"/>
                    <a:pt x="49" y="7706"/>
                    <a:pt x="453" y="7754"/>
                  </a:cubicBezTo>
                  <a:cubicBezTo>
                    <a:pt x="739" y="7754"/>
                    <a:pt x="1025" y="7754"/>
                    <a:pt x="1311" y="7730"/>
                  </a:cubicBezTo>
                  <a:lnTo>
                    <a:pt x="1311" y="7730"/>
                  </a:lnTo>
                  <a:cubicBezTo>
                    <a:pt x="1215" y="8730"/>
                    <a:pt x="1192" y="9778"/>
                    <a:pt x="2001" y="10326"/>
                  </a:cubicBezTo>
                  <a:cubicBezTo>
                    <a:pt x="2408" y="10588"/>
                    <a:pt x="2904" y="10668"/>
                    <a:pt x="3427" y="10668"/>
                  </a:cubicBezTo>
                  <a:cubicBezTo>
                    <a:pt x="4253" y="10668"/>
                    <a:pt x="5145" y="10468"/>
                    <a:pt x="5858" y="10468"/>
                  </a:cubicBezTo>
                  <a:cubicBezTo>
                    <a:pt x="5882" y="10468"/>
                    <a:pt x="5907" y="10468"/>
                    <a:pt x="5931" y="10469"/>
                  </a:cubicBezTo>
                  <a:cubicBezTo>
                    <a:pt x="6414" y="10500"/>
                    <a:pt x="7388" y="10787"/>
                    <a:pt x="8170" y="10787"/>
                  </a:cubicBezTo>
                  <a:cubicBezTo>
                    <a:pt x="8582" y="10787"/>
                    <a:pt x="8940" y="10707"/>
                    <a:pt x="9146" y="10469"/>
                  </a:cubicBezTo>
                  <a:cubicBezTo>
                    <a:pt x="9789" y="9754"/>
                    <a:pt x="9503" y="8278"/>
                    <a:pt x="9431" y="7397"/>
                  </a:cubicBezTo>
                  <a:cubicBezTo>
                    <a:pt x="9336" y="5873"/>
                    <a:pt x="9431" y="4372"/>
                    <a:pt x="9431" y="2824"/>
                  </a:cubicBezTo>
                  <a:cubicBezTo>
                    <a:pt x="9431" y="1753"/>
                    <a:pt x="9360" y="157"/>
                    <a:pt x="8003" y="38"/>
                  </a:cubicBezTo>
                  <a:cubicBezTo>
                    <a:pt x="7621" y="11"/>
                    <a:pt x="7238" y="1"/>
                    <a:pt x="6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499525" y="2400250"/>
              <a:ext cx="23250" cy="82925"/>
            </a:xfrm>
            <a:custGeom>
              <a:rect b="b" l="l" r="r" t="t"/>
              <a:pathLst>
                <a:path extrusionOk="0" h="3317" w="930">
                  <a:moveTo>
                    <a:pt x="456" y="1"/>
                  </a:moveTo>
                  <a:cubicBezTo>
                    <a:pt x="227" y="1"/>
                    <a:pt x="1" y="155"/>
                    <a:pt x="1" y="465"/>
                  </a:cubicBezTo>
                  <a:lnTo>
                    <a:pt x="1" y="2870"/>
                  </a:lnTo>
                  <a:cubicBezTo>
                    <a:pt x="1" y="3168"/>
                    <a:pt x="233" y="3317"/>
                    <a:pt x="465" y="3317"/>
                  </a:cubicBezTo>
                  <a:cubicBezTo>
                    <a:pt x="698" y="3317"/>
                    <a:pt x="930" y="3168"/>
                    <a:pt x="930" y="2870"/>
                  </a:cubicBezTo>
                  <a:lnTo>
                    <a:pt x="930" y="465"/>
                  </a:lnTo>
                  <a:cubicBezTo>
                    <a:pt x="918" y="155"/>
                    <a:pt x="686" y="1"/>
                    <a:pt x="4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497750" y="2497300"/>
              <a:ext cx="25525" cy="71850"/>
            </a:xfrm>
            <a:custGeom>
              <a:rect b="b" l="l" r="r" t="t"/>
              <a:pathLst>
                <a:path extrusionOk="0" h="2874" w="1021">
                  <a:moveTo>
                    <a:pt x="489" y="0"/>
                  </a:moveTo>
                  <a:cubicBezTo>
                    <a:pt x="257" y="0"/>
                    <a:pt x="24" y="155"/>
                    <a:pt x="24" y="465"/>
                  </a:cubicBezTo>
                  <a:cubicBezTo>
                    <a:pt x="0" y="1155"/>
                    <a:pt x="24" y="1846"/>
                    <a:pt x="72" y="2537"/>
                  </a:cubicBezTo>
                  <a:cubicBezTo>
                    <a:pt x="110" y="2772"/>
                    <a:pt x="270" y="2873"/>
                    <a:pt x="445" y="2873"/>
                  </a:cubicBezTo>
                  <a:cubicBezTo>
                    <a:pt x="715" y="2873"/>
                    <a:pt x="1020" y="2635"/>
                    <a:pt x="977" y="2275"/>
                  </a:cubicBezTo>
                  <a:cubicBezTo>
                    <a:pt x="929" y="1679"/>
                    <a:pt x="905" y="1060"/>
                    <a:pt x="953" y="465"/>
                  </a:cubicBezTo>
                  <a:cubicBezTo>
                    <a:pt x="953" y="155"/>
                    <a:pt x="721" y="0"/>
                    <a:pt x="4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6499525" y="2580500"/>
              <a:ext cx="23250" cy="56275"/>
            </a:xfrm>
            <a:custGeom>
              <a:rect b="b" l="l" r="r" t="t"/>
              <a:pathLst>
                <a:path extrusionOk="0" h="2251" w="930">
                  <a:moveTo>
                    <a:pt x="456" y="0"/>
                  </a:moveTo>
                  <a:cubicBezTo>
                    <a:pt x="227" y="0"/>
                    <a:pt x="1" y="149"/>
                    <a:pt x="1" y="447"/>
                  </a:cubicBezTo>
                  <a:lnTo>
                    <a:pt x="1" y="1804"/>
                  </a:lnTo>
                  <a:cubicBezTo>
                    <a:pt x="1" y="2102"/>
                    <a:pt x="233" y="2251"/>
                    <a:pt x="465" y="2251"/>
                  </a:cubicBezTo>
                  <a:cubicBezTo>
                    <a:pt x="698" y="2251"/>
                    <a:pt x="930" y="2102"/>
                    <a:pt x="930" y="1804"/>
                  </a:cubicBezTo>
                  <a:lnTo>
                    <a:pt x="930" y="447"/>
                  </a:lnTo>
                  <a:cubicBezTo>
                    <a:pt x="918" y="149"/>
                    <a:pt x="686" y="0"/>
                    <a:pt x="4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5" name="Google Shape;935;p32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5400092">
            <a:off x="2049917" y="2285565"/>
            <a:ext cx="500900" cy="23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32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5400092">
            <a:off x="4513112" y="2285565"/>
            <a:ext cx="500900" cy="23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32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 flipH="1" rot="-5400092">
            <a:off x="6976308" y="2285565"/>
            <a:ext cx="500900" cy="23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32"/>
          <p:cNvSpPr txBox="1"/>
          <p:nvPr>
            <p:ph idx="4294967295" type="subTitle"/>
          </p:nvPr>
        </p:nvSpPr>
        <p:spPr>
          <a:xfrm>
            <a:off x="1523363" y="29168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Reliability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39" name="Google Shape;939;p32"/>
          <p:cNvSpPr txBox="1"/>
          <p:nvPr>
            <p:ph idx="4294967295" type="subTitle"/>
          </p:nvPr>
        </p:nvSpPr>
        <p:spPr>
          <a:xfrm>
            <a:off x="2754963" y="36026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Scalability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40" name="Google Shape;940;p32"/>
          <p:cNvSpPr txBox="1"/>
          <p:nvPr>
            <p:ph idx="4294967295" type="subTitle"/>
          </p:nvPr>
        </p:nvSpPr>
        <p:spPr>
          <a:xfrm>
            <a:off x="3986563" y="29168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Maintainability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41" name="Google Shape;941;p32"/>
          <p:cNvSpPr txBox="1"/>
          <p:nvPr>
            <p:ph idx="4294967295" type="subTitle"/>
          </p:nvPr>
        </p:nvSpPr>
        <p:spPr>
          <a:xfrm>
            <a:off x="5234650" y="36026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Adaptability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42" name="Google Shape;942;p32"/>
          <p:cNvSpPr txBox="1"/>
          <p:nvPr>
            <p:ph idx="4294967295" type="subTitle"/>
          </p:nvPr>
        </p:nvSpPr>
        <p:spPr>
          <a:xfrm>
            <a:off x="6449763" y="2916825"/>
            <a:ext cx="15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Roboto Mono Medium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Reproducibility</a:t>
            </a:r>
            <a:endParaRPr b="0" i="0" sz="140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943" name="Google Shape;94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2897175" y="2678331"/>
            <a:ext cx="1269587" cy="24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5383725" y="2678331"/>
            <a:ext cx="1269587" cy="245125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32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6" name="Google Shape;94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631325" y="3520166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Notebook Lesson by Slidesgo">
  <a:themeElements>
    <a:clrScheme name="Simple Light">
      <a:dk1>
        <a:srgbClr val="595959"/>
      </a:dk1>
      <a:lt1>
        <a:srgbClr val="F1E232"/>
      </a:lt1>
      <a:dk2>
        <a:srgbClr val="595959"/>
      </a:dk2>
      <a:lt2>
        <a:srgbClr val="D68CB0"/>
      </a:lt2>
      <a:accent1>
        <a:srgbClr val="F1E232"/>
      </a:accent1>
      <a:accent2>
        <a:srgbClr val="415EB4"/>
      </a:accent2>
      <a:accent3>
        <a:srgbClr val="F1E232"/>
      </a:accent3>
      <a:accent4>
        <a:srgbClr val="504DFD"/>
      </a:accent4>
      <a:accent5>
        <a:srgbClr val="9E6490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